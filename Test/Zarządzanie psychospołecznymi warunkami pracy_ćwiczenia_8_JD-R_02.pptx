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90" r:id="rId7"/>
    <p:sldId id="289" r:id="rId8"/>
    <p:sldId id="261" r:id="rId9"/>
    <p:sldId id="291" r:id="rId10"/>
    <p:sldId id="292" r:id="rId11"/>
    <p:sldId id="293" r:id="rId12"/>
    <p:sldId id="294" r:id="rId13"/>
    <p:sldId id="268" r:id="rId14"/>
    <p:sldId id="295" r:id="rId15"/>
    <p:sldId id="297" r:id="rId16"/>
    <p:sldId id="296" r:id="rId17"/>
    <p:sldId id="298" r:id="rId18"/>
    <p:sldId id="29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144" y="12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570DAB9-474B-408B-B744-5C9F7F0F8394}" type="doc">
      <dgm:prSet loTypeId="urn:microsoft.com/office/officeart/2016/7/layout/RepeatingBendingProcessNew" loCatId="process" qsTypeId="urn:microsoft.com/office/officeart/2005/8/quickstyle/simple5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A6D7F150-8D81-4E84-8730-BE0FC3D70B2E}">
      <dgm:prSet/>
      <dgm:spPr/>
      <dgm:t>
        <a:bodyPr/>
        <a:lstStyle/>
        <a:p>
          <a:r>
            <a:rPr lang="pl-PL"/>
            <a:t>Wymagania poznawcze </a:t>
          </a:r>
          <a:endParaRPr lang="en-US"/>
        </a:p>
      </dgm:t>
    </dgm:pt>
    <dgm:pt modelId="{87953A8A-13E2-467C-985C-42A4D2F6AF86}" type="parTrans" cxnId="{ADCEF5FA-7A4B-4A59-A3D5-51170BD8FC34}">
      <dgm:prSet/>
      <dgm:spPr/>
      <dgm:t>
        <a:bodyPr/>
        <a:lstStyle/>
        <a:p>
          <a:endParaRPr lang="en-US"/>
        </a:p>
      </dgm:t>
    </dgm:pt>
    <dgm:pt modelId="{CE20F345-3B34-4CB3-B025-C5920D264FE6}" type="sibTrans" cxnId="{ADCEF5FA-7A4B-4A59-A3D5-51170BD8FC34}">
      <dgm:prSet/>
      <dgm:spPr/>
      <dgm:t>
        <a:bodyPr/>
        <a:lstStyle/>
        <a:p>
          <a:endParaRPr lang="en-US"/>
        </a:p>
      </dgm:t>
    </dgm:pt>
    <dgm:pt modelId="{0698A27D-20BC-4F35-8CE0-B5FA9AC1D514}">
      <dgm:prSet/>
      <dgm:spPr/>
      <dgm:t>
        <a:bodyPr/>
        <a:lstStyle/>
        <a:p>
          <a:r>
            <a:rPr lang="pl-PL"/>
            <a:t>Złożoność</a:t>
          </a:r>
          <a:endParaRPr lang="en-US"/>
        </a:p>
      </dgm:t>
    </dgm:pt>
    <dgm:pt modelId="{2A2FF68E-4524-43EB-8234-A8D4ECC47938}" type="parTrans" cxnId="{CE66869A-F823-47B8-8F51-06A8F9406D28}">
      <dgm:prSet/>
      <dgm:spPr/>
      <dgm:t>
        <a:bodyPr/>
        <a:lstStyle/>
        <a:p>
          <a:endParaRPr lang="en-US"/>
        </a:p>
      </dgm:t>
    </dgm:pt>
    <dgm:pt modelId="{7F18229F-1467-41B2-BBA2-0C7FC5A9CEC2}" type="sibTrans" cxnId="{CE66869A-F823-47B8-8F51-06A8F9406D28}">
      <dgm:prSet/>
      <dgm:spPr/>
      <dgm:t>
        <a:bodyPr/>
        <a:lstStyle/>
        <a:p>
          <a:endParaRPr lang="en-US"/>
        </a:p>
      </dgm:t>
    </dgm:pt>
    <dgm:pt modelId="{D0EEC17B-5B03-4457-A9D3-38B2BCF20F5E}">
      <dgm:prSet/>
      <dgm:spPr/>
      <dgm:t>
        <a:bodyPr/>
        <a:lstStyle/>
        <a:p>
          <a:r>
            <a:rPr lang="pl-PL"/>
            <a:t>Problemy z komputerem</a:t>
          </a:r>
          <a:endParaRPr lang="en-US"/>
        </a:p>
      </dgm:t>
    </dgm:pt>
    <dgm:pt modelId="{B2A0637A-60C7-4A61-98EF-7C334CF83B4F}" type="parTrans" cxnId="{B7627E6E-947E-4804-8CB9-167513003D11}">
      <dgm:prSet/>
      <dgm:spPr/>
      <dgm:t>
        <a:bodyPr/>
        <a:lstStyle/>
        <a:p>
          <a:endParaRPr lang="en-US"/>
        </a:p>
      </dgm:t>
    </dgm:pt>
    <dgm:pt modelId="{312C6B11-8F76-48BE-A4FB-B470C020C1D7}" type="sibTrans" cxnId="{B7627E6E-947E-4804-8CB9-167513003D11}">
      <dgm:prSet/>
      <dgm:spPr/>
      <dgm:t>
        <a:bodyPr/>
        <a:lstStyle/>
        <a:p>
          <a:endParaRPr lang="en-US"/>
        </a:p>
      </dgm:t>
    </dgm:pt>
    <dgm:pt modelId="{B8CEFEE3-9944-4DF5-A520-5927A9FF13A9}">
      <dgm:prSet/>
      <dgm:spPr/>
      <dgm:t>
        <a:bodyPr/>
        <a:lstStyle/>
        <a:p>
          <a:r>
            <a:rPr lang="pl-PL"/>
            <a:t>Wymagające kontakty z pacjentami </a:t>
          </a:r>
          <a:endParaRPr lang="en-US"/>
        </a:p>
      </dgm:t>
    </dgm:pt>
    <dgm:pt modelId="{071B1AAE-4E1F-4365-9851-9472E5A9CAFD}" type="parTrans" cxnId="{03151817-1398-4682-9638-4C3D4358F8A5}">
      <dgm:prSet/>
      <dgm:spPr/>
      <dgm:t>
        <a:bodyPr/>
        <a:lstStyle/>
        <a:p>
          <a:endParaRPr lang="en-US"/>
        </a:p>
      </dgm:t>
    </dgm:pt>
    <dgm:pt modelId="{22894D43-8958-480B-BFB6-95CAAF06C736}" type="sibTrans" cxnId="{03151817-1398-4682-9638-4C3D4358F8A5}">
      <dgm:prSet/>
      <dgm:spPr/>
      <dgm:t>
        <a:bodyPr/>
        <a:lstStyle/>
        <a:p>
          <a:endParaRPr lang="en-US"/>
        </a:p>
      </dgm:t>
    </dgm:pt>
    <dgm:pt modelId="{E4A26EFC-E2A9-4913-9BF8-BC77EC16800B}">
      <dgm:prSet/>
      <dgm:spPr/>
      <dgm:t>
        <a:bodyPr/>
        <a:lstStyle/>
        <a:p>
          <a:r>
            <a:rPr lang="pl-PL"/>
            <a:t>Wymagania emocjonalne </a:t>
          </a:r>
          <a:endParaRPr lang="en-US"/>
        </a:p>
      </dgm:t>
    </dgm:pt>
    <dgm:pt modelId="{CE1EF33C-E502-4BE5-A0CC-BEE78FA37A6E}" type="parTrans" cxnId="{8C7BE993-4536-4036-A997-19F5BD97D259}">
      <dgm:prSet/>
      <dgm:spPr/>
      <dgm:t>
        <a:bodyPr/>
        <a:lstStyle/>
        <a:p>
          <a:endParaRPr lang="en-US"/>
        </a:p>
      </dgm:t>
    </dgm:pt>
    <dgm:pt modelId="{F482ECC1-4748-4FAD-96AF-24C2BC117806}" type="sibTrans" cxnId="{8C7BE993-4536-4036-A997-19F5BD97D259}">
      <dgm:prSet/>
      <dgm:spPr/>
      <dgm:t>
        <a:bodyPr/>
        <a:lstStyle/>
        <a:p>
          <a:endParaRPr lang="en-US"/>
        </a:p>
      </dgm:t>
    </dgm:pt>
    <dgm:pt modelId="{8257D588-1897-424C-9831-1588E9F9D9CB}">
      <dgm:prSet/>
      <dgm:spPr/>
      <dgm:t>
        <a:bodyPr/>
        <a:lstStyle/>
        <a:p>
          <a:r>
            <a:rPr lang="pl-PL"/>
            <a:t>Dysonans emocjonalny</a:t>
          </a:r>
          <a:endParaRPr lang="en-US"/>
        </a:p>
      </dgm:t>
    </dgm:pt>
    <dgm:pt modelId="{A99E1C44-36C6-4B0F-9C0A-90B2057578A1}" type="parTrans" cxnId="{2BE399F2-57BE-46EA-852D-46C265C3F000}">
      <dgm:prSet/>
      <dgm:spPr/>
      <dgm:t>
        <a:bodyPr/>
        <a:lstStyle/>
        <a:p>
          <a:endParaRPr lang="en-US"/>
        </a:p>
      </dgm:t>
    </dgm:pt>
    <dgm:pt modelId="{6A0F0A44-0DB0-4EB9-A1DA-D4E51314A4B5}" type="sibTrans" cxnId="{2BE399F2-57BE-46EA-852D-46C265C3F000}">
      <dgm:prSet/>
      <dgm:spPr/>
      <dgm:t>
        <a:bodyPr/>
        <a:lstStyle/>
        <a:p>
          <a:endParaRPr lang="en-US"/>
        </a:p>
      </dgm:t>
    </dgm:pt>
    <dgm:pt modelId="{5980B160-1DBC-4055-BF62-C56236B68F55}">
      <dgm:prSet/>
      <dgm:spPr/>
      <dgm:t>
        <a:bodyPr/>
        <a:lstStyle/>
        <a:p>
          <a:r>
            <a:rPr lang="pl-PL"/>
            <a:t>Konflikt interpersonalny </a:t>
          </a:r>
          <a:endParaRPr lang="en-US"/>
        </a:p>
      </dgm:t>
    </dgm:pt>
    <dgm:pt modelId="{E3F60754-CB45-4484-9F50-C07D8ABF2F3A}" type="parTrans" cxnId="{94F65642-B2FF-463C-A655-D9C8C36A9874}">
      <dgm:prSet/>
      <dgm:spPr/>
      <dgm:t>
        <a:bodyPr/>
        <a:lstStyle/>
        <a:p>
          <a:endParaRPr lang="en-US"/>
        </a:p>
      </dgm:t>
    </dgm:pt>
    <dgm:pt modelId="{86158EA7-5722-40A9-A896-C59325D06197}" type="sibTrans" cxnId="{94F65642-B2FF-463C-A655-D9C8C36A9874}">
      <dgm:prSet/>
      <dgm:spPr/>
      <dgm:t>
        <a:bodyPr/>
        <a:lstStyle/>
        <a:p>
          <a:endParaRPr lang="en-US"/>
        </a:p>
      </dgm:t>
    </dgm:pt>
    <dgm:pt modelId="{753D0F90-501B-411E-8965-4019CD1B5100}">
      <dgm:prSet/>
      <dgm:spPr/>
      <dgm:t>
        <a:bodyPr/>
        <a:lstStyle/>
        <a:p>
          <a:r>
            <a:rPr lang="pl-PL"/>
            <a:t>Niepewność pracy</a:t>
          </a:r>
          <a:endParaRPr lang="en-US"/>
        </a:p>
      </dgm:t>
    </dgm:pt>
    <dgm:pt modelId="{E932BECB-8234-4E8E-A8E8-ACD03FCA1CD7}" type="parTrans" cxnId="{2A6CF967-6063-4612-A990-AFE09504EE97}">
      <dgm:prSet/>
      <dgm:spPr/>
      <dgm:t>
        <a:bodyPr/>
        <a:lstStyle/>
        <a:p>
          <a:endParaRPr lang="en-US"/>
        </a:p>
      </dgm:t>
    </dgm:pt>
    <dgm:pt modelId="{12E400CF-BE32-4554-AFA3-A85F45058A19}" type="sibTrans" cxnId="{2A6CF967-6063-4612-A990-AFE09504EE97}">
      <dgm:prSet/>
      <dgm:spPr/>
      <dgm:t>
        <a:bodyPr/>
        <a:lstStyle/>
        <a:p>
          <a:endParaRPr lang="en-US"/>
        </a:p>
      </dgm:t>
    </dgm:pt>
    <dgm:pt modelId="{6FB9A5C6-6429-424E-88F0-CB3A07C5F47C}">
      <dgm:prSet/>
      <dgm:spPr/>
      <dgm:t>
        <a:bodyPr/>
        <a:lstStyle/>
        <a:p>
          <a:r>
            <a:rPr lang="pl-PL"/>
            <a:t>Negatywny wpływ rodziny na pracę </a:t>
          </a:r>
          <a:endParaRPr lang="en-US"/>
        </a:p>
      </dgm:t>
    </dgm:pt>
    <dgm:pt modelId="{52AD8374-84DF-4F44-9879-B6724FCDDD29}" type="parTrans" cxnId="{19E4FC32-6CED-46F7-9790-A2EB26E7D77D}">
      <dgm:prSet/>
      <dgm:spPr/>
      <dgm:t>
        <a:bodyPr/>
        <a:lstStyle/>
        <a:p>
          <a:endParaRPr lang="en-US"/>
        </a:p>
      </dgm:t>
    </dgm:pt>
    <dgm:pt modelId="{47CF4BBC-DC96-402E-B402-EE7C36C8CD52}" type="sibTrans" cxnId="{19E4FC32-6CED-46F7-9790-A2EB26E7D77D}">
      <dgm:prSet/>
      <dgm:spPr/>
      <dgm:t>
        <a:bodyPr/>
        <a:lstStyle/>
        <a:p>
          <a:endParaRPr lang="en-US"/>
        </a:p>
      </dgm:t>
    </dgm:pt>
    <dgm:pt modelId="{F53D6C8D-0FF3-4936-A3DB-9F9C412200A7}">
      <dgm:prSet/>
      <dgm:spPr/>
      <dgm:t>
        <a:bodyPr/>
        <a:lstStyle/>
        <a:p>
          <a:r>
            <a:rPr lang="pl-PL"/>
            <a:t>Nękanie przez pacjentów</a:t>
          </a:r>
          <a:endParaRPr lang="en-US"/>
        </a:p>
      </dgm:t>
    </dgm:pt>
    <dgm:pt modelId="{63B738B4-16A1-4A75-A30F-0DAA923D9A7F}" type="parTrans" cxnId="{E45340F4-B910-466A-B266-25052A9CBEFA}">
      <dgm:prSet/>
      <dgm:spPr/>
      <dgm:t>
        <a:bodyPr/>
        <a:lstStyle/>
        <a:p>
          <a:endParaRPr lang="en-US"/>
        </a:p>
      </dgm:t>
    </dgm:pt>
    <dgm:pt modelId="{E807844A-CA2F-4FAF-8426-04C592EDED2A}" type="sibTrans" cxnId="{E45340F4-B910-466A-B266-25052A9CBEFA}">
      <dgm:prSet/>
      <dgm:spPr/>
      <dgm:t>
        <a:bodyPr/>
        <a:lstStyle/>
        <a:p>
          <a:endParaRPr lang="en-US"/>
        </a:p>
      </dgm:t>
    </dgm:pt>
    <dgm:pt modelId="{E30295C9-ECCC-4BBA-9C5F-C4CCF76B8198}">
      <dgm:prSet/>
      <dgm:spPr/>
      <dgm:t>
        <a:bodyPr/>
        <a:lstStyle/>
        <a:p>
          <a:r>
            <a:rPr lang="pl-PL"/>
            <a:t>Wymagania dotyczące wydajności </a:t>
          </a:r>
          <a:endParaRPr lang="en-US"/>
        </a:p>
      </dgm:t>
    </dgm:pt>
    <dgm:pt modelId="{CC327C16-6973-422A-9822-6AD43997B308}" type="parTrans" cxnId="{5CD12A82-5827-4DD6-82D1-C97A9AD6C238}">
      <dgm:prSet/>
      <dgm:spPr/>
      <dgm:t>
        <a:bodyPr/>
        <a:lstStyle/>
        <a:p>
          <a:endParaRPr lang="en-US"/>
        </a:p>
      </dgm:t>
    </dgm:pt>
    <dgm:pt modelId="{8106B48E-1C46-4134-9616-16F852F30BB4}" type="sibTrans" cxnId="{5CD12A82-5827-4DD6-82D1-C97A9AD6C238}">
      <dgm:prSet/>
      <dgm:spPr/>
      <dgm:t>
        <a:bodyPr/>
        <a:lstStyle/>
        <a:p>
          <a:endParaRPr lang="en-US"/>
        </a:p>
      </dgm:t>
    </dgm:pt>
    <dgm:pt modelId="{F17FB1AC-BA17-49A5-91BF-1288534CEEDA}">
      <dgm:prSet/>
      <dgm:spPr/>
      <dgm:t>
        <a:bodyPr/>
        <a:lstStyle/>
        <a:p>
          <a:r>
            <a:rPr lang="pl-PL"/>
            <a:t>Wymagania fizyczne</a:t>
          </a:r>
          <a:endParaRPr lang="en-US"/>
        </a:p>
      </dgm:t>
    </dgm:pt>
    <dgm:pt modelId="{D34F3048-1765-40A2-8C0B-F6631F127DF0}" type="parTrans" cxnId="{FD03D6D4-BC4E-464C-8C94-EE9C2B4FF961}">
      <dgm:prSet/>
      <dgm:spPr/>
      <dgm:t>
        <a:bodyPr/>
        <a:lstStyle/>
        <a:p>
          <a:endParaRPr lang="en-US"/>
        </a:p>
      </dgm:t>
    </dgm:pt>
    <dgm:pt modelId="{E12E5351-CD54-4B6F-96DD-8AE197871B0A}" type="sibTrans" cxnId="{FD03D6D4-BC4E-464C-8C94-EE9C2B4FF961}">
      <dgm:prSet/>
      <dgm:spPr/>
      <dgm:t>
        <a:bodyPr/>
        <a:lstStyle/>
        <a:p>
          <a:endParaRPr lang="en-US"/>
        </a:p>
      </dgm:t>
    </dgm:pt>
    <dgm:pt modelId="{CB72A307-FCF2-4439-B147-9C2ED73C33DD}">
      <dgm:prSet/>
      <dgm:spPr/>
      <dgm:t>
        <a:bodyPr/>
        <a:lstStyle/>
        <a:p>
          <a:r>
            <a:rPr lang="pl-PL"/>
            <a:t>Problemy z planowaniem </a:t>
          </a:r>
          <a:endParaRPr lang="en-US"/>
        </a:p>
      </dgm:t>
    </dgm:pt>
    <dgm:pt modelId="{66A5C4AB-3740-45E8-9193-1518A6D5D998}" type="parTrans" cxnId="{642D98A5-3B5D-4AC9-A5F1-AD442D7B7768}">
      <dgm:prSet/>
      <dgm:spPr/>
      <dgm:t>
        <a:bodyPr/>
        <a:lstStyle/>
        <a:p>
          <a:endParaRPr lang="en-US"/>
        </a:p>
      </dgm:t>
    </dgm:pt>
    <dgm:pt modelId="{D37DF02B-2917-4951-9834-0960307A512B}" type="sibTrans" cxnId="{642D98A5-3B5D-4AC9-A5F1-AD442D7B7768}">
      <dgm:prSet/>
      <dgm:spPr/>
      <dgm:t>
        <a:bodyPr/>
        <a:lstStyle/>
        <a:p>
          <a:endParaRPr lang="en-US"/>
        </a:p>
      </dgm:t>
    </dgm:pt>
    <dgm:pt modelId="{C034A247-2A8F-4DA6-8282-0DD0FD576812}">
      <dgm:prSet/>
      <dgm:spPr/>
      <dgm:t>
        <a:bodyPr/>
        <a:lstStyle/>
        <a:p>
          <a:r>
            <a:rPr lang="pl-PL"/>
            <a:t>Niewłaściwe zachowanie uczniów </a:t>
          </a:r>
          <a:endParaRPr lang="en-US"/>
        </a:p>
      </dgm:t>
    </dgm:pt>
    <dgm:pt modelId="{05A2A123-ABD6-489D-A4B2-BC5D0B8E30E0}" type="parTrans" cxnId="{C13BB96F-2804-470F-85CB-3F12945C33C7}">
      <dgm:prSet/>
      <dgm:spPr/>
      <dgm:t>
        <a:bodyPr/>
        <a:lstStyle/>
        <a:p>
          <a:endParaRPr lang="en-US"/>
        </a:p>
      </dgm:t>
    </dgm:pt>
    <dgm:pt modelId="{1712CBCC-43DB-40B6-8F6A-C8B8E4D69015}" type="sibTrans" cxnId="{C13BB96F-2804-470F-85CB-3F12945C33C7}">
      <dgm:prSet/>
      <dgm:spPr/>
      <dgm:t>
        <a:bodyPr/>
        <a:lstStyle/>
        <a:p>
          <a:endParaRPr lang="en-US"/>
        </a:p>
      </dgm:t>
    </dgm:pt>
    <dgm:pt modelId="{C21E9E75-641C-4F16-89FA-BB96EFD9460D}">
      <dgm:prSet/>
      <dgm:spPr/>
      <dgm:t>
        <a:bodyPr/>
        <a:lstStyle/>
        <a:p>
          <a:r>
            <a:rPr lang="pl-PL"/>
            <a:t>Jakościowe obciążenie pracą </a:t>
          </a:r>
          <a:endParaRPr lang="en-US"/>
        </a:p>
      </dgm:t>
    </dgm:pt>
    <dgm:pt modelId="{6AAA08E3-5B83-4966-8B0F-785F51048F51}" type="parTrans" cxnId="{0B7AD5AD-FA8D-4FD8-922E-5BA6A41832A7}">
      <dgm:prSet/>
      <dgm:spPr/>
      <dgm:t>
        <a:bodyPr/>
        <a:lstStyle/>
        <a:p>
          <a:endParaRPr lang="en-US"/>
        </a:p>
      </dgm:t>
    </dgm:pt>
    <dgm:pt modelId="{0BB10618-07C4-4CEC-9B2A-7813DAA92515}" type="sibTrans" cxnId="{0B7AD5AD-FA8D-4FD8-922E-5BA6A41832A7}">
      <dgm:prSet/>
      <dgm:spPr/>
      <dgm:t>
        <a:bodyPr/>
        <a:lstStyle/>
        <a:p>
          <a:endParaRPr lang="en-US"/>
        </a:p>
      </dgm:t>
    </dgm:pt>
    <dgm:pt modelId="{C8B66170-6A4F-4160-83EC-23C89AF02421}">
      <dgm:prSet/>
      <dgm:spPr/>
      <dgm:t>
        <a:bodyPr/>
        <a:lstStyle/>
        <a:p>
          <a:r>
            <a:rPr lang="pl-PL"/>
            <a:t>Reorganizacja</a:t>
          </a:r>
          <a:endParaRPr lang="en-US"/>
        </a:p>
      </dgm:t>
    </dgm:pt>
    <dgm:pt modelId="{E5D558EA-CF02-450D-A360-83D92124BF2D}" type="parTrans" cxnId="{87791F39-5A29-44A4-9EA7-DFD06B0CD788}">
      <dgm:prSet/>
      <dgm:spPr/>
      <dgm:t>
        <a:bodyPr/>
        <a:lstStyle/>
        <a:p>
          <a:endParaRPr lang="en-US"/>
        </a:p>
      </dgm:t>
    </dgm:pt>
    <dgm:pt modelId="{A279D397-3BE2-4B4E-AFED-A8598757F763}" type="sibTrans" cxnId="{87791F39-5A29-44A4-9EA7-DFD06B0CD788}">
      <dgm:prSet/>
      <dgm:spPr/>
      <dgm:t>
        <a:bodyPr/>
        <a:lstStyle/>
        <a:p>
          <a:endParaRPr lang="en-US"/>
        </a:p>
      </dgm:t>
    </dgm:pt>
    <dgm:pt modelId="{AA03AA72-2CCB-4534-89DE-8F8DF46A2F40}">
      <dgm:prSet/>
      <dgm:spPr/>
      <dgm:t>
        <a:bodyPr/>
        <a:lstStyle/>
        <a:p>
          <a:r>
            <a:rPr lang="pl-PL"/>
            <a:t>Wynagrodzenie </a:t>
          </a:r>
          <a:endParaRPr lang="en-US"/>
        </a:p>
      </dgm:t>
    </dgm:pt>
    <dgm:pt modelId="{31F897C3-AF28-49CE-8F0C-7597AF8AAA9F}" type="parTrans" cxnId="{AAD59D05-3097-458F-A33B-C34EDADECE49}">
      <dgm:prSet/>
      <dgm:spPr/>
      <dgm:t>
        <a:bodyPr/>
        <a:lstStyle/>
        <a:p>
          <a:endParaRPr lang="en-US"/>
        </a:p>
      </dgm:t>
    </dgm:pt>
    <dgm:pt modelId="{7C760E63-CCF5-4BE4-B5A3-EAF550463638}" type="sibTrans" cxnId="{AAD59D05-3097-458F-A33B-C34EDADECE49}">
      <dgm:prSet/>
      <dgm:spPr/>
      <dgm:t>
        <a:bodyPr/>
        <a:lstStyle/>
        <a:p>
          <a:endParaRPr lang="en-US"/>
        </a:p>
      </dgm:t>
    </dgm:pt>
    <dgm:pt modelId="{70CE89C8-3403-4758-8D32-F5CD8AADBE96}">
      <dgm:prSet/>
      <dgm:spPr/>
      <dgm:t>
        <a:bodyPr/>
        <a:lstStyle/>
        <a:p>
          <a:r>
            <a:rPr lang="pl-PL"/>
            <a:t>Odpowiedzialność</a:t>
          </a:r>
          <a:endParaRPr lang="en-US"/>
        </a:p>
      </dgm:t>
    </dgm:pt>
    <dgm:pt modelId="{CCA05187-69AB-4E24-AAA7-D07E7EAE89A1}" type="parTrans" cxnId="{7180621F-50D3-41A1-85C3-817E90DB82F5}">
      <dgm:prSet/>
      <dgm:spPr/>
      <dgm:t>
        <a:bodyPr/>
        <a:lstStyle/>
        <a:p>
          <a:endParaRPr lang="en-US"/>
        </a:p>
      </dgm:t>
    </dgm:pt>
    <dgm:pt modelId="{B7062899-D82D-444E-943E-E9B605024F8F}" type="sibTrans" cxnId="{7180621F-50D3-41A1-85C3-817E90DB82F5}">
      <dgm:prSet/>
      <dgm:spPr/>
      <dgm:t>
        <a:bodyPr/>
        <a:lstStyle/>
        <a:p>
          <a:endParaRPr lang="en-US"/>
        </a:p>
      </dgm:t>
    </dgm:pt>
    <dgm:pt modelId="{0B787AF9-4ED2-4967-A08E-32DD7712265B}">
      <dgm:prSet/>
      <dgm:spPr/>
      <dgm:t>
        <a:bodyPr/>
        <a:lstStyle/>
        <a:p>
          <a:r>
            <a:rPr lang="pl-PL"/>
            <a:t>Ryzyko i zagrożenia </a:t>
          </a:r>
          <a:endParaRPr lang="en-US"/>
        </a:p>
      </dgm:t>
    </dgm:pt>
    <dgm:pt modelId="{B106E564-E74F-4EB7-9AAC-A1896127E324}" type="parTrans" cxnId="{271265A7-4C37-484D-ADCB-A6C80128F0EB}">
      <dgm:prSet/>
      <dgm:spPr/>
      <dgm:t>
        <a:bodyPr/>
        <a:lstStyle/>
        <a:p>
          <a:endParaRPr lang="en-US"/>
        </a:p>
      </dgm:t>
    </dgm:pt>
    <dgm:pt modelId="{E6F7C2BD-7FA1-4E7F-99F7-9789BC2CD5F6}" type="sibTrans" cxnId="{271265A7-4C37-484D-ADCB-A6C80128F0EB}">
      <dgm:prSet/>
      <dgm:spPr/>
      <dgm:t>
        <a:bodyPr/>
        <a:lstStyle/>
        <a:p>
          <a:endParaRPr lang="en-US"/>
        </a:p>
      </dgm:t>
    </dgm:pt>
    <dgm:pt modelId="{2C720791-EB37-4792-88BD-3E7B6AC90A75}">
      <dgm:prSet/>
      <dgm:spPr/>
      <dgm:t>
        <a:bodyPr/>
        <a:lstStyle/>
        <a:p>
          <a:r>
            <a:rPr lang="pl-PL"/>
            <a:t>Niejednoznaczność roli</a:t>
          </a:r>
          <a:endParaRPr lang="en-US"/>
        </a:p>
      </dgm:t>
    </dgm:pt>
    <dgm:pt modelId="{49FDA34A-9A1E-4FF1-8730-8803F816FB41}" type="parTrans" cxnId="{EFE7D211-9595-4BE1-BE05-336A80C46648}">
      <dgm:prSet/>
      <dgm:spPr/>
      <dgm:t>
        <a:bodyPr/>
        <a:lstStyle/>
        <a:p>
          <a:endParaRPr lang="en-US"/>
        </a:p>
      </dgm:t>
    </dgm:pt>
    <dgm:pt modelId="{01871FAE-32E3-42A6-9E72-F274F2193803}" type="sibTrans" cxnId="{EFE7D211-9595-4BE1-BE05-336A80C46648}">
      <dgm:prSet/>
      <dgm:spPr/>
      <dgm:t>
        <a:bodyPr/>
        <a:lstStyle/>
        <a:p>
          <a:endParaRPr lang="en-US"/>
        </a:p>
      </dgm:t>
    </dgm:pt>
    <dgm:pt modelId="{D2AD6EF0-6241-4C01-AA75-364AD1EDC5B2}">
      <dgm:prSet/>
      <dgm:spPr/>
      <dgm:t>
        <a:bodyPr/>
        <a:lstStyle/>
        <a:p>
          <a:r>
            <a:rPr lang="pl-PL"/>
            <a:t>Konflikt ról</a:t>
          </a:r>
          <a:endParaRPr lang="en-US"/>
        </a:p>
      </dgm:t>
    </dgm:pt>
    <dgm:pt modelId="{3D0346B9-A236-4303-9E66-8982807561C9}" type="parTrans" cxnId="{F78E47E2-C868-44E9-8AE5-D1CADA5EC067}">
      <dgm:prSet/>
      <dgm:spPr/>
      <dgm:t>
        <a:bodyPr/>
        <a:lstStyle/>
        <a:p>
          <a:endParaRPr lang="en-US"/>
        </a:p>
      </dgm:t>
    </dgm:pt>
    <dgm:pt modelId="{3CAF4F50-8C2B-477D-BBFF-0BCF82B7C0FC}" type="sibTrans" cxnId="{F78E47E2-C868-44E9-8AE5-D1CADA5EC067}">
      <dgm:prSet/>
      <dgm:spPr/>
      <dgm:t>
        <a:bodyPr/>
        <a:lstStyle/>
        <a:p>
          <a:endParaRPr lang="en-US"/>
        </a:p>
      </dgm:t>
    </dgm:pt>
    <dgm:pt modelId="{6BE454A2-5DAF-455D-ABCD-4E8294E2866B}">
      <dgm:prSet/>
      <dgm:spPr/>
      <dgm:t>
        <a:bodyPr/>
        <a:lstStyle/>
        <a:p>
          <a:r>
            <a:rPr lang="pl-PL"/>
            <a:t>Molestowanie seksualne</a:t>
          </a:r>
          <a:endParaRPr lang="en-US"/>
        </a:p>
      </dgm:t>
    </dgm:pt>
    <dgm:pt modelId="{97937CDA-4686-4611-96FD-996117E9E33D}" type="parTrans" cxnId="{906BD5B8-0E05-4193-BFEB-984A251FA018}">
      <dgm:prSet/>
      <dgm:spPr/>
      <dgm:t>
        <a:bodyPr/>
        <a:lstStyle/>
        <a:p>
          <a:endParaRPr lang="en-US"/>
        </a:p>
      </dgm:t>
    </dgm:pt>
    <dgm:pt modelId="{C8A7CABC-E057-4521-AAF2-844AB829F1D7}" type="sibTrans" cxnId="{906BD5B8-0E05-4193-BFEB-984A251FA018}">
      <dgm:prSet/>
      <dgm:spPr/>
      <dgm:t>
        <a:bodyPr/>
        <a:lstStyle/>
        <a:p>
          <a:endParaRPr lang="en-US"/>
        </a:p>
      </dgm:t>
    </dgm:pt>
    <dgm:pt modelId="{73939A15-EF66-44A7-A9AC-52291DC15F66}">
      <dgm:prSet/>
      <dgm:spPr/>
      <dgm:t>
        <a:bodyPr/>
        <a:lstStyle/>
        <a:p>
          <a:r>
            <a:rPr lang="pl-PL"/>
            <a:t>Presja czasu</a:t>
          </a:r>
          <a:endParaRPr lang="en-US"/>
        </a:p>
      </dgm:t>
    </dgm:pt>
    <dgm:pt modelId="{4DFD1DA4-1FBE-4F82-9B02-E0484F225E30}" type="parTrans" cxnId="{75709E10-1EA8-4C7C-A7B9-98BF1594191A}">
      <dgm:prSet/>
      <dgm:spPr/>
      <dgm:t>
        <a:bodyPr/>
        <a:lstStyle/>
        <a:p>
          <a:endParaRPr lang="en-US"/>
        </a:p>
      </dgm:t>
    </dgm:pt>
    <dgm:pt modelId="{A2D8B8E2-BF2B-4E72-9E2D-F66EB2A645FC}" type="sibTrans" cxnId="{75709E10-1EA8-4C7C-A7B9-98BF1594191A}">
      <dgm:prSet/>
      <dgm:spPr/>
      <dgm:t>
        <a:bodyPr/>
        <a:lstStyle/>
        <a:p>
          <a:endParaRPr lang="en-US"/>
        </a:p>
      </dgm:t>
    </dgm:pt>
    <dgm:pt modelId="{D1574EB2-1A54-4CA9-A92C-44305E996E0A}">
      <dgm:prSet/>
      <dgm:spPr/>
      <dgm:t>
        <a:bodyPr/>
        <a:lstStyle/>
        <a:p>
          <a:r>
            <a:rPr lang="pl-PL"/>
            <a:t>Niekorzystny harmonogram pracy zmianowej </a:t>
          </a:r>
          <a:endParaRPr lang="en-US"/>
        </a:p>
      </dgm:t>
    </dgm:pt>
    <dgm:pt modelId="{ED56F48A-5B04-4CA4-9CF5-2E1CAB0C23C1}" type="parTrans" cxnId="{6CEC90D1-FAFB-49BC-AC10-47F46BEFC293}">
      <dgm:prSet/>
      <dgm:spPr/>
      <dgm:t>
        <a:bodyPr/>
        <a:lstStyle/>
        <a:p>
          <a:endParaRPr lang="en-US"/>
        </a:p>
      </dgm:t>
    </dgm:pt>
    <dgm:pt modelId="{4DC96330-8A36-48E0-B98D-51D63C040417}" type="sibTrans" cxnId="{6CEC90D1-FAFB-49BC-AC10-47F46BEFC293}">
      <dgm:prSet/>
      <dgm:spPr/>
      <dgm:t>
        <a:bodyPr/>
        <a:lstStyle/>
        <a:p>
          <a:endParaRPr lang="en-US"/>
        </a:p>
      </dgm:t>
    </dgm:pt>
    <dgm:pt modelId="{9C834BC6-C2BD-4535-9DD9-C919DB79520B}">
      <dgm:prSet/>
      <dgm:spPr/>
      <dgm:t>
        <a:bodyPr/>
        <a:lstStyle/>
        <a:p>
          <a:r>
            <a:rPr lang="pl-PL"/>
            <a:t>Niekorzystne warunki pracy</a:t>
          </a:r>
          <a:endParaRPr lang="en-US"/>
        </a:p>
      </dgm:t>
    </dgm:pt>
    <dgm:pt modelId="{11FBB3A7-A82D-4660-806F-EF6DBF46928F}" type="parTrans" cxnId="{1C885438-D571-48F2-AD75-F97291DCAD1A}">
      <dgm:prSet/>
      <dgm:spPr/>
      <dgm:t>
        <a:bodyPr/>
        <a:lstStyle/>
        <a:p>
          <a:endParaRPr lang="en-US"/>
        </a:p>
      </dgm:t>
    </dgm:pt>
    <dgm:pt modelId="{006E0E95-4625-45B6-B52A-ABEE89172A0E}" type="sibTrans" cxnId="{1C885438-D571-48F2-AD75-F97291DCAD1A}">
      <dgm:prSet/>
      <dgm:spPr/>
      <dgm:t>
        <a:bodyPr/>
        <a:lstStyle/>
        <a:p>
          <a:endParaRPr lang="en-US"/>
        </a:p>
      </dgm:t>
    </dgm:pt>
    <dgm:pt modelId="{E155CC50-90E3-4366-9ED1-CF6F7C1A8D2B}">
      <dgm:prSet/>
      <dgm:spPr/>
      <dgm:t>
        <a:bodyPr/>
        <a:lstStyle/>
        <a:p>
          <a:r>
            <a:rPr lang="pl-PL"/>
            <a:t>Presja pracy</a:t>
          </a:r>
          <a:endParaRPr lang="en-US"/>
        </a:p>
      </dgm:t>
    </dgm:pt>
    <dgm:pt modelId="{BE097DCF-86EF-493B-9CC0-0129C6AA5201}" type="parTrans" cxnId="{578988BB-8D7F-482E-A5F6-1C2C4304B59E}">
      <dgm:prSet/>
      <dgm:spPr/>
      <dgm:t>
        <a:bodyPr/>
        <a:lstStyle/>
        <a:p>
          <a:endParaRPr lang="en-US"/>
        </a:p>
      </dgm:t>
    </dgm:pt>
    <dgm:pt modelId="{36C97DFA-197E-407B-B883-3544A99BDA97}" type="sibTrans" cxnId="{578988BB-8D7F-482E-A5F6-1C2C4304B59E}">
      <dgm:prSet/>
      <dgm:spPr/>
      <dgm:t>
        <a:bodyPr/>
        <a:lstStyle/>
        <a:p>
          <a:endParaRPr lang="en-US"/>
        </a:p>
      </dgm:t>
    </dgm:pt>
    <dgm:pt modelId="{CB93CD78-D8D3-4B3A-A39A-A5412D156BBF}">
      <dgm:prSet/>
      <dgm:spPr/>
      <dgm:t>
        <a:bodyPr/>
        <a:lstStyle/>
        <a:p>
          <a:r>
            <a:rPr lang="pl-PL"/>
            <a:t>Konflikt praca-dom </a:t>
          </a:r>
          <a:endParaRPr lang="en-US"/>
        </a:p>
      </dgm:t>
    </dgm:pt>
    <dgm:pt modelId="{3C9229F0-2E60-4E42-996A-C9EBAE229DF2}" type="parTrans" cxnId="{614F86A9-DA24-495E-B5A3-1D937C40F313}">
      <dgm:prSet/>
      <dgm:spPr/>
      <dgm:t>
        <a:bodyPr/>
        <a:lstStyle/>
        <a:p>
          <a:endParaRPr lang="en-US"/>
        </a:p>
      </dgm:t>
    </dgm:pt>
    <dgm:pt modelId="{28CFF317-DC71-4911-83E9-160D64D9A853}" type="sibTrans" cxnId="{614F86A9-DA24-495E-B5A3-1D937C40F313}">
      <dgm:prSet/>
      <dgm:spPr/>
      <dgm:t>
        <a:bodyPr/>
        <a:lstStyle/>
        <a:p>
          <a:endParaRPr lang="en-US"/>
        </a:p>
      </dgm:t>
    </dgm:pt>
    <dgm:pt modelId="{4A236221-5AF7-4D5A-832A-6F6128087BBC}">
      <dgm:prSet/>
      <dgm:spPr/>
      <dgm:t>
        <a:bodyPr/>
        <a:lstStyle/>
        <a:p>
          <a:r>
            <a:rPr lang="pl-PL"/>
            <a:t>Przeciążenie pracą</a:t>
          </a:r>
          <a:endParaRPr lang="en-US"/>
        </a:p>
      </dgm:t>
    </dgm:pt>
    <dgm:pt modelId="{9F697945-8587-4FDB-A58E-144E6496A810}" type="parTrans" cxnId="{291FA244-690C-4C61-8BA7-F1AE32E4C7A6}">
      <dgm:prSet/>
      <dgm:spPr/>
      <dgm:t>
        <a:bodyPr/>
        <a:lstStyle/>
        <a:p>
          <a:endParaRPr lang="en-US"/>
        </a:p>
      </dgm:t>
    </dgm:pt>
    <dgm:pt modelId="{50EB3118-B7F1-490F-A3F4-9C4B02A872E9}" type="sibTrans" cxnId="{291FA244-690C-4C61-8BA7-F1AE32E4C7A6}">
      <dgm:prSet/>
      <dgm:spPr/>
      <dgm:t>
        <a:bodyPr/>
        <a:lstStyle/>
        <a:p>
          <a:endParaRPr lang="en-US"/>
        </a:p>
      </dgm:t>
    </dgm:pt>
    <dgm:pt modelId="{7F439A28-E701-4FD3-A1A9-7A5C83F03056}" type="pres">
      <dgm:prSet presAssocID="{D570DAB9-474B-408B-B744-5C9F7F0F8394}" presName="Name0" presStyleCnt="0">
        <dgm:presLayoutVars>
          <dgm:dir/>
          <dgm:resizeHandles val="exact"/>
        </dgm:presLayoutVars>
      </dgm:prSet>
      <dgm:spPr/>
    </dgm:pt>
    <dgm:pt modelId="{631DBCBF-60FB-4B60-89BD-E969180F63B8}" type="pres">
      <dgm:prSet presAssocID="{A6D7F150-8D81-4E84-8730-BE0FC3D70B2E}" presName="node" presStyleLbl="node1" presStyleIdx="0" presStyleCnt="28">
        <dgm:presLayoutVars>
          <dgm:bulletEnabled val="1"/>
        </dgm:presLayoutVars>
      </dgm:prSet>
      <dgm:spPr/>
    </dgm:pt>
    <dgm:pt modelId="{6F086422-3A80-46F6-B7BD-5B2ED281CFE1}" type="pres">
      <dgm:prSet presAssocID="{CE20F345-3B34-4CB3-B025-C5920D264FE6}" presName="sibTrans" presStyleLbl="sibTrans1D1" presStyleIdx="0" presStyleCnt="27"/>
      <dgm:spPr/>
    </dgm:pt>
    <dgm:pt modelId="{0FEDD489-29DC-4673-B6F9-01DA39A6322E}" type="pres">
      <dgm:prSet presAssocID="{CE20F345-3B34-4CB3-B025-C5920D264FE6}" presName="connectorText" presStyleLbl="sibTrans1D1" presStyleIdx="0" presStyleCnt="27"/>
      <dgm:spPr/>
    </dgm:pt>
    <dgm:pt modelId="{62D4FF44-71BB-4EF4-8B84-8F09D129D205}" type="pres">
      <dgm:prSet presAssocID="{0698A27D-20BC-4F35-8CE0-B5FA9AC1D514}" presName="node" presStyleLbl="node1" presStyleIdx="1" presStyleCnt="28">
        <dgm:presLayoutVars>
          <dgm:bulletEnabled val="1"/>
        </dgm:presLayoutVars>
      </dgm:prSet>
      <dgm:spPr/>
    </dgm:pt>
    <dgm:pt modelId="{189BAA24-779A-4A75-9805-096EBC02E9D5}" type="pres">
      <dgm:prSet presAssocID="{7F18229F-1467-41B2-BBA2-0C7FC5A9CEC2}" presName="sibTrans" presStyleLbl="sibTrans1D1" presStyleIdx="1" presStyleCnt="27"/>
      <dgm:spPr/>
    </dgm:pt>
    <dgm:pt modelId="{FAC4A44D-3CE5-4A98-AF5A-0312934152C4}" type="pres">
      <dgm:prSet presAssocID="{7F18229F-1467-41B2-BBA2-0C7FC5A9CEC2}" presName="connectorText" presStyleLbl="sibTrans1D1" presStyleIdx="1" presStyleCnt="27"/>
      <dgm:spPr/>
    </dgm:pt>
    <dgm:pt modelId="{A6D00311-2AA5-4470-8D2C-5B5DBDA5415A}" type="pres">
      <dgm:prSet presAssocID="{D0EEC17B-5B03-4457-A9D3-38B2BCF20F5E}" presName="node" presStyleLbl="node1" presStyleIdx="2" presStyleCnt="28">
        <dgm:presLayoutVars>
          <dgm:bulletEnabled val="1"/>
        </dgm:presLayoutVars>
      </dgm:prSet>
      <dgm:spPr/>
    </dgm:pt>
    <dgm:pt modelId="{FFA277E7-165C-4D38-83D1-5FB49F5E8C29}" type="pres">
      <dgm:prSet presAssocID="{312C6B11-8F76-48BE-A4FB-B470C020C1D7}" presName="sibTrans" presStyleLbl="sibTrans1D1" presStyleIdx="2" presStyleCnt="27"/>
      <dgm:spPr/>
    </dgm:pt>
    <dgm:pt modelId="{03EE0B09-DDE0-4728-8B81-33E45FCCC53B}" type="pres">
      <dgm:prSet presAssocID="{312C6B11-8F76-48BE-A4FB-B470C020C1D7}" presName="connectorText" presStyleLbl="sibTrans1D1" presStyleIdx="2" presStyleCnt="27"/>
      <dgm:spPr/>
    </dgm:pt>
    <dgm:pt modelId="{1C2373E9-B9BA-4E01-9BD1-299A79A33F05}" type="pres">
      <dgm:prSet presAssocID="{B8CEFEE3-9944-4DF5-A520-5927A9FF13A9}" presName="node" presStyleLbl="node1" presStyleIdx="3" presStyleCnt="28">
        <dgm:presLayoutVars>
          <dgm:bulletEnabled val="1"/>
        </dgm:presLayoutVars>
      </dgm:prSet>
      <dgm:spPr/>
    </dgm:pt>
    <dgm:pt modelId="{95CFFBCC-3D60-446F-A25A-B895003B1E04}" type="pres">
      <dgm:prSet presAssocID="{22894D43-8958-480B-BFB6-95CAAF06C736}" presName="sibTrans" presStyleLbl="sibTrans1D1" presStyleIdx="3" presStyleCnt="27"/>
      <dgm:spPr/>
    </dgm:pt>
    <dgm:pt modelId="{E457C2A7-98EB-403D-A3C5-72B775897755}" type="pres">
      <dgm:prSet presAssocID="{22894D43-8958-480B-BFB6-95CAAF06C736}" presName="connectorText" presStyleLbl="sibTrans1D1" presStyleIdx="3" presStyleCnt="27"/>
      <dgm:spPr/>
    </dgm:pt>
    <dgm:pt modelId="{2E274275-279F-40E2-AF4D-4C6B0B5C6CD2}" type="pres">
      <dgm:prSet presAssocID="{E4A26EFC-E2A9-4913-9BF8-BC77EC16800B}" presName="node" presStyleLbl="node1" presStyleIdx="4" presStyleCnt="28">
        <dgm:presLayoutVars>
          <dgm:bulletEnabled val="1"/>
        </dgm:presLayoutVars>
      </dgm:prSet>
      <dgm:spPr/>
    </dgm:pt>
    <dgm:pt modelId="{E5701982-40F8-4687-A0BE-31D92F619491}" type="pres">
      <dgm:prSet presAssocID="{F482ECC1-4748-4FAD-96AF-24C2BC117806}" presName="sibTrans" presStyleLbl="sibTrans1D1" presStyleIdx="4" presStyleCnt="27"/>
      <dgm:spPr/>
    </dgm:pt>
    <dgm:pt modelId="{59A0A1AC-E549-4BA1-91B7-39CB8B51B90B}" type="pres">
      <dgm:prSet presAssocID="{F482ECC1-4748-4FAD-96AF-24C2BC117806}" presName="connectorText" presStyleLbl="sibTrans1D1" presStyleIdx="4" presStyleCnt="27"/>
      <dgm:spPr/>
    </dgm:pt>
    <dgm:pt modelId="{7D5D6FBE-B098-46BD-B4A2-3FCC5FA821BA}" type="pres">
      <dgm:prSet presAssocID="{8257D588-1897-424C-9831-1588E9F9D9CB}" presName="node" presStyleLbl="node1" presStyleIdx="5" presStyleCnt="28">
        <dgm:presLayoutVars>
          <dgm:bulletEnabled val="1"/>
        </dgm:presLayoutVars>
      </dgm:prSet>
      <dgm:spPr/>
    </dgm:pt>
    <dgm:pt modelId="{FD6466CF-5912-4F83-AECE-A50217110213}" type="pres">
      <dgm:prSet presAssocID="{6A0F0A44-0DB0-4EB9-A1DA-D4E51314A4B5}" presName="sibTrans" presStyleLbl="sibTrans1D1" presStyleIdx="5" presStyleCnt="27"/>
      <dgm:spPr/>
    </dgm:pt>
    <dgm:pt modelId="{568CF85D-F79A-49A9-BFA8-BE050C70E4CA}" type="pres">
      <dgm:prSet presAssocID="{6A0F0A44-0DB0-4EB9-A1DA-D4E51314A4B5}" presName="connectorText" presStyleLbl="sibTrans1D1" presStyleIdx="5" presStyleCnt="27"/>
      <dgm:spPr/>
    </dgm:pt>
    <dgm:pt modelId="{4ECE65E7-B8B2-43CE-82C2-BEB325D48945}" type="pres">
      <dgm:prSet presAssocID="{5980B160-1DBC-4055-BF62-C56236B68F55}" presName="node" presStyleLbl="node1" presStyleIdx="6" presStyleCnt="28">
        <dgm:presLayoutVars>
          <dgm:bulletEnabled val="1"/>
        </dgm:presLayoutVars>
      </dgm:prSet>
      <dgm:spPr/>
    </dgm:pt>
    <dgm:pt modelId="{A71279B0-91FD-4872-BE54-E996B60689F6}" type="pres">
      <dgm:prSet presAssocID="{86158EA7-5722-40A9-A896-C59325D06197}" presName="sibTrans" presStyleLbl="sibTrans1D1" presStyleIdx="6" presStyleCnt="27"/>
      <dgm:spPr/>
    </dgm:pt>
    <dgm:pt modelId="{A368A74A-6DA9-49C3-B0AD-56CEB217F782}" type="pres">
      <dgm:prSet presAssocID="{86158EA7-5722-40A9-A896-C59325D06197}" presName="connectorText" presStyleLbl="sibTrans1D1" presStyleIdx="6" presStyleCnt="27"/>
      <dgm:spPr/>
    </dgm:pt>
    <dgm:pt modelId="{966D41B6-9FD4-4DC3-B8A9-CD9D3835BC42}" type="pres">
      <dgm:prSet presAssocID="{753D0F90-501B-411E-8965-4019CD1B5100}" presName="node" presStyleLbl="node1" presStyleIdx="7" presStyleCnt="28">
        <dgm:presLayoutVars>
          <dgm:bulletEnabled val="1"/>
        </dgm:presLayoutVars>
      </dgm:prSet>
      <dgm:spPr/>
    </dgm:pt>
    <dgm:pt modelId="{B1E250E1-20AB-42EE-B601-A4B86AB5419D}" type="pres">
      <dgm:prSet presAssocID="{12E400CF-BE32-4554-AFA3-A85F45058A19}" presName="sibTrans" presStyleLbl="sibTrans1D1" presStyleIdx="7" presStyleCnt="27"/>
      <dgm:spPr/>
    </dgm:pt>
    <dgm:pt modelId="{A46C60CE-898F-4E04-9032-C480FDFB65C6}" type="pres">
      <dgm:prSet presAssocID="{12E400CF-BE32-4554-AFA3-A85F45058A19}" presName="connectorText" presStyleLbl="sibTrans1D1" presStyleIdx="7" presStyleCnt="27"/>
      <dgm:spPr/>
    </dgm:pt>
    <dgm:pt modelId="{AE50AF68-CACF-45AE-A4A1-A0FDBE045E95}" type="pres">
      <dgm:prSet presAssocID="{6FB9A5C6-6429-424E-88F0-CB3A07C5F47C}" presName="node" presStyleLbl="node1" presStyleIdx="8" presStyleCnt="28">
        <dgm:presLayoutVars>
          <dgm:bulletEnabled val="1"/>
        </dgm:presLayoutVars>
      </dgm:prSet>
      <dgm:spPr/>
    </dgm:pt>
    <dgm:pt modelId="{4448F201-A809-4ACC-A81B-2179C8AFA6AF}" type="pres">
      <dgm:prSet presAssocID="{47CF4BBC-DC96-402E-B402-EE7C36C8CD52}" presName="sibTrans" presStyleLbl="sibTrans1D1" presStyleIdx="8" presStyleCnt="27"/>
      <dgm:spPr/>
    </dgm:pt>
    <dgm:pt modelId="{4F2C5F28-2665-4679-9640-84F1A7F35BB4}" type="pres">
      <dgm:prSet presAssocID="{47CF4BBC-DC96-402E-B402-EE7C36C8CD52}" presName="connectorText" presStyleLbl="sibTrans1D1" presStyleIdx="8" presStyleCnt="27"/>
      <dgm:spPr/>
    </dgm:pt>
    <dgm:pt modelId="{75272BB0-95BD-4287-94C1-1B828F3D1DB7}" type="pres">
      <dgm:prSet presAssocID="{F53D6C8D-0FF3-4936-A3DB-9F9C412200A7}" presName="node" presStyleLbl="node1" presStyleIdx="9" presStyleCnt="28">
        <dgm:presLayoutVars>
          <dgm:bulletEnabled val="1"/>
        </dgm:presLayoutVars>
      </dgm:prSet>
      <dgm:spPr/>
    </dgm:pt>
    <dgm:pt modelId="{731D253B-D87E-4AAC-88E6-E59DF6D772FF}" type="pres">
      <dgm:prSet presAssocID="{E807844A-CA2F-4FAF-8426-04C592EDED2A}" presName="sibTrans" presStyleLbl="sibTrans1D1" presStyleIdx="9" presStyleCnt="27"/>
      <dgm:spPr/>
    </dgm:pt>
    <dgm:pt modelId="{D7C89C8D-32AA-4FA4-A68F-CF5C813AA74E}" type="pres">
      <dgm:prSet presAssocID="{E807844A-CA2F-4FAF-8426-04C592EDED2A}" presName="connectorText" presStyleLbl="sibTrans1D1" presStyleIdx="9" presStyleCnt="27"/>
      <dgm:spPr/>
    </dgm:pt>
    <dgm:pt modelId="{B3C1AB8B-F2CA-422A-A9E3-805F55804E6E}" type="pres">
      <dgm:prSet presAssocID="{E30295C9-ECCC-4BBA-9C5F-C4CCF76B8198}" presName="node" presStyleLbl="node1" presStyleIdx="10" presStyleCnt="28">
        <dgm:presLayoutVars>
          <dgm:bulletEnabled val="1"/>
        </dgm:presLayoutVars>
      </dgm:prSet>
      <dgm:spPr/>
    </dgm:pt>
    <dgm:pt modelId="{849404B4-8FA4-4FB8-8625-C82E9D2429A4}" type="pres">
      <dgm:prSet presAssocID="{8106B48E-1C46-4134-9616-16F852F30BB4}" presName="sibTrans" presStyleLbl="sibTrans1D1" presStyleIdx="10" presStyleCnt="27"/>
      <dgm:spPr/>
    </dgm:pt>
    <dgm:pt modelId="{E2BE0630-6BBB-4174-A487-64EF8B96C229}" type="pres">
      <dgm:prSet presAssocID="{8106B48E-1C46-4134-9616-16F852F30BB4}" presName="connectorText" presStyleLbl="sibTrans1D1" presStyleIdx="10" presStyleCnt="27"/>
      <dgm:spPr/>
    </dgm:pt>
    <dgm:pt modelId="{7AEEDE3C-74A2-41FC-B6B5-4B40A422AC00}" type="pres">
      <dgm:prSet presAssocID="{F17FB1AC-BA17-49A5-91BF-1288534CEEDA}" presName="node" presStyleLbl="node1" presStyleIdx="11" presStyleCnt="28">
        <dgm:presLayoutVars>
          <dgm:bulletEnabled val="1"/>
        </dgm:presLayoutVars>
      </dgm:prSet>
      <dgm:spPr/>
    </dgm:pt>
    <dgm:pt modelId="{6D9823D8-710E-467E-B868-10558BBAA2CB}" type="pres">
      <dgm:prSet presAssocID="{E12E5351-CD54-4B6F-96DD-8AE197871B0A}" presName="sibTrans" presStyleLbl="sibTrans1D1" presStyleIdx="11" presStyleCnt="27"/>
      <dgm:spPr/>
    </dgm:pt>
    <dgm:pt modelId="{80CD2E07-3AB6-4504-8921-093CDF453320}" type="pres">
      <dgm:prSet presAssocID="{E12E5351-CD54-4B6F-96DD-8AE197871B0A}" presName="connectorText" presStyleLbl="sibTrans1D1" presStyleIdx="11" presStyleCnt="27"/>
      <dgm:spPr/>
    </dgm:pt>
    <dgm:pt modelId="{F672D4C0-0E21-4D80-B457-E7D7A3379647}" type="pres">
      <dgm:prSet presAssocID="{CB72A307-FCF2-4439-B147-9C2ED73C33DD}" presName="node" presStyleLbl="node1" presStyleIdx="12" presStyleCnt="28">
        <dgm:presLayoutVars>
          <dgm:bulletEnabled val="1"/>
        </dgm:presLayoutVars>
      </dgm:prSet>
      <dgm:spPr/>
    </dgm:pt>
    <dgm:pt modelId="{9212CC10-B78E-4372-855E-48D86AB583B6}" type="pres">
      <dgm:prSet presAssocID="{D37DF02B-2917-4951-9834-0960307A512B}" presName="sibTrans" presStyleLbl="sibTrans1D1" presStyleIdx="12" presStyleCnt="27"/>
      <dgm:spPr/>
    </dgm:pt>
    <dgm:pt modelId="{A3C4A2CF-BF9F-4ED1-A04B-E918FF423576}" type="pres">
      <dgm:prSet presAssocID="{D37DF02B-2917-4951-9834-0960307A512B}" presName="connectorText" presStyleLbl="sibTrans1D1" presStyleIdx="12" presStyleCnt="27"/>
      <dgm:spPr/>
    </dgm:pt>
    <dgm:pt modelId="{8C16E2FD-9813-4475-8FA5-E6B0F9E0A78D}" type="pres">
      <dgm:prSet presAssocID="{C034A247-2A8F-4DA6-8282-0DD0FD576812}" presName="node" presStyleLbl="node1" presStyleIdx="13" presStyleCnt="28">
        <dgm:presLayoutVars>
          <dgm:bulletEnabled val="1"/>
        </dgm:presLayoutVars>
      </dgm:prSet>
      <dgm:spPr/>
    </dgm:pt>
    <dgm:pt modelId="{4DB89A01-355F-4A2B-9B41-7899B2AB3A11}" type="pres">
      <dgm:prSet presAssocID="{1712CBCC-43DB-40B6-8F6A-C8B8E4D69015}" presName="sibTrans" presStyleLbl="sibTrans1D1" presStyleIdx="13" presStyleCnt="27"/>
      <dgm:spPr/>
    </dgm:pt>
    <dgm:pt modelId="{E446D8C1-0A58-4490-BE72-A84EB8F27E0E}" type="pres">
      <dgm:prSet presAssocID="{1712CBCC-43DB-40B6-8F6A-C8B8E4D69015}" presName="connectorText" presStyleLbl="sibTrans1D1" presStyleIdx="13" presStyleCnt="27"/>
      <dgm:spPr/>
    </dgm:pt>
    <dgm:pt modelId="{EF95EC70-1192-457A-8D91-C4526B189F03}" type="pres">
      <dgm:prSet presAssocID="{C21E9E75-641C-4F16-89FA-BB96EFD9460D}" presName="node" presStyleLbl="node1" presStyleIdx="14" presStyleCnt="28">
        <dgm:presLayoutVars>
          <dgm:bulletEnabled val="1"/>
        </dgm:presLayoutVars>
      </dgm:prSet>
      <dgm:spPr/>
    </dgm:pt>
    <dgm:pt modelId="{8D373DB3-7520-4707-A86E-1F35B3077FCD}" type="pres">
      <dgm:prSet presAssocID="{0BB10618-07C4-4CEC-9B2A-7813DAA92515}" presName="sibTrans" presStyleLbl="sibTrans1D1" presStyleIdx="14" presStyleCnt="27"/>
      <dgm:spPr/>
    </dgm:pt>
    <dgm:pt modelId="{6D46734A-8042-475B-9F55-A8A744D41A37}" type="pres">
      <dgm:prSet presAssocID="{0BB10618-07C4-4CEC-9B2A-7813DAA92515}" presName="connectorText" presStyleLbl="sibTrans1D1" presStyleIdx="14" presStyleCnt="27"/>
      <dgm:spPr/>
    </dgm:pt>
    <dgm:pt modelId="{2A76B84B-CFA3-44DA-8744-022D164688DB}" type="pres">
      <dgm:prSet presAssocID="{C8B66170-6A4F-4160-83EC-23C89AF02421}" presName="node" presStyleLbl="node1" presStyleIdx="15" presStyleCnt="28">
        <dgm:presLayoutVars>
          <dgm:bulletEnabled val="1"/>
        </dgm:presLayoutVars>
      </dgm:prSet>
      <dgm:spPr/>
    </dgm:pt>
    <dgm:pt modelId="{A8AC569D-15EA-4CAE-962D-CBF6D71F9D9B}" type="pres">
      <dgm:prSet presAssocID="{A279D397-3BE2-4B4E-AFED-A8598757F763}" presName="sibTrans" presStyleLbl="sibTrans1D1" presStyleIdx="15" presStyleCnt="27"/>
      <dgm:spPr/>
    </dgm:pt>
    <dgm:pt modelId="{32F735DE-1987-4547-91C0-0D5E643AF1F3}" type="pres">
      <dgm:prSet presAssocID="{A279D397-3BE2-4B4E-AFED-A8598757F763}" presName="connectorText" presStyleLbl="sibTrans1D1" presStyleIdx="15" presStyleCnt="27"/>
      <dgm:spPr/>
    </dgm:pt>
    <dgm:pt modelId="{13FE4F21-F5FE-4B96-846E-44B9252EC404}" type="pres">
      <dgm:prSet presAssocID="{AA03AA72-2CCB-4534-89DE-8F8DF46A2F40}" presName="node" presStyleLbl="node1" presStyleIdx="16" presStyleCnt="28">
        <dgm:presLayoutVars>
          <dgm:bulletEnabled val="1"/>
        </dgm:presLayoutVars>
      </dgm:prSet>
      <dgm:spPr/>
    </dgm:pt>
    <dgm:pt modelId="{FDA0D42C-6164-4A7C-90F8-74B50DA7F64C}" type="pres">
      <dgm:prSet presAssocID="{7C760E63-CCF5-4BE4-B5A3-EAF550463638}" presName="sibTrans" presStyleLbl="sibTrans1D1" presStyleIdx="16" presStyleCnt="27"/>
      <dgm:spPr/>
    </dgm:pt>
    <dgm:pt modelId="{81D68A2E-39EA-46CE-A5D2-4A7DB6F80741}" type="pres">
      <dgm:prSet presAssocID="{7C760E63-CCF5-4BE4-B5A3-EAF550463638}" presName="connectorText" presStyleLbl="sibTrans1D1" presStyleIdx="16" presStyleCnt="27"/>
      <dgm:spPr/>
    </dgm:pt>
    <dgm:pt modelId="{5BA22964-980C-4D59-AED4-0A2BD94FB940}" type="pres">
      <dgm:prSet presAssocID="{70CE89C8-3403-4758-8D32-F5CD8AADBE96}" presName="node" presStyleLbl="node1" presStyleIdx="17" presStyleCnt="28">
        <dgm:presLayoutVars>
          <dgm:bulletEnabled val="1"/>
        </dgm:presLayoutVars>
      </dgm:prSet>
      <dgm:spPr/>
    </dgm:pt>
    <dgm:pt modelId="{FE328CC7-CE61-4873-B172-C1B8A093D997}" type="pres">
      <dgm:prSet presAssocID="{B7062899-D82D-444E-943E-E9B605024F8F}" presName="sibTrans" presStyleLbl="sibTrans1D1" presStyleIdx="17" presStyleCnt="27"/>
      <dgm:spPr/>
    </dgm:pt>
    <dgm:pt modelId="{98E0CFD7-4D29-45D1-A02A-1914243DC134}" type="pres">
      <dgm:prSet presAssocID="{B7062899-D82D-444E-943E-E9B605024F8F}" presName="connectorText" presStyleLbl="sibTrans1D1" presStyleIdx="17" presStyleCnt="27"/>
      <dgm:spPr/>
    </dgm:pt>
    <dgm:pt modelId="{863E3B34-25DB-4CCA-83F6-DF6272CCAFF6}" type="pres">
      <dgm:prSet presAssocID="{0B787AF9-4ED2-4967-A08E-32DD7712265B}" presName="node" presStyleLbl="node1" presStyleIdx="18" presStyleCnt="28">
        <dgm:presLayoutVars>
          <dgm:bulletEnabled val="1"/>
        </dgm:presLayoutVars>
      </dgm:prSet>
      <dgm:spPr/>
    </dgm:pt>
    <dgm:pt modelId="{0730EEA2-09AF-4FFC-BF9D-589E6CC24D39}" type="pres">
      <dgm:prSet presAssocID="{E6F7C2BD-7FA1-4E7F-99F7-9789BC2CD5F6}" presName="sibTrans" presStyleLbl="sibTrans1D1" presStyleIdx="18" presStyleCnt="27"/>
      <dgm:spPr/>
    </dgm:pt>
    <dgm:pt modelId="{82218A60-A5AF-45D8-8BCF-FB3AB0F9B9B1}" type="pres">
      <dgm:prSet presAssocID="{E6F7C2BD-7FA1-4E7F-99F7-9789BC2CD5F6}" presName="connectorText" presStyleLbl="sibTrans1D1" presStyleIdx="18" presStyleCnt="27"/>
      <dgm:spPr/>
    </dgm:pt>
    <dgm:pt modelId="{22A0C6A7-6E15-4F41-9913-A2080408E4A9}" type="pres">
      <dgm:prSet presAssocID="{2C720791-EB37-4792-88BD-3E7B6AC90A75}" presName="node" presStyleLbl="node1" presStyleIdx="19" presStyleCnt="28">
        <dgm:presLayoutVars>
          <dgm:bulletEnabled val="1"/>
        </dgm:presLayoutVars>
      </dgm:prSet>
      <dgm:spPr/>
    </dgm:pt>
    <dgm:pt modelId="{677E01A0-AE09-44C4-B705-9EC4E60821D3}" type="pres">
      <dgm:prSet presAssocID="{01871FAE-32E3-42A6-9E72-F274F2193803}" presName="sibTrans" presStyleLbl="sibTrans1D1" presStyleIdx="19" presStyleCnt="27"/>
      <dgm:spPr/>
    </dgm:pt>
    <dgm:pt modelId="{BADC97E2-8FE5-4050-AF84-426429616F31}" type="pres">
      <dgm:prSet presAssocID="{01871FAE-32E3-42A6-9E72-F274F2193803}" presName="connectorText" presStyleLbl="sibTrans1D1" presStyleIdx="19" presStyleCnt="27"/>
      <dgm:spPr/>
    </dgm:pt>
    <dgm:pt modelId="{B8C15985-7CCA-4021-AA70-697A84E1BC59}" type="pres">
      <dgm:prSet presAssocID="{D2AD6EF0-6241-4C01-AA75-364AD1EDC5B2}" presName="node" presStyleLbl="node1" presStyleIdx="20" presStyleCnt="28">
        <dgm:presLayoutVars>
          <dgm:bulletEnabled val="1"/>
        </dgm:presLayoutVars>
      </dgm:prSet>
      <dgm:spPr/>
    </dgm:pt>
    <dgm:pt modelId="{BB754C06-E875-4954-BB27-1A1A58228EC6}" type="pres">
      <dgm:prSet presAssocID="{3CAF4F50-8C2B-477D-BBFF-0BCF82B7C0FC}" presName="sibTrans" presStyleLbl="sibTrans1D1" presStyleIdx="20" presStyleCnt="27"/>
      <dgm:spPr/>
    </dgm:pt>
    <dgm:pt modelId="{49A08A04-99B8-48BB-8DB0-663B2DA19A9A}" type="pres">
      <dgm:prSet presAssocID="{3CAF4F50-8C2B-477D-BBFF-0BCF82B7C0FC}" presName="connectorText" presStyleLbl="sibTrans1D1" presStyleIdx="20" presStyleCnt="27"/>
      <dgm:spPr/>
    </dgm:pt>
    <dgm:pt modelId="{EAFFD13F-CBA6-416B-9460-6EE54B0D4313}" type="pres">
      <dgm:prSet presAssocID="{6BE454A2-5DAF-455D-ABCD-4E8294E2866B}" presName="node" presStyleLbl="node1" presStyleIdx="21" presStyleCnt="28">
        <dgm:presLayoutVars>
          <dgm:bulletEnabled val="1"/>
        </dgm:presLayoutVars>
      </dgm:prSet>
      <dgm:spPr/>
    </dgm:pt>
    <dgm:pt modelId="{D834D719-C5FE-47DB-82A2-61D6435CFFEF}" type="pres">
      <dgm:prSet presAssocID="{C8A7CABC-E057-4521-AAF2-844AB829F1D7}" presName="sibTrans" presStyleLbl="sibTrans1D1" presStyleIdx="21" presStyleCnt="27"/>
      <dgm:spPr/>
    </dgm:pt>
    <dgm:pt modelId="{21243846-283D-4C91-A7D4-67C8F9A2A39D}" type="pres">
      <dgm:prSet presAssocID="{C8A7CABC-E057-4521-AAF2-844AB829F1D7}" presName="connectorText" presStyleLbl="sibTrans1D1" presStyleIdx="21" presStyleCnt="27"/>
      <dgm:spPr/>
    </dgm:pt>
    <dgm:pt modelId="{77F96ACA-317F-4046-95D3-B9AEE992D87F}" type="pres">
      <dgm:prSet presAssocID="{73939A15-EF66-44A7-A9AC-52291DC15F66}" presName="node" presStyleLbl="node1" presStyleIdx="22" presStyleCnt="28">
        <dgm:presLayoutVars>
          <dgm:bulletEnabled val="1"/>
        </dgm:presLayoutVars>
      </dgm:prSet>
      <dgm:spPr/>
    </dgm:pt>
    <dgm:pt modelId="{01700111-911B-42EC-BCDD-8D2D5DAFA364}" type="pres">
      <dgm:prSet presAssocID="{A2D8B8E2-BF2B-4E72-9E2D-F66EB2A645FC}" presName="sibTrans" presStyleLbl="sibTrans1D1" presStyleIdx="22" presStyleCnt="27"/>
      <dgm:spPr/>
    </dgm:pt>
    <dgm:pt modelId="{34524124-CADE-4954-9312-DEA5606609F1}" type="pres">
      <dgm:prSet presAssocID="{A2D8B8E2-BF2B-4E72-9E2D-F66EB2A645FC}" presName="connectorText" presStyleLbl="sibTrans1D1" presStyleIdx="22" presStyleCnt="27"/>
      <dgm:spPr/>
    </dgm:pt>
    <dgm:pt modelId="{D7D1929F-DD9B-4840-BA08-0037399C120A}" type="pres">
      <dgm:prSet presAssocID="{D1574EB2-1A54-4CA9-A92C-44305E996E0A}" presName="node" presStyleLbl="node1" presStyleIdx="23" presStyleCnt="28">
        <dgm:presLayoutVars>
          <dgm:bulletEnabled val="1"/>
        </dgm:presLayoutVars>
      </dgm:prSet>
      <dgm:spPr/>
    </dgm:pt>
    <dgm:pt modelId="{D0A1C659-C31D-4379-894A-C71B596A242C}" type="pres">
      <dgm:prSet presAssocID="{4DC96330-8A36-48E0-B98D-51D63C040417}" presName="sibTrans" presStyleLbl="sibTrans1D1" presStyleIdx="23" presStyleCnt="27"/>
      <dgm:spPr/>
    </dgm:pt>
    <dgm:pt modelId="{8FF5E2C7-08D1-4E8C-B163-2C64F214B982}" type="pres">
      <dgm:prSet presAssocID="{4DC96330-8A36-48E0-B98D-51D63C040417}" presName="connectorText" presStyleLbl="sibTrans1D1" presStyleIdx="23" presStyleCnt="27"/>
      <dgm:spPr/>
    </dgm:pt>
    <dgm:pt modelId="{AAB4E942-0668-43E8-941F-7A4E6836259F}" type="pres">
      <dgm:prSet presAssocID="{9C834BC6-C2BD-4535-9DD9-C919DB79520B}" presName="node" presStyleLbl="node1" presStyleIdx="24" presStyleCnt="28">
        <dgm:presLayoutVars>
          <dgm:bulletEnabled val="1"/>
        </dgm:presLayoutVars>
      </dgm:prSet>
      <dgm:spPr/>
    </dgm:pt>
    <dgm:pt modelId="{47803355-406A-4DE0-9F83-A9DF2F8EE0F9}" type="pres">
      <dgm:prSet presAssocID="{006E0E95-4625-45B6-B52A-ABEE89172A0E}" presName="sibTrans" presStyleLbl="sibTrans1D1" presStyleIdx="24" presStyleCnt="27"/>
      <dgm:spPr/>
    </dgm:pt>
    <dgm:pt modelId="{8C426CDF-A5C4-4FE9-AD92-6742548E3938}" type="pres">
      <dgm:prSet presAssocID="{006E0E95-4625-45B6-B52A-ABEE89172A0E}" presName="connectorText" presStyleLbl="sibTrans1D1" presStyleIdx="24" presStyleCnt="27"/>
      <dgm:spPr/>
    </dgm:pt>
    <dgm:pt modelId="{B1A3EB5E-CB2D-4159-8C38-8CADCC80C67D}" type="pres">
      <dgm:prSet presAssocID="{E155CC50-90E3-4366-9ED1-CF6F7C1A8D2B}" presName="node" presStyleLbl="node1" presStyleIdx="25" presStyleCnt="28">
        <dgm:presLayoutVars>
          <dgm:bulletEnabled val="1"/>
        </dgm:presLayoutVars>
      </dgm:prSet>
      <dgm:spPr/>
    </dgm:pt>
    <dgm:pt modelId="{AA368BFD-6C82-473B-B711-5984CECADFD9}" type="pres">
      <dgm:prSet presAssocID="{36C97DFA-197E-407B-B883-3544A99BDA97}" presName="sibTrans" presStyleLbl="sibTrans1D1" presStyleIdx="25" presStyleCnt="27"/>
      <dgm:spPr/>
    </dgm:pt>
    <dgm:pt modelId="{D27A2A68-7EDC-4D68-A7F4-14848671C2BA}" type="pres">
      <dgm:prSet presAssocID="{36C97DFA-197E-407B-B883-3544A99BDA97}" presName="connectorText" presStyleLbl="sibTrans1D1" presStyleIdx="25" presStyleCnt="27"/>
      <dgm:spPr/>
    </dgm:pt>
    <dgm:pt modelId="{952E826F-7851-4F7C-88E4-8F01A05BEF5E}" type="pres">
      <dgm:prSet presAssocID="{CB93CD78-D8D3-4B3A-A39A-A5412D156BBF}" presName="node" presStyleLbl="node1" presStyleIdx="26" presStyleCnt="28">
        <dgm:presLayoutVars>
          <dgm:bulletEnabled val="1"/>
        </dgm:presLayoutVars>
      </dgm:prSet>
      <dgm:spPr/>
    </dgm:pt>
    <dgm:pt modelId="{49384FA1-B6ED-4512-8929-3CC10F7930AC}" type="pres">
      <dgm:prSet presAssocID="{28CFF317-DC71-4911-83E9-160D64D9A853}" presName="sibTrans" presStyleLbl="sibTrans1D1" presStyleIdx="26" presStyleCnt="27"/>
      <dgm:spPr/>
    </dgm:pt>
    <dgm:pt modelId="{8C0D365D-723D-4E3D-83DD-71C59695E3DD}" type="pres">
      <dgm:prSet presAssocID="{28CFF317-DC71-4911-83E9-160D64D9A853}" presName="connectorText" presStyleLbl="sibTrans1D1" presStyleIdx="26" presStyleCnt="27"/>
      <dgm:spPr/>
    </dgm:pt>
    <dgm:pt modelId="{C01BBEEE-C660-43E8-9FA0-42CECDAE25DB}" type="pres">
      <dgm:prSet presAssocID="{4A236221-5AF7-4D5A-832A-6F6128087BBC}" presName="node" presStyleLbl="node1" presStyleIdx="27" presStyleCnt="28">
        <dgm:presLayoutVars>
          <dgm:bulletEnabled val="1"/>
        </dgm:presLayoutVars>
      </dgm:prSet>
      <dgm:spPr/>
    </dgm:pt>
  </dgm:ptLst>
  <dgm:cxnLst>
    <dgm:cxn modelId="{0DADA400-CFF9-41BC-A286-143BCA9F59B3}" type="presOf" srcId="{E12E5351-CD54-4B6F-96DD-8AE197871B0A}" destId="{80CD2E07-3AB6-4504-8921-093CDF453320}" srcOrd="1" destOrd="0" presId="urn:microsoft.com/office/officeart/2016/7/layout/RepeatingBendingProcessNew"/>
    <dgm:cxn modelId="{8E231D02-DD37-4989-95C0-E13C5BBB3B15}" type="presOf" srcId="{E30295C9-ECCC-4BBA-9C5F-C4CCF76B8198}" destId="{B3C1AB8B-F2CA-422A-A9E3-805F55804E6E}" srcOrd="0" destOrd="0" presId="urn:microsoft.com/office/officeart/2016/7/layout/RepeatingBendingProcessNew"/>
    <dgm:cxn modelId="{9F7F3C02-3A62-4650-BFAE-6E50DCBB97C5}" type="presOf" srcId="{22894D43-8958-480B-BFB6-95CAAF06C736}" destId="{E457C2A7-98EB-403D-A3C5-72B775897755}" srcOrd="1" destOrd="0" presId="urn:microsoft.com/office/officeart/2016/7/layout/RepeatingBendingProcessNew"/>
    <dgm:cxn modelId="{F0E04602-73B1-4D42-8595-BFD937FDEB40}" type="presOf" srcId="{F17FB1AC-BA17-49A5-91BF-1288534CEEDA}" destId="{7AEEDE3C-74A2-41FC-B6B5-4B40A422AC00}" srcOrd="0" destOrd="0" presId="urn:microsoft.com/office/officeart/2016/7/layout/RepeatingBendingProcessNew"/>
    <dgm:cxn modelId="{AEDD4905-3A8C-427E-9EA4-23B9C894B51D}" type="presOf" srcId="{B7062899-D82D-444E-943E-E9B605024F8F}" destId="{98E0CFD7-4D29-45D1-A02A-1914243DC134}" srcOrd="1" destOrd="0" presId="urn:microsoft.com/office/officeart/2016/7/layout/RepeatingBendingProcessNew"/>
    <dgm:cxn modelId="{AAD59D05-3097-458F-A33B-C34EDADECE49}" srcId="{D570DAB9-474B-408B-B744-5C9F7F0F8394}" destId="{AA03AA72-2CCB-4534-89DE-8F8DF46A2F40}" srcOrd="16" destOrd="0" parTransId="{31F897C3-AF28-49CE-8F0C-7597AF8AAA9F}" sibTransId="{7C760E63-CCF5-4BE4-B5A3-EAF550463638}"/>
    <dgm:cxn modelId="{A123D009-3D89-43B8-B8CA-647B3F7C17F6}" type="presOf" srcId="{0BB10618-07C4-4CEC-9B2A-7813DAA92515}" destId="{8D373DB3-7520-4707-A86E-1F35B3077FCD}" srcOrd="0" destOrd="0" presId="urn:microsoft.com/office/officeart/2016/7/layout/RepeatingBendingProcessNew"/>
    <dgm:cxn modelId="{390D100D-6A0E-4BD9-8B82-EA6DB51B02B4}" type="presOf" srcId="{F53D6C8D-0FF3-4936-A3DB-9F9C412200A7}" destId="{75272BB0-95BD-4287-94C1-1B828F3D1DB7}" srcOrd="0" destOrd="0" presId="urn:microsoft.com/office/officeart/2016/7/layout/RepeatingBendingProcessNew"/>
    <dgm:cxn modelId="{ED494A10-6F38-468C-BE46-3C68648DDEE5}" type="presOf" srcId="{A279D397-3BE2-4B4E-AFED-A8598757F763}" destId="{32F735DE-1987-4547-91C0-0D5E643AF1F3}" srcOrd="1" destOrd="0" presId="urn:microsoft.com/office/officeart/2016/7/layout/RepeatingBendingProcessNew"/>
    <dgm:cxn modelId="{75709E10-1EA8-4C7C-A7B9-98BF1594191A}" srcId="{D570DAB9-474B-408B-B744-5C9F7F0F8394}" destId="{73939A15-EF66-44A7-A9AC-52291DC15F66}" srcOrd="22" destOrd="0" parTransId="{4DFD1DA4-1FBE-4F82-9B02-E0484F225E30}" sibTransId="{A2D8B8E2-BF2B-4E72-9E2D-F66EB2A645FC}"/>
    <dgm:cxn modelId="{EFE7D211-9595-4BE1-BE05-336A80C46648}" srcId="{D570DAB9-474B-408B-B744-5C9F7F0F8394}" destId="{2C720791-EB37-4792-88BD-3E7B6AC90A75}" srcOrd="19" destOrd="0" parTransId="{49FDA34A-9A1E-4FF1-8730-8803F816FB41}" sibTransId="{01871FAE-32E3-42A6-9E72-F274F2193803}"/>
    <dgm:cxn modelId="{66136815-B346-49B5-94C2-B4F91BD53514}" type="presOf" srcId="{C8A7CABC-E057-4521-AAF2-844AB829F1D7}" destId="{D834D719-C5FE-47DB-82A2-61D6435CFFEF}" srcOrd="0" destOrd="0" presId="urn:microsoft.com/office/officeart/2016/7/layout/RepeatingBendingProcessNew"/>
    <dgm:cxn modelId="{00E57B16-DB06-4775-939D-D5722203FC69}" type="presOf" srcId="{E6F7C2BD-7FA1-4E7F-99F7-9789BC2CD5F6}" destId="{82218A60-A5AF-45D8-8BCF-FB3AB0F9B9B1}" srcOrd="1" destOrd="0" presId="urn:microsoft.com/office/officeart/2016/7/layout/RepeatingBendingProcessNew"/>
    <dgm:cxn modelId="{03151817-1398-4682-9638-4C3D4358F8A5}" srcId="{D570DAB9-474B-408B-B744-5C9F7F0F8394}" destId="{B8CEFEE3-9944-4DF5-A520-5927A9FF13A9}" srcOrd="3" destOrd="0" parTransId="{071B1AAE-4E1F-4365-9851-9472E5A9CAFD}" sibTransId="{22894D43-8958-480B-BFB6-95CAAF06C736}"/>
    <dgm:cxn modelId="{64174317-1E88-42CC-A75A-D145E7AA8214}" type="presOf" srcId="{C21E9E75-641C-4F16-89FA-BB96EFD9460D}" destId="{EF95EC70-1192-457A-8D91-C4526B189F03}" srcOrd="0" destOrd="0" presId="urn:microsoft.com/office/officeart/2016/7/layout/RepeatingBendingProcessNew"/>
    <dgm:cxn modelId="{7180621F-50D3-41A1-85C3-817E90DB82F5}" srcId="{D570DAB9-474B-408B-B744-5C9F7F0F8394}" destId="{70CE89C8-3403-4758-8D32-F5CD8AADBE96}" srcOrd="17" destOrd="0" parTransId="{CCA05187-69AB-4E24-AAA7-D07E7EAE89A1}" sibTransId="{B7062899-D82D-444E-943E-E9B605024F8F}"/>
    <dgm:cxn modelId="{06EB2C21-A79E-41C2-9739-716FFE3C8BB5}" type="presOf" srcId="{E807844A-CA2F-4FAF-8426-04C592EDED2A}" destId="{D7C89C8D-32AA-4FA4-A68F-CF5C813AA74E}" srcOrd="1" destOrd="0" presId="urn:microsoft.com/office/officeart/2016/7/layout/RepeatingBendingProcessNew"/>
    <dgm:cxn modelId="{37C35023-BDEE-4311-8162-A529E508C3FE}" type="presOf" srcId="{F482ECC1-4748-4FAD-96AF-24C2BC117806}" destId="{E5701982-40F8-4687-A0BE-31D92F619491}" srcOrd="0" destOrd="0" presId="urn:microsoft.com/office/officeart/2016/7/layout/RepeatingBendingProcessNew"/>
    <dgm:cxn modelId="{21E97725-569C-4D93-BE71-BC7DB8F7D070}" type="presOf" srcId="{8257D588-1897-424C-9831-1588E9F9D9CB}" destId="{7D5D6FBE-B098-46BD-B4A2-3FCC5FA821BA}" srcOrd="0" destOrd="0" presId="urn:microsoft.com/office/officeart/2016/7/layout/RepeatingBendingProcessNew"/>
    <dgm:cxn modelId="{4890D725-EE84-4584-8D72-26130E3923D3}" type="presOf" srcId="{4A236221-5AF7-4D5A-832A-6F6128087BBC}" destId="{C01BBEEE-C660-43E8-9FA0-42CECDAE25DB}" srcOrd="0" destOrd="0" presId="urn:microsoft.com/office/officeart/2016/7/layout/RepeatingBendingProcessNew"/>
    <dgm:cxn modelId="{A8272628-C81A-40A6-9DD5-8F685D519FBA}" type="presOf" srcId="{0698A27D-20BC-4F35-8CE0-B5FA9AC1D514}" destId="{62D4FF44-71BB-4EF4-8B84-8F09D129D205}" srcOrd="0" destOrd="0" presId="urn:microsoft.com/office/officeart/2016/7/layout/RepeatingBendingProcessNew"/>
    <dgm:cxn modelId="{DE823A29-8D7A-4D3F-8955-DC575C996CBF}" type="presOf" srcId="{47CF4BBC-DC96-402E-B402-EE7C36C8CD52}" destId="{4448F201-A809-4ACC-A81B-2179C8AFA6AF}" srcOrd="0" destOrd="0" presId="urn:microsoft.com/office/officeart/2016/7/layout/RepeatingBendingProcessNew"/>
    <dgm:cxn modelId="{AD7CBE2C-B04C-4974-859D-855D22F32CC3}" type="presOf" srcId="{C034A247-2A8F-4DA6-8282-0DD0FD576812}" destId="{8C16E2FD-9813-4475-8FA5-E6B0F9E0A78D}" srcOrd="0" destOrd="0" presId="urn:microsoft.com/office/officeart/2016/7/layout/RepeatingBendingProcessNew"/>
    <dgm:cxn modelId="{0995D52D-9F6A-4DB6-B31F-A8A616926EE7}" type="presOf" srcId="{006E0E95-4625-45B6-B52A-ABEE89172A0E}" destId="{47803355-406A-4DE0-9F83-A9DF2F8EE0F9}" srcOrd="0" destOrd="0" presId="urn:microsoft.com/office/officeart/2016/7/layout/RepeatingBendingProcessNew"/>
    <dgm:cxn modelId="{19E4FC32-6CED-46F7-9790-A2EB26E7D77D}" srcId="{D570DAB9-474B-408B-B744-5C9F7F0F8394}" destId="{6FB9A5C6-6429-424E-88F0-CB3A07C5F47C}" srcOrd="8" destOrd="0" parTransId="{52AD8374-84DF-4F44-9879-B6724FCDDD29}" sibTransId="{47CF4BBC-DC96-402E-B402-EE7C36C8CD52}"/>
    <dgm:cxn modelId="{18968E33-798A-4406-A100-E4D9A631B9F5}" type="presOf" srcId="{0B787AF9-4ED2-4967-A08E-32DD7712265B}" destId="{863E3B34-25DB-4CCA-83F6-DF6272CCAFF6}" srcOrd="0" destOrd="0" presId="urn:microsoft.com/office/officeart/2016/7/layout/RepeatingBendingProcessNew"/>
    <dgm:cxn modelId="{1C885438-D571-48F2-AD75-F97291DCAD1A}" srcId="{D570DAB9-474B-408B-B744-5C9F7F0F8394}" destId="{9C834BC6-C2BD-4535-9DD9-C919DB79520B}" srcOrd="24" destOrd="0" parTransId="{11FBB3A7-A82D-4660-806F-EF6DBF46928F}" sibTransId="{006E0E95-4625-45B6-B52A-ABEE89172A0E}"/>
    <dgm:cxn modelId="{87791F39-5A29-44A4-9EA7-DFD06B0CD788}" srcId="{D570DAB9-474B-408B-B744-5C9F7F0F8394}" destId="{C8B66170-6A4F-4160-83EC-23C89AF02421}" srcOrd="15" destOrd="0" parTransId="{E5D558EA-CF02-450D-A360-83D92124BF2D}" sibTransId="{A279D397-3BE2-4B4E-AFED-A8598757F763}"/>
    <dgm:cxn modelId="{58BBEE3C-F716-4DF1-A784-77544A9D05B3}" type="presOf" srcId="{CE20F345-3B34-4CB3-B025-C5920D264FE6}" destId="{0FEDD489-29DC-4673-B6F9-01DA39A6322E}" srcOrd="1" destOrd="0" presId="urn:microsoft.com/office/officeart/2016/7/layout/RepeatingBendingProcessNew"/>
    <dgm:cxn modelId="{62643E3D-A5EF-4A55-BAEC-BF175210653E}" type="presOf" srcId="{C8B66170-6A4F-4160-83EC-23C89AF02421}" destId="{2A76B84B-CFA3-44DA-8744-022D164688DB}" srcOrd="0" destOrd="0" presId="urn:microsoft.com/office/officeart/2016/7/layout/RepeatingBendingProcessNew"/>
    <dgm:cxn modelId="{9B6F003E-04A1-4F5D-B2AD-8339D7415EC4}" type="presOf" srcId="{D37DF02B-2917-4951-9834-0960307A512B}" destId="{9212CC10-B78E-4372-855E-48D86AB583B6}" srcOrd="0" destOrd="0" presId="urn:microsoft.com/office/officeart/2016/7/layout/RepeatingBendingProcessNew"/>
    <dgm:cxn modelId="{84C56A5E-D16F-4B26-BAB8-D633130808AD}" type="presOf" srcId="{D2AD6EF0-6241-4C01-AA75-364AD1EDC5B2}" destId="{B8C15985-7CCA-4021-AA70-697A84E1BC59}" srcOrd="0" destOrd="0" presId="urn:microsoft.com/office/officeart/2016/7/layout/RepeatingBendingProcessNew"/>
    <dgm:cxn modelId="{4CF78B60-68A6-4B4F-A08F-C3DA4C96A1F2}" type="presOf" srcId="{3CAF4F50-8C2B-477D-BBFF-0BCF82B7C0FC}" destId="{49A08A04-99B8-48BB-8DB0-663B2DA19A9A}" srcOrd="1" destOrd="0" presId="urn:microsoft.com/office/officeart/2016/7/layout/RepeatingBendingProcessNew"/>
    <dgm:cxn modelId="{71EA3B61-A233-4469-BAF5-811443719958}" type="presOf" srcId="{01871FAE-32E3-42A6-9E72-F274F2193803}" destId="{BADC97E2-8FE5-4050-AF84-426429616F31}" srcOrd="1" destOrd="0" presId="urn:microsoft.com/office/officeart/2016/7/layout/RepeatingBendingProcessNew"/>
    <dgm:cxn modelId="{7A24DE41-EDAC-4452-8362-6250BE2B6AC3}" type="presOf" srcId="{312C6B11-8F76-48BE-A4FB-B470C020C1D7}" destId="{FFA277E7-165C-4D38-83D1-5FB49F5E8C29}" srcOrd="0" destOrd="0" presId="urn:microsoft.com/office/officeart/2016/7/layout/RepeatingBendingProcessNew"/>
    <dgm:cxn modelId="{94F65642-B2FF-463C-A655-D9C8C36A9874}" srcId="{D570DAB9-474B-408B-B744-5C9F7F0F8394}" destId="{5980B160-1DBC-4055-BF62-C56236B68F55}" srcOrd="6" destOrd="0" parTransId="{E3F60754-CB45-4484-9F50-C07D8ABF2F3A}" sibTransId="{86158EA7-5722-40A9-A896-C59325D06197}"/>
    <dgm:cxn modelId="{291FA244-690C-4C61-8BA7-F1AE32E4C7A6}" srcId="{D570DAB9-474B-408B-B744-5C9F7F0F8394}" destId="{4A236221-5AF7-4D5A-832A-6F6128087BBC}" srcOrd="27" destOrd="0" parTransId="{9F697945-8587-4FDB-A58E-144E6496A810}" sibTransId="{50EB3118-B7F1-490F-A3F4-9C4B02A872E9}"/>
    <dgm:cxn modelId="{D518B244-8DCD-4E54-AFF3-E34DB796EFE2}" type="presOf" srcId="{7F18229F-1467-41B2-BBA2-0C7FC5A9CEC2}" destId="{FAC4A44D-3CE5-4A98-AF5A-0312934152C4}" srcOrd="1" destOrd="0" presId="urn:microsoft.com/office/officeart/2016/7/layout/RepeatingBendingProcessNew"/>
    <dgm:cxn modelId="{34D39966-0E0B-41EC-8A1E-6A49ED0884E3}" type="presOf" srcId="{6FB9A5C6-6429-424E-88F0-CB3A07C5F47C}" destId="{AE50AF68-CACF-45AE-A4A1-A0FDBE045E95}" srcOrd="0" destOrd="0" presId="urn:microsoft.com/office/officeart/2016/7/layout/RepeatingBendingProcessNew"/>
    <dgm:cxn modelId="{5520DE67-98B8-43A1-85FC-5A335D11789D}" type="presOf" srcId="{8106B48E-1C46-4134-9616-16F852F30BB4}" destId="{849404B4-8FA4-4FB8-8625-C82E9D2429A4}" srcOrd="0" destOrd="0" presId="urn:microsoft.com/office/officeart/2016/7/layout/RepeatingBendingProcessNew"/>
    <dgm:cxn modelId="{2A6CF967-6063-4612-A990-AFE09504EE97}" srcId="{D570DAB9-474B-408B-B744-5C9F7F0F8394}" destId="{753D0F90-501B-411E-8965-4019CD1B5100}" srcOrd="7" destOrd="0" parTransId="{E932BECB-8234-4E8E-A8E8-ACD03FCA1CD7}" sibTransId="{12E400CF-BE32-4554-AFA3-A85F45058A19}"/>
    <dgm:cxn modelId="{422F1048-FA4A-4760-96C2-96DA0EC01136}" type="presOf" srcId="{F482ECC1-4748-4FAD-96AF-24C2BC117806}" destId="{59A0A1AC-E549-4BA1-91B7-39CB8B51B90B}" srcOrd="1" destOrd="0" presId="urn:microsoft.com/office/officeart/2016/7/layout/RepeatingBendingProcessNew"/>
    <dgm:cxn modelId="{27E6A148-4276-4F45-BBAB-5DDD676536B4}" type="presOf" srcId="{C8A7CABC-E057-4521-AAF2-844AB829F1D7}" destId="{21243846-283D-4C91-A7D4-67C8F9A2A39D}" srcOrd="1" destOrd="0" presId="urn:microsoft.com/office/officeart/2016/7/layout/RepeatingBendingProcessNew"/>
    <dgm:cxn modelId="{9C45A649-A171-4E66-A50D-BBE365355865}" type="presOf" srcId="{6A0F0A44-0DB0-4EB9-A1DA-D4E51314A4B5}" destId="{FD6466CF-5912-4F83-AECE-A50217110213}" srcOrd="0" destOrd="0" presId="urn:microsoft.com/office/officeart/2016/7/layout/RepeatingBendingProcessNew"/>
    <dgm:cxn modelId="{8C72916A-B6AC-48C9-9D79-0BDA793265AF}" type="presOf" srcId="{E807844A-CA2F-4FAF-8426-04C592EDED2A}" destId="{731D253B-D87E-4AAC-88E6-E59DF6D772FF}" srcOrd="0" destOrd="0" presId="urn:microsoft.com/office/officeart/2016/7/layout/RepeatingBendingProcessNew"/>
    <dgm:cxn modelId="{0624726B-C75F-4AEA-94BD-BF037779E9F5}" type="presOf" srcId="{28CFF317-DC71-4911-83E9-160D64D9A853}" destId="{49384FA1-B6ED-4512-8929-3CC10F7930AC}" srcOrd="0" destOrd="0" presId="urn:microsoft.com/office/officeart/2016/7/layout/RepeatingBendingProcessNew"/>
    <dgm:cxn modelId="{8283D16B-3F5F-4D7D-B0EE-D1374FD79CAE}" type="presOf" srcId="{A2D8B8E2-BF2B-4E72-9E2D-F66EB2A645FC}" destId="{01700111-911B-42EC-BCDD-8D2D5DAFA364}" srcOrd="0" destOrd="0" presId="urn:microsoft.com/office/officeart/2016/7/layout/RepeatingBendingProcessNew"/>
    <dgm:cxn modelId="{F7332F6E-61CC-4EE8-B93C-0075BAD6DB9D}" type="presOf" srcId="{006E0E95-4625-45B6-B52A-ABEE89172A0E}" destId="{8C426CDF-A5C4-4FE9-AD92-6742548E3938}" srcOrd="1" destOrd="0" presId="urn:microsoft.com/office/officeart/2016/7/layout/RepeatingBendingProcessNew"/>
    <dgm:cxn modelId="{4910596E-1FED-4670-ABE4-083913531F6A}" type="presOf" srcId="{E12E5351-CD54-4B6F-96DD-8AE197871B0A}" destId="{6D9823D8-710E-467E-B868-10558BBAA2CB}" srcOrd="0" destOrd="0" presId="urn:microsoft.com/office/officeart/2016/7/layout/RepeatingBendingProcessNew"/>
    <dgm:cxn modelId="{B7627E6E-947E-4804-8CB9-167513003D11}" srcId="{D570DAB9-474B-408B-B744-5C9F7F0F8394}" destId="{D0EEC17B-5B03-4457-A9D3-38B2BCF20F5E}" srcOrd="2" destOrd="0" parTransId="{B2A0637A-60C7-4A61-98EF-7C334CF83B4F}" sibTransId="{312C6B11-8F76-48BE-A4FB-B470C020C1D7}"/>
    <dgm:cxn modelId="{30D9966E-6084-4F79-8FB7-82BCC67C6FF4}" type="presOf" srcId="{28CFF317-DC71-4911-83E9-160D64D9A853}" destId="{8C0D365D-723D-4E3D-83DD-71C59695E3DD}" srcOrd="1" destOrd="0" presId="urn:microsoft.com/office/officeart/2016/7/layout/RepeatingBendingProcessNew"/>
    <dgm:cxn modelId="{F9B0F84E-3ACD-4666-B7DC-E04E48772FB7}" type="presOf" srcId="{6BE454A2-5DAF-455D-ABCD-4E8294E2866B}" destId="{EAFFD13F-CBA6-416B-9460-6EE54B0D4313}" srcOrd="0" destOrd="0" presId="urn:microsoft.com/office/officeart/2016/7/layout/RepeatingBendingProcessNew"/>
    <dgm:cxn modelId="{A80F9D6F-6401-44FC-B038-3F451DC758BC}" type="presOf" srcId="{86158EA7-5722-40A9-A896-C59325D06197}" destId="{A368A74A-6DA9-49C3-B0AD-56CEB217F782}" srcOrd="1" destOrd="0" presId="urn:microsoft.com/office/officeart/2016/7/layout/RepeatingBendingProcessNew"/>
    <dgm:cxn modelId="{C13BB96F-2804-470F-85CB-3F12945C33C7}" srcId="{D570DAB9-474B-408B-B744-5C9F7F0F8394}" destId="{C034A247-2A8F-4DA6-8282-0DD0FD576812}" srcOrd="13" destOrd="0" parTransId="{05A2A123-ABD6-489D-A4B2-BC5D0B8E30E0}" sibTransId="{1712CBCC-43DB-40B6-8F6A-C8B8E4D69015}"/>
    <dgm:cxn modelId="{7CC2C36F-0128-4ACC-BB8F-78A8E9CB278B}" type="presOf" srcId="{9C834BC6-C2BD-4535-9DD9-C919DB79520B}" destId="{AAB4E942-0668-43E8-941F-7A4E6836259F}" srcOrd="0" destOrd="0" presId="urn:microsoft.com/office/officeart/2016/7/layout/RepeatingBendingProcessNew"/>
    <dgm:cxn modelId="{3D8E8070-1A5B-4BF9-8760-71077FEDDD42}" type="presOf" srcId="{1712CBCC-43DB-40B6-8F6A-C8B8E4D69015}" destId="{4DB89A01-355F-4A2B-9B41-7899B2AB3A11}" srcOrd="0" destOrd="0" presId="urn:microsoft.com/office/officeart/2016/7/layout/RepeatingBendingProcessNew"/>
    <dgm:cxn modelId="{75FC9F71-2166-4FC9-B359-FACFFE302591}" type="presOf" srcId="{4DC96330-8A36-48E0-B98D-51D63C040417}" destId="{8FF5E2C7-08D1-4E8C-B163-2C64F214B982}" srcOrd="1" destOrd="0" presId="urn:microsoft.com/office/officeart/2016/7/layout/RepeatingBendingProcessNew"/>
    <dgm:cxn modelId="{7311B272-FA3C-4812-BC29-15A4B177FFD5}" type="presOf" srcId="{CE20F345-3B34-4CB3-B025-C5920D264FE6}" destId="{6F086422-3A80-46F6-B7BD-5B2ED281CFE1}" srcOrd="0" destOrd="0" presId="urn:microsoft.com/office/officeart/2016/7/layout/RepeatingBendingProcessNew"/>
    <dgm:cxn modelId="{A650EC52-A002-43EA-9D9E-29604790F2CD}" type="presOf" srcId="{5980B160-1DBC-4055-BF62-C56236B68F55}" destId="{4ECE65E7-B8B2-43CE-82C2-BEB325D48945}" srcOrd="0" destOrd="0" presId="urn:microsoft.com/office/officeart/2016/7/layout/RepeatingBendingProcessNew"/>
    <dgm:cxn modelId="{F7A39577-2847-42BD-B282-B40176CF1F0F}" type="presOf" srcId="{70CE89C8-3403-4758-8D32-F5CD8AADBE96}" destId="{5BA22964-980C-4D59-AED4-0A2BD94FB940}" srcOrd="0" destOrd="0" presId="urn:microsoft.com/office/officeart/2016/7/layout/RepeatingBendingProcessNew"/>
    <dgm:cxn modelId="{0479B257-2109-45E4-9CC8-0C48F777DFA1}" type="presOf" srcId="{753D0F90-501B-411E-8965-4019CD1B5100}" destId="{966D41B6-9FD4-4DC3-B8A9-CD9D3835BC42}" srcOrd="0" destOrd="0" presId="urn:microsoft.com/office/officeart/2016/7/layout/RepeatingBendingProcessNew"/>
    <dgm:cxn modelId="{59ABE479-0D4D-42B5-97AA-F470402082C0}" type="presOf" srcId="{0BB10618-07C4-4CEC-9B2A-7813DAA92515}" destId="{6D46734A-8042-475B-9F55-A8A744D41A37}" srcOrd="1" destOrd="0" presId="urn:microsoft.com/office/officeart/2016/7/layout/RepeatingBendingProcessNew"/>
    <dgm:cxn modelId="{B87B3E5A-88FD-4AAF-9C96-4F756EB5DE18}" type="presOf" srcId="{47CF4BBC-DC96-402E-B402-EE7C36C8CD52}" destId="{4F2C5F28-2665-4679-9640-84F1A7F35BB4}" srcOrd="1" destOrd="0" presId="urn:microsoft.com/office/officeart/2016/7/layout/RepeatingBendingProcessNew"/>
    <dgm:cxn modelId="{D7E9A27E-CA7E-4E68-80FD-B30B47C53B8E}" type="presOf" srcId="{D570DAB9-474B-408B-B744-5C9F7F0F8394}" destId="{7F439A28-E701-4FD3-A1A9-7A5C83F03056}" srcOrd="0" destOrd="0" presId="urn:microsoft.com/office/officeart/2016/7/layout/RepeatingBendingProcessNew"/>
    <dgm:cxn modelId="{5CD12A82-5827-4DD6-82D1-C97A9AD6C238}" srcId="{D570DAB9-474B-408B-B744-5C9F7F0F8394}" destId="{E30295C9-ECCC-4BBA-9C5F-C4CCF76B8198}" srcOrd="10" destOrd="0" parTransId="{CC327C16-6973-422A-9822-6AD43997B308}" sibTransId="{8106B48E-1C46-4134-9616-16F852F30BB4}"/>
    <dgm:cxn modelId="{CA53438B-33EA-4DD2-8832-9CB45C48EBB9}" type="presOf" srcId="{86158EA7-5722-40A9-A896-C59325D06197}" destId="{A71279B0-91FD-4872-BE54-E996B60689F6}" srcOrd="0" destOrd="0" presId="urn:microsoft.com/office/officeart/2016/7/layout/RepeatingBendingProcessNew"/>
    <dgm:cxn modelId="{63A62991-1FA6-454B-821C-C1266B43F266}" type="presOf" srcId="{D0EEC17B-5B03-4457-A9D3-38B2BCF20F5E}" destId="{A6D00311-2AA5-4470-8D2C-5B5DBDA5415A}" srcOrd="0" destOrd="0" presId="urn:microsoft.com/office/officeart/2016/7/layout/RepeatingBendingProcessNew"/>
    <dgm:cxn modelId="{8C7BE993-4536-4036-A997-19F5BD97D259}" srcId="{D570DAB9-474B-408B-B744-5C9F7F0F8394}" destId="{E4A26EFC-E2A9-4913-9BF8-BC77EC16800B}" srcOrd="4" destOrd="0" parTransId="{CE1EF33C-E502-4BE5-A0CC-BEE78FA37A6E}" sibTransId="{F482ECC1-4748-4FAD-96AF-24C2BC117806}"/>
    <dgm:cxn modelId="{DC511B94-F997-4605-887E-34498D8C80A0}" type="presOf" srcId="{E6F7C2BD-7FA1-4E7F-99F7-9789BC2CD5F6}" destId="{0730EEA2-09AF-4FFC-BF9D-589E6CC24D39}" srcOrd="0" destOrd="0" presId="urn:microsoft.com/office/officeart/2016/7/layout/RepeatingBendingProcessNew"/>
    <dgm:cxn modelId="{ED2AD795-44EE-4DE5-90CC-88276745DABA}" type="presOf" srcId="{7C760E63-CCF5-4BE4-B5A3-EAF550463638}" destId="{81D68A2E-39EA-46CE-A5D2-4A7DB6F80741}" srcOrd="1" destOrd="0" presId="urn:microsoft.com/office/officeart/2016/7/layout/RepeatingBendingProcessNew"/>
    <dgm:cxn modelId="{CE66869A-F823-47B8-8F51-06A8F9406D28}" srcId="{D570DAB9-474B-408B-B744-5C9F7F0F8394}" destId="{0698A27D-20BC-4F35-8CE0-B5FA9AC1D514}" srcOrd="1" destOrd="0" parTransId="{2A2FF68E-4524-43EB-8234-A8D4ECC47938}" sibTransId="{7F18229F-1467-41B2-BBA2-0C7FC5A9CEC2}"/>
    <dgm:cxn modelId="{4764F99A-B3B4-4C61-8CB8-B0FA13D0CDC5}" type="presOf" srcId="{312C6B11-8F76-48BE-A4FB-B470C020C1D7}" destId="{03EE0B09-DDE0-4728-8B81-33E45FCCC53B}" srcOrd="1" destOrd="0" presId="urn:microsoft.com/office/officeart/2016/7/layout/RepeatingBendingProcessNew"/>
    <dgm:cxn modelId="{B104399C-1E5D-4D42-99F9-52170B0F086F}" type="presOf" srcId="{01871FAE-32E3-42A6-9E72-F274F2193803}" destId="{677E01A0-AE09-44C4-B705-9EC4E60821D3}" srcOrd="0" destOrd="0" presId="urn:microsoft.com/office/officeart/2016/7/layout/RepeatingBendingProcessNew"/>
    <dgm:cxn modelId="{D31CEE9D-F4F5-449A-84CA-5A5BC8D3D7D0}" type="presOf" srcId="{12E400CF-BE32-4554-AFA3-A85F45058A19}" destId="{A46C60CE-898F-4E04-9032-C480FDFB65C6}" srcOrd="1" destOrd="0" presId="urn:microsoft.com/office/officeart/2016/7/layout/RepeatingBendingProcessNew"/>
    <dgm:cxn modelId="{642D98A5-3B5D-4AC9-A5F1-AD442D7B7768}" srcId="{D570DAB9-474B-408B-B744-5C9F7F0F8394}" destId="{CB72A307-FCF2-4439-B147-9C2ED73C33DD}" srcOrd="12" destOrd="0" parTransId="{66A5C4AB-3740-45E8-9193-1518A6D5D998}" sibTransId="{D37DF02B-2917-4951-9834-0960307A512B}"/>
    <dgm:cxn modelId="{271265A7-4C37-484D-ADCB-A6C80128F0EB}" srcId="{D570DAB9-474B-408B-B744-5C9F7F0F8394}" destId="{0B787AF9-4ED2-4967-A08E-32DD7712265B}" srcOrd="18" destOrd="0" parTransId="{B106E564-E74F-4EB7-9AAC-A1896127E324}" sibTransId="{E6F7C2BD-7FA1-4E7F-99F7-9789BC2CD5F6}"/>
    <dgm:cxn modelId="{7C6266A8-5EDD-430A-A36A-9F4ADF2B27A6}" type="presOf" srcId="{E4A26EFC-E2A9-4913-9BF8-BC77EC16800B}" destId="{2E274275-279F-40E2-AF4D-4C6B0B5C6CD2}" srcOrd="0" destOrd="0" presId="urn:microsoft.com/office/officeart/2016/7/layout/RepeatingBendingProcessNew"/>
    <dgm:cxn modelId="{614F86A9-DA24-495E-B5A3-1D937C40F313}" srcId="{D570DAB9-474B-408B-B744-5C9F7F0F8394}" destId="{CB93CD78-D8D3-4B3A-A39A-A5412D156BBF}" srcOrd="26" destOrd="0" parTransId="{3C9229F0-2E60-4E42-996A-C9EBAE229DF2}" sibTransId="{28CFF317-DC71-4911-83E9-160D64D9A853}"/>
    <dgm:cxn modelId="{EF3605AB-D7DA-4DA5-8545-D97DCC6B8FB6}" type="presOf" srcId="{6A0F0A44-0DB0-4EB9-A1DA-D4E51314A4B5}" destId="{568CF85D-F79A-49A9-BFA8-BE050C70E4CA}" srcOrd="1" destOrd="0" presId="urn:microsoft.com/office/officeart/2016/7/layout/RepeatingBendingProcessNew"/>
    <dgm:cxn modelId="{0B7AD5AD-FA8D-4FD8-922E-5BA6A41832A7}" srcId="{D570DAB9-474B-408B-B744-5C9F7F0F8394}" destId="{C21E9E75-641C-4F16-89FA-BB96EFD9460D}" srcOrd="14" destOrd="0" parTransId="{6AAA08E3-5B83-4966-8B0F-785F51048F51}" sibTransId="{0BB10618-07C4-4CEC-9B2A-7813DAA92515}"/>
    <dgm:cxn modelId="{27A13CAE-C5F2-4E15-8933-5013DE21613D}" type="presOf" srcId="{A279D397-3BE2-4B4E-AFED-A8598757F763}" destId="{A8AC569D-15EA-4CAE-962D-CBF6D71F9D9B}" srcOrd="0" destOrd="0" presId="urn:microsoft.com/office/officeart/2016/7/layout/RepeatingBendingProcessNew"/>
    <dgm:cxn modelId="{E5BFE2B2-1E6E-46C5-8ADB-FEDF3D4BBAC6}" type="presOf" srcId="{B7062899-D82D-444E-943E-E9B605024F8F}" destId="{FE328CC7-CE61-4873-B172-C1B8A093D997}" srcOrd="0" destOrd="0" presId="urn:microsoft.com/office/officeart/2016/7/layout/RepeatingBendingProcessNew"/>
    <dgm:cxn modelId="{69A863B4-55BF-422A-BEF0-0F2E634CEA15}" type="presOf" srcId="{12E400CF-BE32-4554-AFA3-A85F45058A19}" destId="{B1E250E1-20AB-42EE-B601-A4B86AB5419D}" srcOrd="0" destOrd="0" presId="urn:microsoft.com/office/officeart/2016/7/layout/RepeatingBendingProcessNew"/>
    <dgm:cxn modelId="{D53C17B6-DDB5-4161-9621-39643E7D9DAA}" type="presOf" srcId="{B8CEFEE3-9944-4DF5-A520-5927A9FF13A9}" destId="{1C2373E9-B9BA-4E01-9BD1-299A79A33F05}" srcOrd="0" destOrd="0" presId="urn:microsoft.com/office/officeart/2016/7/layout/RepeatingBendingProcessNew"/>
    <dgm:cxn modelId="{755BFDB7-CE95-46D0-9CA6-4C0E8424E8D7}" type="presOf" srcId="{36C97DFA-197E-407B-B883-3544A99BDA97}" destId="{AA368BFD-6C82-473B-B711-5984CECADFD9}" srcOrd="0" destOrd="0" presId="urn:microsoft.com/office/officeart/2016/7/layout/RepeatingBendingProcessNew"/>
    <dgm:cxn modelId="{906BD5B8-0E05-4193-BFEB-984A251FA018}" srcId="{D570DAB9-474B-408B-B744-5C9F7F0F8394}" destId="{6BE454A2-5DAF-455D-ABCD-4E8294E2866B}" srcOrd="21" destOrd="0" parTransId="{97937CDA-4686-4611-96FD-996117E9E33D}" sibTransId="{C8A7CABC-E057-4521-AAF2-844AB829F1D7}"/>
    <dgm:cxn modelId="{578988BB-8D7F-482E-A5F6-1C2C4304B59E}" srcId="{D570DAB9-474B-408B-B744-5C9F7F0F8394}" destId="{E155CC50-90E3-4366-9ED1-CF6F7C1A8D2B}" srcOrd="25" destOrd="0" parTransId="{BE097DCF-86EF-493B-9CC0-0129C6AA5201}" sibTransId="{36C97DFA-197E-407B-B883-3544A99BDA97}"/>
    <dgm:cxn modelId="{1A224CC0-6063-4B6A-A36A-7EC54DF080EB}" type="presOf" srcId="{A2D8B8E2-BF2B-4E72-9E2D-F66EB2A645FC}" destId="{34524124-CADE-4954-9312-DEA5606609F1}" srcOrd="1" destOrd="0" presId="urn:microsoft.com/office/officeart/2016/7/layout/RepeatingBendingProcessNew"/>
    <dgm:cxn modelId="{29073FC6-B6CD-4804-B0AF-089AFD4E2AF1}" type="presOf" srcId="{AA03AA72-2CCB-4534-89DE-8F8DF46A2F40}" destId="{13FE4F21-F5FE-4B96-846E-44B9252EC404}" srcOrd="0" destOrd="0" presId="urn:microsoft.com/office/officeart/2016/7/layout/RepeatingBendingProcessNew"/>
    <dgm:cxn modelId="{98D486CB-2193-486B-B08A-EBB6097CB9A2}" type="presOf" srcId="{22894D43-8958-480B-BFB6-95CAAF06C736}" destId="{95CFFBCC-3D60-446F-A25A-B895003B1E04}" srcOrd="0" destOrd="0" presId="urn:microsoft.com/office/officeart/2016/7/layout/RepeatingBendingProcessNew"/>
    <dgm:cxn modelId="{6CEC90D1-FAFB-49BC-AC10-47F46BEFC293}" srcId="{D570DAB9-474B-408B-B744-5C9F7F0F8394}" destId="{D1574EB2-1A54-4CA9-A92C-44305E996E0A}" srcOrd="23" destOrd="0" parTransId="{ED56F48A-5B04-4CA4-9CF5-2E1CAB0C23C1}" sibTransId="{4DC96330-8A36-48E0-B98D-51D63C040417}"/>
    <dgm:cxn modelId="{FD03D6D4-BC4E-464C-8C94-EE9C2B4FF961}" srcId="{D570DAB9-474B-408B-B744-5C9F7F0F8394}" destId="{F17FB1AC-BA17-49A5-91BF-1288534CEEDA}" srcOrd="11" destOrd="0" parTransId="{D34F3048-1765-40A2-8C0B-F6631F127DF0}" sibTransId="{E12E5351-CD54-4B6F-96DD-8AE197871B0A}"/>
    <dgm:cxn modelId="{106575DC-42CF-4A9A-83EF-7BC5CD2C9938}" type="presOf" srcId="{8106B48E-1C46-4134-9616-16F852F30BB4}" destId="{E2BE0630-6BBB-4174-A487-64EF8B96C229}" srcOrd="1" destOrd="0" presId="urn:microsoft.com/office/officeart/2016/7/layout/RepeatingBendingProcessNew"/>
    <dgm:cxn modelId="{4C3FF1DC-9FC3-4546-B8D3-37516BAA86C1}" type="presOf" srcId="{E155CC50-90E3-4366-9ED1-CF6F7C1A8D2B}" destId="{B1A3EB5E-CB2D-4159-8C38-8CADCC80C67D}" srcOrd="0" destOrd="0" presId="urn:microsoft.com/office/officeart/2016/7/layout/RepeatingBendingProcessNew"/>
    <dgm:cxn modelId="{F78E47E2-C868-44E9-8AE5-D1CADA5EC067}" srcId="{D570DAB9-474B-408B-B744-5C9F7F0F8394}" destId="{D2AD6EF0-6241-4C01-AA75-364AD1EDC5B2}" srcOrd="20" destOrd="0" parTransId="{3D0346B9-A236-4303-9E66-8982807561C9}" sibTransId="{3CAF4F50-8C2B-477D-BBFF-0BCF82B7C0FC}"/>
    <dgm:cxn modelId="{734E3DE4-250E-453E-A1AA-5E1EB761A0A6}" type="presOf" srcId="{7F18229F-1467-41B2-BBA2-0C7FC5A9CEC2}" destId="{189BAA24-779A-4A75-9805-096EBC02E9D5}" srcOrd="0" destOrd="0" presId="urn:microsoft.com/office/officeart/2016/7/layout/RepeatingBendingProcessNew"/>
    <dgm:cxn modelId="{6B2D6BEA-BBB1-4571-A6B7-573EB12672F9}" type="presOf" srcId="{4DC96330-8A36-48E0-B98D-51D63C040417}" destId="{D0A1C659-C31D-4379-894A-C71B596A242C}" srcOrd="0" destOrd="0" presId="urn:microsoft.com/office/officeart/2016/7/layout/RepeatingBendingProcessNew"/>
    <dgm:cxn modelId="{36CF82EB-CB31-4ED9-A30D-D45E4E3AF0C4}" type="presOf" srcId="{36C97DFA-197E-407B-B883-3544A99BDA97}" destId="{D27A2A68-7EDC-4D68-A7F4-14848671C2BA}" srcOrd="1" destOrd="0" presId="urn:microsoft.com/office/officeart/2016/7/layout/RepeatingBendingProcessNew"/>
    <dgm:cxn modelId="{9989E3EC-DA5C-43F3-8F0F-D3ECF8F4DCC4}" type="presOf" srcId="{D1574EB2-1A54-4CA9-A92C-44305E996E0A}" destId="{D7D1929F-DD9B-4840-BA08-0037399C120A}" srcOrd="0" destOrd="0" presId="urn:microsoft.com/office/officeart/2016/7/layout/RepeatingBendingProcessNew"/>
    <dgm:cxn modelId="{2652BDED-2142-4444-9819-2B2631296E0E}" type="presOf" srcId="{A6D7F150-8D81-4E84-8730-BE0FC3D70B2E}" destId="{631DBCBF-60FB-4B60-89BD-E969180F63B8}" srcOrd="0" destOrd="0" presId="urn:microsoft.com/office/officeart/2016/7/layout/RepeatingBendingProcessNew"/>
    <dgm:cxn modelId="{CF5F4AEF-99DB-4F13-8060-BACD21E6AF74}" type="presOf" srcId="{73939A15-EF66-44A7-A9AC-52291DC15F66}" destId="{77F96ACA-317F-4046-95D3-B9AEE992D87F}" srcOrd="0" destOrd="0" presId="urn:microsoft.com/office/officeart/2016/7/layout/RepeatingBendingProcessNew"/>
    <dgm:cxn modelId="{8A088CEF-71F3-4F54-A665-C3C35E8EA18A}" type="presOf" srcId="{CB72A307-FCF2-4439-B147-9C2ED73C33DD}" destId="{F672D4C0-0E21-4D80-B457-E7D7A3379647}" srcOrd="0" destOrd="0" presId="urn:microsoft.com/office/officeart/2016/7/layout/RepeatingBendingProcessNew"/>
    <dgm:cxn modelId="{664E45F2-6F68-4030-9125-1A637A47B986}" type="presOf" srcId="{3CAF4F50-8C2B-477D-BBFF-0BCF82B7C0FC}" destId="{BB754C06-E875-4954-BB27-1A1A58228EC6}" srcOrd="0" destOrd="0" presId="urn:microsoft.com/office/officeart/2016/7/layout/RepeatingBendingProcessNew"/>
    <dgm:cxn modelId="{2BE399F2-57BE-46EA-852D-46C265C3F000}" srcId="{D570DAB9-474B-408B-B744-5C9F7F0F8394}" destId="{8257D588-1897-424C-9831-1588E9F9D9CB}" srcOrd="5" destOrd="0" parTransId="{A99E1C44-36C6-4B0F-9C0A-90B2057578A1}" sibTransId="{6A0F0A44-0DB0-4EB9-A1DA-D4E51314A4B5}"/>
    <dgm:cxn modelId="{68CC4DF3-3B02-47B4-8AF2-8BFDD73B5890}" type="presOf" srcId="{7C760E63-CCF5-4BE4-B5A3-EAF550463638}" destId="{FDA0D42C-6164-4A7C-90F8-74B50DA7F64C}" srcOrd="0" destOrd="0" presId="urn:microsoft.com/office/officeart/2016/7/layout/RepeatingBendingProcessNew"/>
    <dgm:cxn modelId="{E45340F4-B910-466A-B266-25052A9CBEFA}" srcId="{D570DAB9-474B-408B-B744-5C9F7F0F8394}" destId="{F53D6C8D-0FF3-4936-A3DB-9F9C412200A7}" srcOrd="9" destOrd="0" parTransId="{63B738B4-16A1-4A75-A30F-0DAA923D9A7F}" sibTransId="{E807844A-CA2F-4FAF-8426-04C592EDED2A}"/>
    <dgm:cxn modelId="{15D690F5-B985-4813-8220-E1FD8DE96477}" type="presOf" srcId="{1712CBCC-43DB-40B6-8F6A-C8B8E4D69015}" destId="{E446D8C1-0A58-4490-BE72-A84EB8F27E0E}" srcOrd="1" destOrd="0" presId="urn:microsoft.com/office/officeart/2016/7/layout/RepeatingBendingProcessNew"/>
    <dgm:cxn modelId="{1C553FFA-374F-4919-B038-66920B6DF6F7}" type="presOf" srcId="{2C720791-EB37-4792-88BD-3E7B6AC90A75}" destId="{22A0C6A7-6E15-4F41-9913-A2080408E4A9}" srcOrd="0" destOrd="0" presId="urn:microsoft.com/office/officeart/2016/7/layout/RepeatingBendingProcessNew"/>
    <dgm:cxn modelId="{ADCEF5FA-7A4B-4A59-A3D5-51170BD8FC34}" srcId="{D570DAB9-474B-408B-B744-5C9F7F0F8394}" destId="{A6D7F150-8D81-4E84-8730-BE0FC3D70B2E}" srcOrd="0" destOrd="0" parTransId="{87953A8A-13E2-467C-985C-42A4D2F6AF86}" sibTransId="{CE20F345-3B34-4CB3-B025-C5920D264FE6}"/>
    <dgm:cxn modelId="{AAD4FCFA-FE40-46F3-B44E-1C1B3581D62D}" type="presOf" srcId="{D37DF02B-2917-4951-9834-0960307A512B}" destId="{A3C4A2CF-BF9F-4ED1-A04B-E918FF423576}" srcOrd="1" destOrd="0" presId="urn:microsoft.com/office/officeart/2016/7/layout/RepeatingBendingProcessNew"/>
    <dgm:cxn modelId="{9D9F90FC-4A36-4639-8BBB-128BAF657204}" type="presOf" srcId="{CB93CD78-D8D3-4B3A-A39A-A5412D156BBF}" destId="{952E826F-7851-4F7C-88E4-8F01A05BEF5E}" srcOrd="0" destOrd="0" presId="urn:microsoft.com/office/officeart/2016/7/layout/RepeatingBendingProcessNew"/>
    <dgm:cxn modelId="{B90810FA-24D8-40F6-8ADE-AABCD5194572}" type="presParOf" srcId="{7F439A28-E701-4FD3-A1A9-7A5C83F03056}" destId="{631DBCBF-60FB-4B60-89BD-E969180F63B8}" srcOrd="0" destOrd="0" presId="urn:microsoft.com/office/officeart/2016/7/layout/RepeatingBendingProcessNew"/>
    <dgm:cxn modelId="{A2E0EAB0-7532-434F-8FCB-E1FF0C14EF94}" type="presParOf" srcId="{7F439A28-E701-4FD3-A1A9-7A5C83F03056}" destId="{6F086422-3A80-46F6-B7BD-5B2ED281CFE1}" srcOrd="1" destOrd="0" presId="urn:microsoft.com/office/officeart/2016/7/layout/RepeatingBendingProcessNew"/>
    <dgm:cxn modelId="{05AFCFBA-7629-4DCA-A2C2-A5C2596A309C}" type="presParOf" srcId="{6F086422-3A80-46F6-B7BD-5B2ED281CFE1}" destId="{0FEDD489-29DC-4673-B6F9-01DA39A6322E}" srcOrd="0" destOrd="0" presId="urn:microsoft.com/office/officeart/2016/7/layout/RepeatingBendingProcessNew"/>
    <dgm:cxn modelId="{E2F982BE-5ED4-4DFE-94D4-40B0735DEA9E}" type="presParOf" srcId="{7F439A28-E701-4FD3-A1A9-7A5C83F03056}" destId="{62D4FF44-71BB-4EF4-8B84-8F09D129D205}" srcOrd="2" destOrd="0" presId="urn:microsoft.com/office/officeart/2016/7/layout/RepeatingBendingProcessNew"/>
    <dgm:cxn modelId="{BE47DD9B-F875-404F-8A1C-45EEA60CB3F6}" type="presParOf" srcId="{7F439A28-E701-4FD3-A1A9-7A5C83F03056}" destId="{189BAA24-779A-4A75-9805-096EBC02E9D5}" srcOrd="3" destOrd="0" presId="urn:microsoft.com/office/officeart/2016/7/layout/RepeatingBendingProcessNew"/>
    <dgm:cxn modelId="{6EA12640-5A89-4B84-A5B9-252C3B7B82A1}" type="presParOf" srcId="{189BAA24-779A-4A75-9805-096EBC02E9D5}" destId="{FAC4A44D-3CE5-4A98-AF5A-0312934152C4}" srcOrd="0" destOrd="0" presId="urn:microsoft.com/office/officeart/2016/7/layout/RepeatingBendingProcessNew"/>
    <dgm:cxn modelId="{F732A18A-7532-4690-BD33-050CB9ED87C6}" type="presParOf" srcId="{7F439A28-E701-4FD3-A1A9-7A5C83F03056}" destId="{A6D00311-2AA5-4470-8D2C-5B5DBDA5415A}" srcOrd="4" destOrd="0" presId="urn:microsoft.com/office/officeart/2016/7/layout/RepeatingBendingProcessNew"/>
    <dgm:cxn modelId="{2C34C128-41E4-43EB-A40B-2768B1BE039E}" type="presParOf" srcId="{7F439A28-E701-4FD3-A1A9-7A5C83F03056}" destId="{FFA277E7-165C-4D38-83D1-5FB49F5E8C29}" srcOrd="5" destOrd="0" presId="urn:microsoft.com/office/officeart/2016/7/layout/RepeatingBendingProcessNew"/>
    <dgm:cxn modelId="{E2BF941B-FE95-454E-BF9A-B4854CB2F82A}" type="presParOf" srcId="{FFA277E7-165C-4D38-83D1-5FB49F5E8C29}" destId="{03EE0B09-DDE0-4728-8B81-33E45FCCC53B}" srcOrd="0" destOrd="0" presId="urn:microsoft.com/office/officeart/2016/7/layout/RepeatingBendingProcessNew"/>
    <dgm:cxn modelId="{DC19A2E1-2A51-4389-9464-C886EA3706FE}" type="presParOf" srcId="{7F439A28-E701-4FD3-A1A9-7A5C83F03056}" destId="{1C2373E9-B9BA-4E01-9BD1-299A79A33F05}" srcOrd="6" destOrd="0" presId="urn:microsoft.com/office/officeart/2016/7/layout/RepeatingBendingProcessNew"/>
    <dgm:cxn modelId="{086F8049-44AE-44BD-B413-7E3C9ACF7FD4}" type="presParOf" srcId="{7F439A28-E701-4FD3-A1A9-7A5C83F03056}" destId="{95CFFBCC-3D60-446F-A25A-B895003B1E04}" srcOrd="7" destOrd="0" presId="urn:microsoft.com/office/officeart/2016/7/layout/RepeatingBendingProcessNew"/>
    <dgm:cxn modelId="{224180A5-5CEB-414F-8721-30BD73E08C19}" type="presParOf" srcId="{95CFFBCC-3D60-446F-A25A-B895003B1E04}" destId="{E457C2A7-98EB-403D-A3C5-72B775897755}" srcOrd="0" destOrd="0" presId="urn:microsoft.com/office/officeart/2016/7/layout/RepeatingBendingProcessNew"/>
    <dgm:cxn modelId="{5ED47919-9B47-45A8-8CF9-EECA956B0CFC}" type="presParOf" srcId="{7F439A28-E701-4FD3-A1A9-7A5C83F03056}" destId="{2E274275-279F-40E2-AF4D-4C6B0B5C6CD2}" srcOrd="8" destOrd="0" presId="urn:microsoft.com/office/officeart/2016/7/layout/RepeatingBendingProcessNew"/>
    <dgm:cxn modelId="{A5372E94-3218-4AF7-88F5-461C675132A9}" type="presParOf" srcId="{7F439A28-E701-4FD3-A1A9-7A5C83F03056}" destId="{E5701982-40F8-4687-A0BE-31D92F619491}" srcOrd="9" destOrd="0" presId="urn:microsoft.com/office/officeart/2016/7/layout/RepeatingBendingProcessNew"/>
    <dgm:cxn modelId="{4EC357E1-F3A3-4AE2-8D9A-BB5D12358BA0}" type="presParOf" srcId="{E5701982-40F8-4687-A0BE-31D92F619491}" destId="{59A0A1AC-E549-4BA1-91B7-39CB8B51B90B}" srcOrd="0" destOrd="0" presId="urn:microsoft.com/office/officeart/2016/7/layout/RepeatingBendingProcessNew"/>
    <dgm:cxn modelId="{DC1D8A4C-98FA-4FB6-95F7-F82CF053EBB2}" type="presParOf" srcId="{7F439A28-E701-4FD3-A1A9-7A5C83F03056}" destId="{7D5D6FBE-B098-46BD-B4A2-3FCC5FA821BA}" srcOrd="10" destOrd="0" presId="urn:microsoft.com/office/officeart/2016/7/layout/RepeatingBendingProcessNew"/>
    <dgm:cxn modelId="{9BAF8508-14DE-40AF-89F1-831E8CEFC7B8}" type="presParOf" srcId="{7F439A28-E701-4FD3-A1A9-7A5C83F03056}" destId="{FD6466CF-5912-4F83-AECE-A50217110213}" srcOrd="11" destOrd="0" presId="urn:microsoft.com/office/officeart/2016/7/layout/RepeatingBendingProcessNew"/>
    <dgm:cxn modelId="{73BBE94E-2F0F-44EE-99D6-56E92F6B456F}" type="presParOf" srcId="{FD6466CF-5912-4F83-AECE-A50217110213}" destId="{568CF85D-F79A-49A9-BFA8-BE050C70E4CA}" srcOrd="0" destOrd="0" presId="urn:microsoft.com/office/officeart/2016/7/layout/RepeatingBendingProcessNew"/>
    <dgm:cxn modelId="{FFA224F5-3DF6-4B68-8D47-D4461E5EB91C}" type="presParOf" srcId="{7F439A28-E701-4FD3-A1A9-7A5C83F03056}" destId="{4ECE65E7-B8B2-43CE-82C2-BEB325D48945}" srcOrd="12" destOrd="0" presId="urn:microsoft.com/office/officeart/2016/7/layout/RepeatingBendingProcessNew"/>
    <dgm:cxn modelId="{A0B440CD-EF96-4AE1-B972-9CE1B683A6F6}" type="presParOf" srcId="{7F439A28-E701-4FD3-A1A9-7A5C83F03056}" destId="{A71279B0-91FD-4872-BE54-E996B60689F6}" srcOrd="13" destOrd="0" presId="urn:microsoft.com/office/officeart/2016/7/layout/RepeatingBendingProcessNew"/>
    <dgm:cxn modelId="{7BA09C8A-7224-426D-BE61-735D48B3FF5D}" type="presParOf" srcId="{A71279B0-91FD-4872-BE54-E996B60689F6}" destId="{A368A74A-6DA9-49C3-B0AD-56CEB217F782}" srcOrd="0" destOrd="0" presId="urn:microsoft.com/office/officeart/2016/7/layout/RepeatingBendingProcessNew"/>
    <dgm:cxn modelId="{7E2EAFE8-D963-4052-98B5-C763B8CD15D2}" type="presParOf" srcId="{7F439A28-E701-4FD3-A1A9-7A5C83F03056}" destId="{966D41B6-9FD4-4DC3-B8A9-CD9D3835BC42}" srcOrd="14" destOrd="0" presId="urn:microsoft.com/office/officeart/2016/7/layout/RepeatingBendingProcessNew"/>
    <dgm:cxn modelId="{B8EA9565-921C-4938-A123-228996AE6F7A}" type="presParOf" srcId="{7F439A28-E701-4FD3-A1A9-7A5C83F03056}" destId="{B1E250E1-20AB-42EE-B601-A4B86AB5419D}" srcOrd="15" destOrd="0" presId="urn:microsoft.com/office/officeart/2016/7/layout/RepeatingBendingProcessNew"/>
    <dgm:cxn modelId="{141900AB-761C-43FC-A92F-8BF33AA796B5}" type="presParOf" srcId="{B1E250E1-20AB-42EE-B601-A4B86AB5419D}" destId="{A46C60CE-898F-4E04-9032-C480FDFB65C6}" srcOrd="0" destOrd="0" presId="urn:microsoft.com/office/officeart/2016/7/layout/RepeatingBendingProcessNew"/>
    <dgm:cxn modelId="{C0738D97-8F71-44D3-8675-00FE2841D27B}" type="presParOf" srcId="{7F439A28-E701-4FD3-A1A9-7A5C83F03056}" destId="{AE50AF68-CACF-45AE-A4A1-A0FDBE045E95}" srcOrd="16" destOrd="0" presId="urn:microsoft.com/office/officeart/2016/7/layout/RepeatingBendingProcessNew"/>
    <dgm:cxn modelId="{DA47BB68-B49E-467E-9D17-24D9D3D0E3A8}" type="presParOf" srcId="{7F439A28-E701-4FD3-A1A9-7A5C83F03056}" destId="{4448F201-A809-4ACC-A81B-2179C8AFA6AF}" srcOrd="17" destOrd="0" presId="urn:microsoft.com/office/officeart/2016/7/layout/RepeatingBendingProcessNew"/>
    <dgm:cxn modelId="{80972B30-83F0-4697-9AC5-92E0F3372306}" type="presParOf" srcId="{4448F201-A809-4ACC-A81B-2179C8AFA6AF}" destId="{4F2C5F28-2665-4679-9640-84F1A7F35BB4}" srcOrd="0" destOrd="0" presId="urn:microsoft.com/office/officeart/2016/7/layout/RepeatingBendingProcessNew"/>
    <dgm:cxn modelId="{9EA40656-4888-42A7-9829-49E67B18E640}" type="presParOf" srcId="{7F439A28-E701-4FD3-A1A9-7A5C83F03056}" destId="{75272BB0-95BD-4287-94C1-1B828F3D1DB7}" srcOrd="18" destOrd="0" presId="urn:microsoft.com/office/officeart/2016/7/layout/RepeatingBendingProcessNew"/>
    <dgm:cxn modelId="{7AD99D15-62C3-4BC4-9506-EB27965535DE}" type="presParOf" srcId="{7F439A28-E701-4FD3-A1A9-7A5C83F03056}" destId="{731D253B-D87E-4AAC-88E6-E59DF6D772FF}" srcOrd="19" destOrd="0" presId="urn:microsoft.com/office/officeart/2016/7/layout/RepeatingBendingProcessNew"/>
    <dgm:cxn modelId="{407C6522-269C-4AA3-9A8B-9EE5917AFBC9}" type="presParOf" srcId="{731D253B-D87E-4AAC-88E6-E59DF6D772FF}" destId="{D7C89C8D-32AA-4FA4-A68F-CF5C813AA74E}" srcOrd="0" destOrd="0" presId="urn:microsoft.com/office/officeart/2016/7/layout/RepeatingBendingProcessNew"/>
    <dgm:cxn modelId="{548E3230-7248-4CD1-9A4F-9AFF8B73D154}" type="presParOf" srcId="{7F439A28-E701-4FD3-A1A9-7A5C83F03056}" destId="{B3C1AB8B-F2CA-422A-A9E3-805F55804E6E}" srcOrd="20" destOrd="0" presId="urn:microsoft.com/office/officeart/2016/7/layout/RepeatingBendingProcessNew"/>
    <dgm:cxn modelId="{DDF81F2B-D4B4-4348-BF8F-74186AE5D9B8}" type="presParOf" srcId="{7F439A28-E701-4FD3-A1A9-7A5C83F03056}" destId="{849404B4-8FA4-4FB8-8625-C82E9D2429A4}" srcOrd="21" destOrd="0" presId="urn:microsoft.com/office/officeart/2016/7/layout/RepeatingBendingProcessNew"/>
    <dgm:cxn modelId="{F4F435EC-5201-4470-846E-C3DA05D79E0D}" type="presParOf" srcId="{849404B4-8FA4-4FB8-8625-C82E9D2429A4}" destId="{E2BE0630-6BBB-4174-A487-64EF8B96C229}" srcOrd="0" destOrd="0" presId="urn:microsoft.com/office/officeart/2016/7/layout/RepeatingBendingProcessNew"/>
    <dgm:cxn modelId="{73BF4C78-86D0-492A-BEC2-8E9C6C65A6F4}" type="presParOf" srcId="{7F439A28-E701-4FD3-A1A9-7A5C83F03056}" destId="{7AEEDE3C-74A2-41FC-B6B5-4B40A422AC00}" srcOrd="22" destOrd="0" presId="urn:microsoft.com/office/officeart/2016/7/layout/RepeatingBendingProcessNew"/>
    <dgm:cxn modelId="{6E82297E-EAF4-4832-A66A-19B18DE4FD06}" type="presParOf" srcId="{7F439A28-E701-4FD3-A1A9-7A5C83F03056}" destId="{6D9823D8-710E-467E-B868-10558BBAA2CB}" srcOrd="23" destOrd="0" presId="urn:microsoft.com/office/officeart/2016/7/layout/RepeatingBendingProcessNew"/>
    <dgm:cxn modelId="{82054580-B7AC-40E8-9C14-D8821977E4A8}" type="presParOf" srcId="{6D9823D8-710E-467E-B868-10558BBAA2CB}" destId="{80CD2E07-3AB6-4504-8921-093CDF453320}" srcOrd="0" destOrd="0" presId="urn:microsoft.com/office/officeart/2016/7/layout/RepeatingBendingProcessNew"/>
    <dgm:cxn modelId="{019C72AF-B627-4918-BB73-E6E186D54ED8}" type="presParOf" srcId="{7F439A28-E701-4FD3-A1A9-7A5C83F03056}" destId="{F672D4C0-0E21-4D80-B457-E7D7A3379647}" srcOrd="24" destOrd="0" presId="urn:microsoft.com/office/officeart/2016/7/layout/RepeatingBendingProcessNew"/>
    <dgm:cxn modelId="{94504418-AE10-4C0E-ACF5-3A555D63617E}" type="presParOf" srcId="{7F439A28-E701-4FD3-A1A9-7A5C83F03056}" destId="{9212CC10-B78E-4372-855E-48D86AB583B6}" srcOrd="25" destOrd="0" presId="urn:microsoft.com/office/officeart/2016/7/layout/RepeatingBendingProcessNew"/>
    <dgm:cxn modelId="{03A323D0-6ED8-45B1-8F38-453A783D90C8}" type="presParOf" srcId="{9212CC10-B78E-4372-855E-48D86AB583B6}" destId="{A3C4A2CF-BF9F-4ED1-A04B-E918FF423576}" srcOrd="0" destOrd="0" presId="urn:microsoft.com/office/officeart/2016/7/layout/RepeatingBendingProcessNew"/>
    <dgm:cxn modelId="{739EA2F3-8EBA-47E8-873C-4FF345D6A9A8}" type="presParOf" srcId="{7F439A28-E701-4FD3-A1A9-7A5C83F03056}" destId="{8C16E2FD-9813-4475-8FA5-E6B0F9E0A78D}" srcOrd="26" destOrd="0" presId="urn:microsoft.com/office/officeart/2016/7/layout/RepeatingBendingProcessNew"/>
    <dgm:cxn modelId="{5BA48075-FC50-4EAA-8024-8DF35D6B8D89}" type="presParOf" srcId="{7F439A28-E701-4FD3-A1A9-7A5C83F03056}" destId="{4DB89A01-355F-4A2B-9B41-7899B2AB3A11}" srcOrd="27" destOrd="0" presId="urn:microsoft.com/office/officeart/2016/7/layout/RepeatingBendingProcessNew"/>
    <dgm:cxn modelId="{1A30A9E7-4C36-4409-BC10-E1ACD5E0686D}" type="presParOf" srcId="{4DB89A01-355F-4A2B-9B41-7899B2AB3A11}" destId="{E446D8C1-0A58-4490-BE72-A84EB8F27E0E}" srcOrd="0" destOrd="0" presId="urn:microsoft.com/office/officeart/2016/7/layout/RepeatingBendingProcessNew"/>
    <dgm:cxn modelId="{E02EF771-E038-40C2-91E4-F43A83ECCBB9}" type="presParOf" srcId="{7F439A28-E701-4FD3-A1A9-7A5C83F03056}" destId="{EF95EC70-1192-457A-8D91-C4526B189F03}" srcOrd="28" destOrd="0" presId="urn:microsoft.com/office/officeart/2016/7/layout/RepeatingBendingProcessNew"/>
    <dgm:cxn modelId="{48A48968-5A61-4FF5-8295-0BB1FB73970A}" type="presParOf" srcId="{7F439A28-E701-4FD3-A1A9-7A5C83F03056}" destId="{8D373DB3-7520-4707-A86E-1F35B3077FCD}" srcOrd="29" destOrd="0" presId="urn:microsoft.com/office/officeart/2016/7/layout/RepeatingBendingProcessNew"/>
    <dgm:cxn modelId="{833DE70B-EE9C-4BCC-B31E-A18F896A5CB4}" type="presParOf" srcId="{8D373DB3-7520-4707-A86E-1F35B3077FCD}" destId="{6D46734A-8042-475B-9F55-A8A744D41A37}" srcOrd="0" destOrd="0" presId="urn:microsoft.com/office/officeart/2016/7/layout/RepeatingBendingProcessNew"/>
    <dgm:cxn modelId="{ABFFA63E-E36A-461E-9366-D215859A975D}" type="presParOf" srcId="{7F439A28-E701-4FD3-A1A9-7A5C83F03056}" destId="{2A76B84B-CFA3-44DA-8744-022D164688DB}" srcOrd="30" destOrd="0" presId="urn:microsoft.com/office/officeart/2016/7/layout/RepeatingBendingProcessNew"/>
    <dgm:cxn modelId="{A4BA98C0-B8A1-48E1-A3F6-950DA78DACCF}" type="presParOf" srcId="{7F439A28-E701-4FD3-A1A9-7A5C83F03056}" destId="{A8AC569D-15EA-4CAE-962D-CBF6D71F9D9B}" srcOrd="31" destOrd="0" presId="urn:microsoft.com/office/officeart/2016/7/layout/RepeatingBendingProcessNew"/>
    <dgm:cxn modelId="{0029E6CF-C7FC-4E2C-B485-9691693A394D}" type="presParOf" srcId="{A8AC569D-15EA-4CAE-962D-CBF6D71F9D9B}" destId="{32F735DE-1987-4547-91C0-0D5E643AF1F3}" srcOrd="0" destOrd="0" presId="urn:microsoft.com/office/officeart/2016/7/layout/RepeatingBendingProcessNew"/>
    <dgm:cxn modelId="{64C932CF-D86F-4A03-BB75-CF7D7E510F6F}" type="presParOf" srcId="{7F439A28-E701-4FD3-A1A9-7A5C83F03056}" destId="{13FE4F21-F5FE-4B96-846E-44B9252EC404}" srcOrd="32" destOrd="0" presId="urn:microsoft.com/office/officeart/2016/7/layout/RepeatingBendingProcessNew"/>
    <dgm:cxn modelId="{3978FAA8-C29A-4C4D-8FD2-006B78BFE03D}" type="presParOf" srcId="{7F439A28-E701-4FD3-A1A9-7A5C83F03056}" destId="{FDA0D42C-6164-4A7C-90F8-74B50DA7F64C}" srcOrd="33" destOrd="0" presId="urn:microsoft.com/office/officeart/2016/7/layout/RepeatingBendingProcessNew"/>
    <dgm:cxn modelId="{8F1918A0-D678-48C8-B6BC-2D1D239780CC}" type="presParOf" srcId="{FDA0D42C-6164-4A7C-90F8-74B50DA7F64C}" destId="{81D68A2E-39EA-46CE-A5D2-4A7DB6F80741}" srcOrd="0" destOrd="0" presId="urn:microsoft.com/office/officeart/2016/7/layout/RepeatingBendingProcessNew"/>
    <dgm:cxn modelId="{55261C33-095C-4B39-AA41-40078FA07DF6}" type="presParOf" srcId="{7F439A28-E701-4FD3-A1A9-7A5C83F03056}" destId="{5BA22964-980C-4D59-AED4-0A2BD94FB940}" srcOrd="34" destOrd="0" presId="urn:microsoft.com/office/officeart/2016/7/layout/RepeatingBendingProcessNew"/>
    <dgm:cxn modelId="{0627943C-06E8-49CA-908A-425655B5B349}" type="presParOf" srcId="{7F439A28-E701-4FD3-A1A9-7A5C83F03056}" destId="{FE328CC7-CE61-4873-B172-C1B8A093D997}" srcOrd="35" destOrd="0" presId="urn:microsoft.com/office/officeart/2016/7/layout/RepeatingBendingProcessNew"/>
    <dgm:cxn modelId="{E052F070-10B0-42EA-A6DA-4F3F073F9F56}" type="presParOf" srcId="{FE328CC7-CE61-4873-B172-C1B8A093D997}" destId="{98E0CFD7-4D29-45D1-A02A-1914243DC134}" srcOrd="0" destOrd="0" presId="urn:microsoft.com/office/officeart/2016/7/layout/RepeatingBendingProcessNew"/>
    <dgm:cxn modelId="{28AB8403-C782-4B4B-B530-BC03CA6878E7}" type="presParOf" srcId="{7F439A28-E701-4FD3-A1A9-7A5C83F03056}" destId="{863E3B34-25DB-4CCA-83F6-DF6272CCAFF6}" srcOrd="36" destOrd="0" presId="urn:microsoft.com/office/officeart/2016/7/layout/RepeatingBendingProcessNew"/>
    <dgm:cxn modelId="{5E81A512-B902-411A-A172-0081975EE037}" type="presParOf" srcId="{7F439A28-E701-4FD3-A1A9-7A5C83F03056}" destId="{0730EEA2-09AF-4FFC-BF9D-589E6CC24D39}" srcOrd="37" destOrd="0" presId="urn:microsoft.com/office/officeart/2016/7/layout/RepeatingBendingProcessNew"/>
    <dgm:cxn modelId="{DF6B1EDE-ED1D-4743-BE3A-FFF07EA13413}" type="presParOf" srcId="{0730EEA2-09AF-4FFC-BF9D-589E6CC24D39}" destId="{82218A60-A5AF-45D8-8BCF-FB3AB0F9B9B1}" srcOrd="0" destOrd="0" presId="urn:microsoft.com/office/officeart/2016/7/layout/RepeatingBendingProcessNew"/>
    <dgm:cxn modelId="{8ABB14CE-D1FA-4D76-A35B-612B13B15EA1}" type="presParOf" srcId="{7F439A28-E701-4FD3-A1A9-7A5C83F03056}" destId="{22A0C6A7-6E15-4F41-9913-A2080408E4A9}" srcOrd="38" destOrd="0" presId="urn:microsoft.com/office/officeart/2016/7/layout/RepeatingBendingProcessNew"/>
    <dgm:cxn modelId="{12AF045C-5B04-4C5A-AA21-5E4F07A6CBDE}" type="presParOf" srcId="{7F439A28-E701-4FD3-A1A9-7A5C83F03056}" destId="{677E01A0-AE09-44C4-B705-9EC4E60821D3}" srcOrd="39" destOrd="0" presId="urn:microsoft.com/office/officeart/2016/7/layout/RepeatingBendingProcessNew"/>
    <dgm:cxn modelId="{0A383CCB-9057-4AFF-9CDB-62662760E7FC}" type="presParOf" srcId="{677E01A0-AE09-44C4-B705-9EC4E60821D3}" destId="{BADC97E2-8FE5-4050-AF84-426429616F31}" srcOrd="0" destOrd="0" presId="urn:microsoft.com/office/officeart/2016/7/layout/RepeatingBendingProcessNew"/>
    <dgm:cxn modelId="{119B08AD-2622-4E39-827A-2885A86AD713}" type="presParOf" srcId="{7F439A28-E701-4FD3-A1A9-7A5C83F03056}" destId="{B8C15985-7CCA-4021-AA70-697A84E1BC59}" srcOrd="40" destOrd="0" presId="urn:microsoft.com/office/officeart/2016/7/layout/RepeatingBendingProcessNew"/>
    <dgm:cxn modelId="{B914BF04-467E-4916-931D-0AB4632E051F}" type="presParOf" srcId="{7F439A28-E701-4FD3-A1A9-7A5C83F03056}" destId="{BB754C06-E875-4954-BB27-1A1A58228EC6}" srcOrd="41" destOrd="0" presId="urn:microsoft.com/office/officeart/2016/7/layout/RepeatingBendingProcessNew"/>
    <dgm:cxn modelId="{DAE95E98-4E0F-4792-AC8B-8AC93218A397}" type="presParOf" srcId="{BB754C06-E875-4954-BB27-1A1A58228EC6}" destId="{49A08A04-99B8-48BB-8DB0-663B2DA19A9A}" srcOrd="0" destOrd="0" presId="urn:microsoft.com/office/officeart/2016/7/layout/RepeatingBendingProcessNew"/>
    <dgm:cxn modelId="{0616FE60-B262-4D2F-BE15-DFE8F7C6F6AB}" type="presParOf" srcId="{7F439A28-E701-4FD3-A1A9-7A5C83F03056}" destId="{EAFFD13F-CBA6-416B-9460-6EE54B0D4313}" srcOrd="42" destOrd="0" presId="urn:microsoft.com/office/officeart/2016/7/layout/RepeatingBendingProcessNew"/>
    <dgm:cxn modelId="{280F112D-D367-4C11-B10B-9F224DADEF74}" type="presParOf" srcId="{7F439A28-E701-4FD3-A1A9-7A5C83F03056}" destId="{D834D719-C5FE-47DB-82A2-61D6435CFFEF}" srcOrd="43" destOrd="0" presId="urn:microsoft.com/office/officeart/2016/7/layout/RepeatingBendingProcessNew"/>
    <dgm:cxn modelId="{35618861-91BE-4337-9F74-15E1330587F5}" type="presParOf" srcId="{D834D719-C5FE-47DB-82A2-61D6435CFFEF}" destId="{21243846-283D-4C91-A7D4-67C8F9A2A39D}" srcOrd="0" destOrd="0" presId="urn:microsoft.com/office/officeart/2016/7/layout/RepeatingBendingProcessNew"/>
    <dgm:cxn modelId="{F0DB0F37-C6AD-437B-9D7F-0F7569299E82}" type="presParOf" srcId="{7F439A28-E701-4FD3-A1A9-7A5C83F03056}" destId="{77F96ACA-317F-4046-95D3-B9AEE992D87F}" srcOrd="44" destOrd="0" presId="urn:microsoft.com/office/officeart/2016/7/layout/RepeatingBendingProcessNew"/>
    <dgm:cxn modelId="{1F9CB28F-6F12-40C3-955C-F41B752F27C1}" type="presParOf" srcId="{7F439A28-E701-4FD3-A1A9-7A5C83F03056}" destId="{01700111-911B-42EC-BCDD-8D2D5DAFA364}" srcOrd="45" destOrd="0" presId="urn:microsoft.com/office/officeart/2016/7/layout/RepeatingBendingProcessNew"/>
    <dgm:cxn modelId="{F3A59C3F-30BE-4B24-9E36-AC4F3E5E1E87}" type="presParOf" srcId="{01700111-911B-42EC-BCDD-8D2D5DAFA364}" destId="{34524124-CADE-4954-9312-DEA5606609F1}" srcOrd="0" destOrd="0" presId="urn:microsoft.com/office/officeart/2016/7/layout/RepeatingBendingProcessNew"/>
    <dgm:cxn modelId="{A9BD75D2-2A79-4C89-ACC9-EA1F7F5640FA}" type="presParOf" srcId="{7F439A28-E701-4FD3-A1A9-7A5C83F03056}" destId="{D7D1929F-DD9B-4840-BA08-0037399C120A}" srcOrd="46" destOrd="0" presId="urn:microsoft.com/office/officeart/2016/7/layout/RepeatingBendingProcessNew"/>
    <dgm:cxn modelId="{0D44B4BD-9481-4C61-96C6-1DCF17B403BD}" type="presParOf" srcId="{7F439A28-E701-4FD3-A1A9-7A5C83F03056}" destId="{D0A1C659-C31D-4379-894A-C71B596A242C}" srcOrd="47" destOrd="0" presId="urn:microsoft.com/office/officeart/2016/7/layout/RepeatingBendingProcessNew"/>
    <dgm:cxn modelId="{3BF17877-55FD-476D-BE64-206461B509E1}" type="presParOf" srcId="{D0A1C659-C31D-4379-894A-C71B596A242C}" destId="{8FF5E2C7-08D1-4E8C-B163-2C64F214B982}" srcOrd="0" destOrd="0" presId="urn:microsoft.com/office/officeart/2016/7/layout/RepeatingBendingProcessNew"/>
    <dgm:cxn modelId="{34AF0FC3-B257-4374-9D8E-E644E26765B2}" type="presParOf" srcId="{7F439A28-E701-4FD3-A1A9-7A5C83F03056}" destId="{AAB4E942-0668-43E8-941F-7A4E6836259F}" srcOrd="48" destOrd="0" presId="urn:microsoft.com/office/officeart/2016/7/layout/RepeatingBendingProcessNew"/>
    <dgm:cxn modelId="{0458546F-6B6B-4825-BFC6-7F21FC146C7F}" type="presParOf" srcId="{7F439A28-E701-4FD3-A1A9-7A5C83F03056}" destId="{47803355-406A-4DE0-9F83-A9DF2F8EE0F9}" srcOrd="49" destOrd="0" presId="urn:microsoft.com/office/officeart/2016/7/layout/RepeatingBendingProcessNew"/>
    <dgm:cxn modelId="{C073A34F-7D80-40C1-8E1A-0512C85CA54D}" type="presParOf" srcId="{47803355-406A-4DE0-9F83-A9DF2F8EE0F9}" destId="{8C426CDF-A5C4-4FE9-AD92-6742548E3938}" srcOrd="0" destOrd="0" presId="urn:microsoft.com/office/officeart/2016/7/layout/RepeatingBendingProcessNew"/>
    <dgm:cxn modelId="{C95BE49F-FBBA-4CCF-B35F-1FF6463659A1}" type="presParOf" srcId="{7F439A28-E701-4FD3-A1A9-7A5C83F03056}" destId="{B1A3EB5E-CB2D-4159-8C38-8CADCC80C67D}" srcOrd="50" destOrd="0" presId="urn:microsoft.com/office/officeart/2016/7/layout/RepeatingBendingProcessNew"/>
    <dgm:cxn modelId="{E104DD1C-54FE-4976-8297-ECCFEC621478}" type="presParOf" srcId="{7F439A28-E701-4FD3-A1A9-7A5C83F03056}" destId="{AA368BFD-6C82-473B-B711-5984CECADFD9}" srcOrd="51" destOrd="0" presId="urn:microsoft.com/office/officeart/2016/7/layout/RepeatingBendingProcessNew"/>
    <dgm:cxn modelId="{339219DF-9940-4B8C-A861-514FFA23635D}" type="presParOf" srcId="{AA368BFD-6C82-473B-B711-5984CECADFD9}" destId="{D27A2A68-7EDC-4D68-A7F4-14848671C2BA}" srcOrd="0" destOrd="0" presId="urn:microsoft.com/office/officeart/2016/7/layout/RepeatingBendingProcessNew"/>
    <dgm:cxn modelId="{98326976-58BF-4EDF-B0F3-95CB79DD17D1}" type="presParOf" srcId="{7F439A28-E701-4FD3-A1A9-7A5C83F03056}" destId="{952E826F-7851-4F7C-88E4-8F01A05BEF5E}" srcOrd="52" destOrd="0" presId="urn:microsoft.com/office/officeart/2016/7/layout/RepeatingBendingProcessNew"/>
    <dgm:cxn modelId="{89E6DC8B-54A3-4D20-AEC9-9FAF6A980489}" type="presParOf" srcId="{7F439A28-E701-4FD3-A1A9-7A5C83F03056}" destId="{49384FA1-B6ED-4512-8929-3CC10F7930AC}" srcOrd="53" destOrd="0" presId="urn:microsoft.com/office/officeart/2016/7/layout/RepeatingBendingProcessNew"/>
    <dgm:cxn modelId="{32E3011E-6E87-4B88-B7EB-9A74B7D08AFF}" type="presParOf" srcId="{49384FA1-B6ED-4512-8929-3CC10F7930AC}" destId="{8C0D365D-723D-4E3D-83DD-71C59695E3DD}" srcOrd="0" destOrd="0" presId="urn:microsoft.com/office/officeart/2016/7/layout/RepeatingBendingProcessNew"/>
    <dgm:cxn modelId="{A3CEEA42-9238-4868-9CBB-0DF095E78806}" type="presParOf" srcId="{7F439A28-E701-4FD3-A1A9-7A5C83F03056}" destId="{C01BBEEE-C660-43E8-9FA0-42CECDAE25DB}" srcOrd="5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6ED9F94-EB46-4CEB-82FE-CC5531BF534C}" type="doc">
      <dgm:prSet loTypeId="urn:microsoft.com/office/officeart/2016/7/layout/RepeatingBendingProcessNew" loCatId="process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EB36A73-EAE2-41A5-BFB0-A05F493B6524}">
      <dgm:prSet/>
      <dgm:spPr/>
      <dgm:t>
        <a:bodyPr/>
        <a:lstStyle/>
        <a:p>
          <a:r>
            <a:rPr lang="pl-PL"/>
            <a:t>Możliwość awansu </a:t>
          </a:r>
          <a:endParaRPr lang="en-US"/>
        </a:p>
      </dgm:t>
    </dgm:pt>
    <dgm:pt modelId="{FBB55931-F964-48A9-82BD-BB617ECE3170}" type="parTrans" cxnId="{31CB6474-6763-4ECE-BB81-565796A6E874}">
      <dgm:prSet/>
      <dgm:spPr/>
      <dgm:t>
        <a:bodyPr/>
        <a:lstStyle/>
        <a:p>
          <a:endParaRPr lang="en-US"/>
        </a:p>
      </dgm:t>
    </dgm:pt>
    <dgm:pt modelId="{E4E4A537-98EA-4FAD-9C23-2A09918B22EF}" type="sibTrans" cxnId="{31CB6474-6763-4ECE-BB81-565796A6E874}">
      <dgm:prSet/>
      <dgm:spPr/>
      <dgm:t>
        <a:bodyPr/>
        <a:lstStyle/>
        <a:p>
          <a:endParaRPr lang="en-US"/>
        </a:p>
      </dgm:t>
    </dgm:pt>
    <dgm:pt modelId="{53D0BFCC-8BC3-4484-987D-9363B7393160}">
      <dgm:prSet/>
      <dgm:spPr/>
      <dgm:t>
        <a:bodyPr/>
        <a:lstStyle/>
        <a:p>
          <a:r>
            <a:rPr lang="pl-PL"/>
            <a:t>Docenianie</a:t>
          </a:r>
          <a:endParaRPr lang="en-US"/>
        </a:p>
      </dgm:t>
    </dgm:pt>
    <dgm:pt modelId="{80A7E3B6-439E-4D32-9873-29487D0A3EE0}" type="parTrans" cxnId="{77E34CE1-637B-4F3E-BAA7-DD6E3CC31AE8}">
      <dgm:prSet/>
      <dgm:spPr/>
      <dgm:t>
        <a:bodyPr/>
        <a:lstStyle/>
        <a:p>
          <a:endParaRPr lang="en-US"/>
        </a:p>
      </dgm:t>
    </dgm:pt>
    <dgm:pt modelId="{0CABEC53-BEA1-4B37-AECB-30D8ADDC2A7A}" type="sibTrans" cxnId="{77E34CE1-637B-4F3E-BAA7-DD6E3CC31AE8}">
      <dgm:prSet/>
      <dgm:spPr/>
      <dgm:t>
        <a:bodyPr/>
        <a:lstStyle/>
        <a:p>
          <a:endParaRPr lang="en-US"/>
        </a:p>
      </dgm:t>
    </dgm:pt>
    <dgm:pt modelId="{EC685035-4ADE-44CB-8E9E-E253D9B07790}">
      <dgm:prSet/>
      <dgm:spPr/>
      <dgm:t>
        <a:bodyPr/>
        <a:lstStyle/>
        <a:p>
          <a:r>
            <a:rPr lang="pl-PL"/>
            <a:t>Autonomia</a:t>
          </a:r>
          <a:endParaRPr lang="en-US"/>
        </a:p>
      </dgm:t>
    </dgm:pt>
    <dgm:pt modelId="{08E7BB59-9B86-4497-9385-49363CE405B7}" type="parTrans" cxnId="{70656203-8FEF-4EED-A9E3-013F0CF9230A}">
      <dgm:prSet/>
      <dgm:spPr/>
      <dgm:t>
        <a:bodyPr/>
        <a:lstStyle/>
        <a:p>
          <a:endParaRPr lang="en-US"/>
        </a:p>
      </dgm:t>
    </dgm:pt>
    <dgm:pt modelId="{34CDA897-FCDE-4A11-AFE4-B6EFAB8DC357}" type="sibTrans" cxnId="{70656203-8FEF-4EED-A9E3-013F0CF9230A}">
      <dgm:prSet/>
      <dgm:spPr/>
      <dgm:t>
        <a:bodyPr/>
        <a:lstStyle/>
        <a:p>
          <a:endParaRPr lang="en-US"/>
        </a:p>
      </dgm:t>
    </dgm:pt>
    <dgm:pt modelId="{53EAD0E6-12BB-4B8C-8C4E-577ABB556FCC}">
      <dgm:prSet/>
      <dgm:spPr/>
      <dgm:t>
        <a:bodyPr/>
        <a:lstStyle/>
        <a:p>
          <a:r>
            <a:rPr lang="pl-PL"/>
            <a:t>Nagrody finansowe</a:t>
          </a:r>
          <a:endParaRPr lang="en-US"/>
        </a:p>
      </dgm:t>
    </dgm:pt>
    <dgm:pt modelId="{DD9E0741-89DA-41BF-A2EA-567A2C86A1C1}" type="parTrans" cxnId="{3B63F3BF-B4A7-48C4-A300-0D16C59D6B7C}">
      <dgm:prSet/>
      <dgm:spPr/>
      <dgm:t>
        <a:bodyPr/>
        <a:lstStyle/>
        <a:p>
          <a:endParaRPr lang="en-US"/>
        </a:p>
      </dgm:t>
    </dgm:pt>
    <dgm:pt modelId="{2C334FB8-3B42-4658-A29B-EB91DA1897D3}" type="sibTrans" cxnId="{3B63F3BF-B4A7-48C4-A300-0D16C59D6B7C}">
      <dgm:prSet/>
      <dgm:spPr/>
      <dgm:t>
        <a:bodyPr/>
        <a:lstStyle/>
        <a:p>
          <a:endParaRPr lang="en-US"/>
        </a:p>
      </dgm:t>
    </dgm:pt>
    <dgm:pt modelId="{A00912A1-5334-4B6E-BF93-CB92866BDDEA}">
      <dgm:prSet/>
      <dgm:spPr/>
      <dgm:t>
        <a:bodyPr/>
        <a:lstStyle/>
        <a:p>
          <a:r>
            <a:rPr lang="pl-PL"/>
            <a:t>Jasność celów </a:t>
          </a:r>
          <a:endParaRPr lang="en-US"/>
        </a:p>
      </dgm:t>
    </dgm:pt>
    <dgm:pt modelId="{92ED123C-34D7-4E03-9B6D-0EF0BFF73ED7}" type="parTrans" cxnId="{4B9FEB71-811D-4A8C-A6B1-18F04FD2EC5E}">
      <dgm:prSet/>
      <dgm:spPr/>
      <dgm:t>
        <a:bodyPr/>
        <a:lstStyle/>
        <a:p>
          <a:endParaRPr lang="en-US"/>
        </a:p>
      </dgm:t>
    </dgm:pt>
    <dgm:pt modelId="{A24279D6-DEC5-4C06-BDEA-C0F8AD590008}" type="sibTrans" cxnId="{4B9FEB71-811D-4A8C-A6B1-18F04FD2EC5E}">
      <dgm:prSet/>
      <dgm:spPr/>
      <dgm:t>
        <a:bodyPr/>
        <a:lstStyle/>
        <a:p>
          <a:endParaRPr lang="en-US"/>
        </a:p>
      </dgm:t>
    </dgm:pt>
    <dgm:pt modelId="{E7A2DD28-DD95-4948-947A-A11F18BACB69}">
      <dgm:prSet/>
      <dgm:spPr/>
      <dgm:t>
        <a:bodyPr/>
        <a:lstStyle/>
        <a:p>
          <a:r>
            <a:rPr lang="pl-PL"/>
            <a:t>Informacja</a:t>
          </a:r>
          <a:endParaRPr lang="en-US"/>
        </a:p>
      </dgm:t>
    </dgm:pt>
    <dgm:pt modelId="{2BBC3888-1375-46FF-AEFC-D9088153DF2B}" type="parTrans" cxnId="{C359AECC-31AF-4015-98B2-E8171DE47AB8}">
      <dgm:prSet/>
      <dgm:spPr/>
      <dgm:t>
        <a:bodyPr/>
        <a:lstStyle/>
        <a:p>
          <a:endParaRPr lang="en-US"/>
        </a:p>
      </dgm:t>
    </dgm:pt>
    <dgm:pt modelId="{0E0CF1A1-FB41-41C9-AC00-3FDE6234E121}" type="sibTrans" cxnId="{C359AECC-31AF-4015-98B2-E8171DE47AB8}">
      <dgm:prSet/>
      <dgm:spPr/>
      <dgm:t>
        <a:bodyPr/>
        <a:lstStyle/>
        <a:p>
          <a:endParaRPr lang="en-US"/>
        </a:p>
      </dgm:t>
    </dgm:pt>
    <dgm:pt modelId="{AD0DD6DE-213A-4513-99B1-247C09C4818A}">
      <dgm:prSet/>
      <dgm:spPr/>
      <dgm:t>
        <a:bodyPr/>
        <a:lstStyle/>
        <a:p>
          <a:r>
            <a:rPr lang="pl-PL"/>
            <a:t>Klimat innowacyjny </a:t>
          </a:r>
          <a:endParaRPr lang="en-US"/>
        </a:p>
      </dgm:t>
    </dgm:pt>
    <dgm:pt modelId="{2D27D56E-7E0D-4F83-9EFC-79D2223D6ECC}" type="parTrans" cxnId="{66BE2E82-7B9D-4BA5-A315-858CC78D373D}">
      <dgm:prSet/>
      <dgm:spPr/>
      <dgm:t>
        <a:bodyPr/>
        <a:lstStyle/>
        <a:p>
          <a:endParaRPr lang="en-US"/>
        </a:p>
      </dgm:t>
    </dgm:pt>
    <dgm:pt modelId="{F14CEDDE-CDAF-4E4A-A568-CD05E23F30BD}" type="sibTrans" cxnId="{66BE2E82-7B9D-4BA5-A315-858CC78D373D}">
      <dgm:prSet/>
      <dgm:spPr/>
      <dgm:t>
        <a:bodyPr/>
        <a:lstStyle/>
        <a:p>
          <a:endParaRPr lang="en-US"/>
        </a:p>
      </dgm:t>
    </dgm:pt>
    <dgm:pt modelId="{2AB64119-2262-42EE-914D-B6ED8CEA76CF}">
      <dgm:prSet/>
      <dgm:spPr/>
      <dgm:t>
        <a:bodyPr/>
        <a:lstStyle/>
        <a:p>
          <a:r>
            <a:rPr lang="pl-PL"/>
            <a:t>Wyzwanie zawodowe</a:t>
          </a:r>
          <a:endParaRPr lang="en-US"/>
        </a:p>
      </dgm:t>
    </dgm:pt>
    <dgm:pt modelId="{C207650D-2732-44B2-85B1-8AE087269B0B}" type="parTrans" cxnId="{83AF1CFA-03E2-4A96-BA0A-CBDEB3F5F132}">
      <dgm:prSet/>
      <dgm:spPr/>
      <dgm:t>
        <a:bodyPr/>
        <a:lstStyle/>
        <a:p>
          <a:endParaRPr lang="en-US"/>
        </a:p>
      </dgm:t>
    </dgm:pt>
    <dgm:pt modelId="{08721671-55F5-4F0D-86F9-16277DC374DF}" type="sibTrans" cxnId="{83AF1CFA-03E2-4A96-BA0A-CBDEB3F5F132}">
      <dgm:prSet/>
      <dgm:spPr/>
      <dgm:t>
        <a:bodyPr/>
        <a:lstStyle/>
        <a:p>
          <a:endParaRPr lang="en-US"/>
        </a:p>
      </dgm:t>
    </dgm:pt>
    <dgm:pt modelId="{034E73A7-E926-4A07-9250-14454FA7E386}">
      <dgm:prSet/>
      <dgm:spPr/>
      <dgm:t>
        <a:bodyPr/>
        <a:lstStyle/>
        <a:p>
          <a:r>
            <a:rPr lang="pl-PL"/>
            <a:t>Wiedza </a:t>
          </a:r>
          <a:endParaRPr lang="en-US"/>
        </a:p>
      </dgm:t>
    </dgm:pt>
    <dgm:pt modelId="{A85FE2CB-98DC-41CA-B1BE-F3270D72C42E}" type="parTrans" cxnId="{285D0A35-E1F8-4A88-8D1B-BC3427911B0B}">
      <dgm:prSet/>
      <dgm:spPr/>
      <dgm:t>
        <a:bodyPr/>
        <a:lstStyle/>
        <a:p>
          <a:endParaRPr lang="en-US"/>
        </a:p>
      </dgm:t>
    </dgm:pt>
    <dgm:pt modelId="{8F577111-94B0-42CB-8014-735AE962189F}" type="sibTrans" cxnId="{285D0A35-E1F8-4A88-8D1B-BC3427911B0B}">
      <dgm:prSet/>
      <dgm:spPr/>
      <dgm:t>
        <a:bodyPr/>
        <a:lstStyle/>
        <a:p>
          <a:endParaRPr lang="en-US"/>
        </a:p>
      </dgm:t>
    </dgm:pt>
    <dgm:pt modelId="{6470AC57-C2FC-4F60-82B2-D52ED266B28E}">
      <dgm:prSet/>
      <dgm:spPr/>
      <dgm:t>
        <a:bodyPr/>
        <a:lstStyle/>
        <a:p>
          <a:r>
            <a:rPr lang="pl-PL"/>
            <a:t>Przywództwo</a:t>
          </a:r>
          <a:endParaRPr lang="en-US"/>
        </a:p>
      </dgm:t>
    </dgm:pt>
    <dgm:pt modelId="{A14D41F9-AA15-4EC3-8D38-666B771CAC30}" type="parTrans" cxnId="{BC971FC0-573A-4700-B5B8-9B8541A289CE}">
      <dgm:prSet/>
      <dgm:spPr/>
      <dgm:t>
        <a:bodyPr/>
        <a:lstStyle/>
        <a:p>
          <a:endParaRPr lang="en-US"/>
        </a:p>
      </dgm:t>
    </dgm:pt>
    <dgm:pt modelId="{C3936FA2-12CD-4A26-B857-6E96DCEBEA38}" type="sibTrans" cxnId="{BC971FC0-573A-4700-B5B8-9B8541A289CE}">
      <dgm:prSet/>
      <dgm:spPr/>
      <dgm:t>
        <a:bodyPr/>
        <a:lstStyle/>
        <a:p>
          <a:endParaRPr lang="en-US"/>
        </a:p>
      </dgm:t>
    </dgm:pt>
    <dgm:pt modelId="{8FDDC544-0D89-4F21-867E-FF37A6834722}">
      <dgm:prSet/>
      <dgm:spPr/>
      <dgm:t>
        <a:bodyPr/>
        <a:lstStyle/>
        <a:p>
          <a:r>
            <a:rPr lang="pl-PL"/>
            <a:t>Możliwości rozwoju zawodowego </a:t>
          </a:r>
          <a:endParaRPr lang="en-US"/>
        </a:p>
      </dgm:t>
    </dgm:pt>
    <dgm:pt modelId="{68444D20-3BEC-4392-A395-A3F85E2E0587}" type="parTrans" cxnId="{D1B59287-5D3C-45FB-980D-499DE424C582}">
      <dgm:prSet/>
      <dgm:spPr/>
      <dgm:t>
        <a:bodyPr/>
        <a:lstStyle/>
        <a:p>
          <a:endParaRPr lang="en-US"/>
        </a:p>
      </dgm:t>
    </dgm:pt>
    <dgm:pt modelId="{CEF6AC0A-BAB5-4085-9DB9-090D8CCB326C}" type="sibTrans" cxnId="{D1B59287-5D3C-45FB-980D-499DE424C582}">
      <dgm:prSet/>
      <dgm:spPr/>
      <dgm:t>
        <a:bodyPr/>
        <a:lstStyle/>
        <a:p>
          <a:endParaRPr lang="en-US"/>
        </a:p>
      </dgm:t>
    </dgm:pt>
    <dgm:pt modelId="{47ED39BB-FE01-4C67-9988-155CE37691AA}">
      <dgm:prSet/>
      <dgm:spPr/>
      <dgm:t>
        <a:bodyPr/>
        <a:lstStyle/>
        <a:p>
          <a:r>
            <a:rPr lang="pl-PL"/>
            <a:t>Udział w podejmowaniu decyzji</a:t>
          </a:r>
          <a:endParaRPr lang="en-US"/>
        </a:p>
      </dgm:t>
    </dgm:pt>
    <dgm:pt modelId="{D9AF8435-0A94-4D17-898E-2ABE1DA0D224}" type="parTrans" cxnId="{D94B1773-29AA-48FA-8204-898A831069B4}">
      <dgm:prSet/>
      <dgm:spPr/>
      <dgm:t>
        <a:bodyPr/>
        <a:lstStyle/>
        <a:p>
          <a:endParaRPr lang="en-US"/>
        </a:p>
      </dgm:t>
    </dgm:pt>
    <dgm:pt modelId="{9A4ECF5A-8B36-4426-B955-744DB955A892}" type="sibTrans" cxnId="{D94B1773-29AA-48FA-8204-898A831069B4}">
      <dgm:prSet/>
      <dgm:spPr/>
      <dgm:t>
        <a:bodyPr/>
        <a:lstStyle/>
        <a:p>
          <a:endParaRPr lang="en-US"/>
        </a:p>
      </dgm:t>
    </dgm:pt>
    <dgm:pt modelId="{8F9A2DDF-5C2C-49CB-9064-4BC7C0C90E3A}">
      <dgm:prSet/>
      <dgm:spPr/>
      <dgm:t>
        <a:bodyPr/>
        <a:lstStyle/>
        <a:p>
          <a:r>
            <a:rPr lang="pl-PL"/>
            <a:t>Informacje zwrotne dotyczące wyników</a:t>
          </a:r>
          <a:endParaRPr lang="en-US"/>
        </a:p>
      </dgm:t>
    </dgm:pt>
    <dgm:pt modelId="{F7ED58E8-E463-4655-8CE2-8C3452802188}" type="parTrans" cxnId="{7C4BE23D-164F-4C9E-9436-D62C23482FBB}">
      <dgm:prSet/>
      <dgm:spPr/>
      <dgm:t>
        <a:bodyPr/>
        <a:lstStyle/>
        <a:p>
          <a:endParaRPr lang="en-US"/>
        </a:p>
      </dgm:t>
    </dgm:pt>
    <dgm:pt modelId="{3B9418D4-7E64-4CC2-B568-6A1C46468936}" type="sibTrans" cxnId="{7C4BE23D-164F-4C9E-9436-D62C23482FBB}">
      <dgm:prSet/>
      <dgm:spPr/>
      <dgm:t>
        <a:bodyPr/>
        <a:lstStyle/>
        <a:p>
          <a:endParaRPr lang="en-US"/>
        </a:p>
      </dgm:t>
    </dgm:pt>
    <dgm:pt modelId="{607EC384-444D-42AD-831C-0D0073ABADFA}">
      <dgm:prSet/>
      <dgm:spPr/>
      <dgm:t>
        <a:bodyPr/>
        <a:lstStyle/>
        <a:p>
          <a:r>
            <a:rPr lang="pl-PL"/>
            <a:t>Pozytywny wpływ rodziny na pracę </a:t>
          </a:r>
          <a:endParaRPr lang="en-US"/>
        </a:p>
      </dgm:t>
    </dgm:pt>
    <dgm:pt modelId="{01A413C5-4DF8-4BA2-B4BB-76FA7EB5FCA2}" type="parTrans" cxnId="{8E1BBE3D-F7C1-4DAB-ADA9-CA1B3794E90D}">
      <dgm:prSet/>
      <dgm:spPr/>
      <dgm:t>
        <a:bodyPr/>
        <a:lstStyle/>
        <a:p>
          <a:endParaRPr lang="en-US"/>
        </a:p>
      </dgm:t>
    </dgm:pt>
    <dgm:pt modelId="{6546121C-4C41-4041-976A-4C6E820BD28E}" type="sibTrans" cxnId="{8E1BBE3D-F7C1-4DAB-ADA9-CA1B3794E90D}">
      <dgm:prSet/>
      <dgm:spPr/>
      <dgm:t>
        <a:bodyPr/>
        <a:lstStyle/>
        <a:p>
          <a:endParaRPr lang="en-US"/>
        </a:p>
      </dgm:t>
    </dgm:pt>
    <dgm:pt modelId="{BA487604-CC60-4E4E-989C-3EED437D004E}">
      <dgm:prSet/>
      <dgm:spPr/>
      <dgm:t>
        <a:bodyPr/>
        <a:lstStyle/>
        <a:p>
          <a:r>
            <a:rPr lang="pl-PL"/>
            <a:t>Duma zawodowa</a:t>
          </a:r>
          <a:endParaRPr lang="en-US"/>
        </a:p>
      </dgm:t>
    </dgm:pt>
    <dgm:pt modelId="{7F17286F-DC3F-438A-BDE6-EFD6E45BE873}" type="parTrans" cxnId="{4B07FEDA-0AD9-4C49-BAFA-1B915EB63CB3}">
      <dgm:prSet/>
      <dgm:spPr/>
      <dgm:t>
        <a:bodyPr/>
        <a:lstStyle/>
        <a:p>
          <a:endParaRPr lang="en-US"/>
        </a:p>
      </dgm:t>
    </dgm:pt>
    <dgm:pt modelId="{2E604646-D217-41F3-A089-559A44F397C1}" type="sibTrans" cxnId="{4B07FEDA-0AD9-4C49-BAFA-1B915EB63CB3}">
      <dgm:prSet/>
      <dgm:spPr/>
      <dgm:t>
        <a:bodyPr/>
        <a:lstStyle/>
        <a:p>
          <a:endParaRPr lang="en-US"/>
        </a:p>
      </dgm:t>
    </dgm:pt>
    <dgm:pt modelId="{EB2C7F29-378A-423D-A284-88964A585C70}">
      <dgm:prSet/>
      <dgm:spPr/>
      <dgm:t>
        <a:bodyPr/>
        <a:lstStyle/>
        <a:p>
          <a:r>
            <a:rPr lang="pl-PL"/>
            <a:t>Sprawiedliwość proceduralna </a:t>
          </a:r>
          <a:endParaRPr lang="en-US"/>
        </a:p>
      </dgm:t>
    </dgm:pt>
    <dgm:pt modelId="{1AF7186F-048D-4F51-9D73-33E24AFC573E}" type="parTrans" cxnId="{9CA200EC-2543-4D4B-A007-D334F2A6404E}">
      <dgm:prSet/>
      <dgm:spPr/>
      <dgm:t>
        <a:bodyPr/>
        <a:lstStyle/>
        <a:p>
          <a:endParaRPr lang="en-US"/>
        </a:p>
      </dgm:t>
    </dgm:pt>
    <dgm:pt modelId="{09A6F4B6-059C-4CCD-90F4-8325BC050C31}" type="sibTrans" cxnId="{9CA200EC-2543-4D4B-A007-D334F2A6404E}">
      <dgm:prSet/>
      <dgm:spPr/>
      <dgm:t>
        <a:bodyPr/>
        <a:lstStyle/>
        <a:p>
          <a:endParaRPr lang="en-US"/>
        </a:p>
      </dgm:t>
    </dgm:pt>
    <dgm:pt modelId="{33B3F3CC-1251-4499-ABC4-249875393C90}">
      <dgm:prSet/>
      <dgm:spPr/>
      <dgm:t>
        <a:bodyPr/>
        <a:lstStyle/>
        <a:p>
          <a:r>
            <a:rPr lang="pl-PL"/>
            <a:t>Pozytywne kontakty z pacjentami</a:t>
          </a:r>
          <a:endParaRPr lang="en-US"/>
        </a:p>
      </dgm:t>
    </dgm:pt>
    <dgm:pt modelId="{600F8075-E535-4232-B64B-D86D5965E851}" type="parTrans" cxnId="{EBE6E6F5-9229-44AA-BC3E-A47743A15B31}">
      <dgm:prSet/>
      <dgm:spPr/>
      <dgm:t>
        <a:bodyPr/>
        <a:lstStyle/>
        <a:p>
          <a:endParaRPr lang="en-US"/>
        </a:p>
      </dgm:t>
    </dgm:pt>
    <dgm:pt modelId="{F9B3D9B9-9C75-4B03-838E-CE591D08D248}" type="sibTrans" cxnId="{EBE6E6F5-9229-44AA-BC3E-A47743A15B31}">
      <dgm:prSet/>
      <dgm:spPr/>
      <dgm:t>
        <a:bodyPr/>
        <a:lstStyle/>
        <a:p>
          <a:endParaRPr lang="en-US"/>
        </a:p>
      </dgm:t>
    </dgm:pt>
    <dgm:pt modelId="{8CBD4148-2603-492F-86A8-262C991D18A7}">
      <dgm:prSet/>
      <dgm:spPr/>
      <dgm:t>
        <a:bodyPr/>
        <a:lstStyle/>
        <a:p>
          <a:r>
            <a:rPr lang="pl-PL"/>
            <a:t>Jakość relacji z przełożonym </a:t>
          </a:r>
          <a:endParaRPr lang="en-US"/>
        </a:p>
      </dgm:t>
    </dgm:pt>
    <dgm:pt modelId="{CD995C20-6BBE-4D1F-AF3E-9DD1C284ED0B}" type="parTrans" cxnId="{26D5330B-34C5-45EE-9411-24DB4E4C25A6}">
      <dgm:prSet/>
      <dgm:spPr/>
      <dgm:t>
        <a:bodyPr/>
        <a:lstStyle/>
        <a:p>
          <a:endParaRPr lang="en-US"/>
        </a:p>
      </dgm:t>
    </dgm:pt>
    <dgm:pt modelId="{5EF52E30-A9C3-4D92-87C0-38CD9A973C79}" type="sibTrans" cxnId="{26D5330B-34C5-45EE-9411-24DB4E4C25A6}">
      <dgm:prSet/>
      <dgm:spPr/>
      <dgm:t>
        <a:bodyPr/>
        <a:lstStyle/>
        <a:p>
          <a:endParaRPr lang="en-US"/>
        </a:p>
      </dgm:t>
    </dgm:pt>
    <dgm:pt modelId="{D9F63099-6E2E-46A9-8C33-780F8CEDA9DD}">
      <dgm:prSet/>
      <dgm:spPr/>
      <dgm:t>
        <a:bodyPr/>
        <a:lstStyle/>
        <a:p>
          <a:r>
            <a:rPr lang="pl-PL"/>
            <a:t>Klimat bezpieczeństwa</a:t>
          </a:r>
          <a:endParaRPr lang="en-US"/>
        </a:p>
      </dgm:t>
    </dgm:pt>
    <dgm:pt modelId="{800DF10B-DDCB-49DE-8F44-915E679C034D}" type="parTrans" cxnId="{48D729CD-A593-4473-83C9-A08F38ED7A4A}">
      <dgm:prSet/>
      <dgm:spPr/>
      <dgm:t>
        <a:bodyPr/>
        <a:lstStyle/>
        <a:p>
          <a:endParaRPr lang="en-US"/>
        </a:p>
      </dgm:t>
    </dgm:pt>
    <dgm:pt modelId="{8A80D763-698C-40E8-85C3-57C10EA5E0E6}" type="sibTrans" cxnId="{48D729CD-A593-4473-83C9-A08F38ED7A4A}">
      <dgm:prSet/>
      <dgm:spPr/>
      <dgm:t>
        <a:bodyPr/>
        <a:lstStyle/>
        <a:p>
          <a:endParaRPr lang="en-US"/>
        </a:p>
      </dgm:t>
    </dgm:pt>
    <dgm:pt modelId="{348E2719-7D27-4E5D-9406-70A60CD9CF56}">
      <dgm:prSet/>
      <dgm:spPr/>
      <dgm:t>
        <a:bodyPr/>
        <a:lstStyle/>
        <a:p>
          <a:r>
            <a:rPr lang="pl-PL"/>
            <a:t>Naruszenia rutyn bezpieczeństwa </a:t>
          </a:r>
          <a:endParaRPr lang="en-US"/>
        </a:p>
      </dgm:t>
    </dgm:pt>
    <dgm:pt modelId="{89F233D5-1485-4734-B666-F673C97BFDDC}" type="parTrans" cxnId="{E8A80830-FEF6-47F7-83FC-306A608CE121}">
      <dgm:prSet/>
      <dgm:spPr/>
      <dgm:t>
        <a:bodyPr/>
        <a:lstStyle/>
        <a:p>
          <a:endParaRPr lang="en-US"/>
        </a:p>
      </dgm:t>
    </dgm:pt>
    <dgm:pt modelId="{9E412E80-0496-45EB-B93F-06273BA3FEB3}" type="sibTrans" cxnId="{E8A80830-FEF6-47F7-83FC-306A608CE121}">
      <dgm:prSet/>
      <dgm:spPr/>
      <dgm:t>
        <a:bodyPr/>
        <a:lstStyle/>
        <a:p>
          <a:endParaRPr lang="en-US"/>
        </a:p>
      </dgm:t>
    </dgm:pt>
    <dgm:pt modelId="{BE042D29-9DFC-4CC3-9DB0-C1E7C763FF3B}">
      <dgm:prSet/>
      <dgm:spPr/>
      <dgm:t>
        <a:bodyPr/>
        <a:lstStyle/>
        <a:p>
          <a:r>
            <a:rPr lang="pl-PL"/>
            <a:t>Klimat społeczny</a:t>
          </a:r>
          <a:endParaRPr lang="en-US"/>
        </a:p>
      </dgm:t>
    </dgm:pt>
    <dgm:pt modelId="{E6094370-56D6-407D-9D38-7781A2BB1166}" type="parTrans" cxnId="{A3C72955-244F-4715-9ED3-D34064617C0C}">
      <dgm:prSet/>
      <dgm:spPr/>
      <dgm:t>
        <a:bodyPr/>
        <a:lstStyle/>
        <a:p>
          <a:endParaRPr lang="en-US"/>
        </a:p>
      </dgm:t>
    </dgm:pt>
    <dgm:pt modelId="{86F4ED97-25E3-416A-9435-39416C6E1E35}" type="sibTrans" cxnId="{A3C72955-244F-4715-9ED3-D34064617C0C}">
      <dgm:prSet/>
      <dgm:spPr/>
      <dgm:t>
        <a:bodyPr/>
        <a:lstStyle/>
        <a:p>
          <a:endParaRPr lang="en-US"/>
        </a:p>
      </dgm:t>
    </dgm:pt>
    <dgm:pt modelId="{CD2E4C36-5FA8-4BBF-AA68-B38408DB34DE}">
      <dgm:prSet/>
      <dgm:spPr/>
      <dgm:t>
        <a:bodyPr/>
        <a:lstStyle/>
        <a:p>
          <a:r>
            <a:rPr lang="pl-PL"/>
            <a:t>Wsparcie społeczne ze strony współpracowników </a:t>
          </a:r>
          <a:endParaRPr lang="en-US"/>
        </a:p>
      </dgm:t>
    </dgm:pt>
    <dgm:pt modelId="{F70D0DEB-7D8A-4B48-A8C2-453261469B04}" type="parTrans" cxnId="{8F8E9D5D-9736-4C96-B756-4BD3DE1EB265}">
      <dgm:prSet/>
      <dgm:spPr/>
      <dgm:t>
        <a:bodyPr/>
        <a:lstStyle/>
        <a:p>
          <a:endParaRPr lang="en-US"/>
        </a:p>
      </dgm:t>
    </dgm:pt>
    <dgm:pt modelId="{DA6A00B7-C984-41CC-9FD5-B72EB7116851}" type="sibTrans" cxnId="{8F8E9D5D-9736-4C96-B756-4BD3DE1EB265}">
      <dgm:prSet/>
      <dgm:spPr/>
      <dgm:t>
        <a:bodyPr/>
        <a:lstStyle/>
        <a:p>
          <a:endParaRPr lang="en-US"/>
        </a:p>
      </dgm:t>
    </dgm:pt>
    <dgm:pt modelId="{A803D044-1603-4F31-9ABE-598780C38821}">
      <dgm:prSet/>
      <dgm:spPr/>
      <dgm:t>
        <a:bodyPr/>
        <a:lstStyle/>
        <a:p>
          <a:r>
            <a:rPr lang="pl-PL"/>
            <a:t>Wsparcie społeczne ze strony przełożonego</a:t>
          </a:r>
          <a:endParaRPr lang="en-US"/>
        </a:p>
      </dgm:t>
    </dgm:pt>
    <dgm:pt modelId="{1E815600-0D0B-4F0E-8C59-74486A95A78A}" type="parTrans" cxnId="{3772E405-F37D-4392-9C01-60079A05680A}">
      <dgm:prSet/>
      <dgm:spPr/>
      <dgm:t>
        <a:bodyPr/>
        <a:lstStyle/>
        <a:p>
          <a:endParaRPr lang="en-US"/>
        </a:p>
      </dgm:t>
    </dgm:pt>
    <dgm:pt modelId="{0A1753F8-568D-4AA4-AACD-406A485A1093}" type="sibTrans" cxnId="{3772E405-F37D-4392-9C01-60079A05680A}">
      <dgm:prSet/>
      <dgm:spPr/>
      <dgm:t>
        <a:bodyPr/>
        <a:lstStyle/>
        <a:p>
          <a:endParaRPr lang="en-US"/>
        </a:p>
      </dgm:t>
    </dgm:pt>
    <dgm:pt modelId="{353B2291-31E0-47BA-A4F2-6AE932E29305}">
      <dgm:prSet/>
      <dgm:spPr/>
      <dgm:t>
        <a:bodyPr/>
        <a:lstStyle/>
        <a:p>
          <a:r>
            <a:rPr lang="pl-PL"/>
            <a:t>Wykorzystanie umiejętności </a:t>
          </a:r>
          <a:endParaRPr lang="en-US"/>
        </a:p>
      </dgm:t>
    </dgm:pt>
    <dgm:pt modelId="{06A795D3-7584-4FE3-B5E3-CE8866D0918B}" type="parTrans" cxnId="{3DDE290C-C544-4997-AE56-DA8A1E73C268}">
      <dgm:prSet/>
      <dgm:spPr/>
      <dgm:t>
        <a:bodyPr/>
        <a:lstStyle/>
        <a:p>
          <a:endParaRPr lang="en-US"/>
        </a:p>
      </dgm:t>
    </dgm:pt>
    <dgm:pt modelId="{E57D7536-8933-44FB-AAB0-C7816ADD8D34}" type="sibTrans" cxnId="{3DDE290C-C544-4997-AE56-DA8A1E73C268}">
      <dgm:prSet/>
      <dgm:spPr/>
      <dgm:t>
        <a:bodyPr/>
        <a:lstStyle/>
        <a:p>
          <a:endParaRPr lang="en-US"/>
        </a:p>
      </dgm:t>
    </dgm:pt>
    <dgm:pt modelId="{BA58F65C-69E3-4585-A4E8-EEC5A0877755}">
      <dgm:prSet/>
      <dgm:spPr/>
      <dgm:t>
        <a:bodyPr/>
        <a:lstStyle/>
        <a:p>
          <a:r>
            <a:rPr lang="pl-PL"/>
            <a:t>Planowanie strategiczne</a:t>
          </a:r>
          <a:endParaRPr lang="en-US"/>
        </a:p>
      </dgm:t>
    </dgm:pt>
    <dgm:pt modelId="{5DDF503A-519C-4218-AD2E-347F416F9146}" type="parTrans" cxnId="{886AAD0F-CC1F-4B19-A0BE-F7EFAAE4D342}">
      <dgm:prSet/>
      <dgm:spPr/>
      <dgm:t>
        <a:bodyPr/>
        <a:lstStyle/>
        <a:p>
          <a:endParaRPr lang="en-US"/>
        </a:p>
      </dgm:t>
    </dgm:pt>
    <dgm:pt modelId="{54D79866-8605-4993-8BD1-B10E2CA16BAA}" type="sibTrans" cxnId="{886AAD0F-CC1F-4B19-A0BE-F7EFAAE4D342}">
      <dgm:prSet/>
      <dgm:spPr/>
      <dgm:t>
        <a:bodyPr/>
        <a:lstStyle/>
        <a:p>
          <a:endParaRPr lang="en-US"/>
        </a:p>
      </dgm:t>
    </dgm:pt>
    <dgm:pt modelId="{A2CB50FC-B8CC-4230-9245-42F9C7763973}">
      <dgm:prSet/>
      <dgm:spPr/>
      <dgm:t>
        <a:bodyPr/>
        <a:lstStyle/>
        <a:p>
          <a:r>
            <a:rPr lang="pl-PL"/>
            <a:t>Trening nadzorczy </a:t>
          </a:r>
          <a:endParaRPr lang="en-US"/>
        </a:p>
      </dgm:t>
    </dgm:pt>
    <dgm:pt modelId="{FC386D61-8999-4373-BAB6-461A88F14BD8}" type="parTrans" cxnId="{3F773180-B342-4EB7-B6E3-94B053F5BA69}">
      <dgm:prSet/>
      <dgm:spPr/>
      <dgm:t>
        <a:bodyPr/>
        <a:lstStyle/>
        <a:p>
          <a:endParaRPr lang="en-US"/>
        </a:p>
      </dgm:t>
    </dgm:pt>
    <dgm:pt modelId="{AFF02194-2FE0-4052-807B-8CE5F386FA84}" type="sibTrans" cxnId="{3F773180-B342-4EB7-B6E3-94B053F5BA69}">
      <dgm:prSet/>
      <dgm:spPr/>
      <dgm:t>
        <a:bodyPr/>
        <a:lstStyle/>
        <a:p>
          <a:endParaRPr lang="en-US"/>
        </a:p>
      </dgm:t>
    </dgm:pt>
    <dgm:pt modelId="{C74F8DC4-FB07-4DFF-A7CD-EA556A4CF189}">
      <dgm:prSet/>
      <dgm:spPr/>
      <dgm:t>
        <a:bodyPr/>
        <a:lstStyle/>
        <a:p>
          <a:r>
            <a:rPr lang="pl-PL"/>
            <a:t>Różnorodność zadań</a:t>
          </a:r>
          <a:endParaRPr lang="en-US"/>
        </a:p>
      </dgm:t>
    </dgm:pt>
    <dgm:pt modelId="{E5EB86A0-55E3-4BB6-BF5C-FE3860325FDC}" type="parTrans" cxnId="{9F4FC997-A7A0-4936-AFFF-DFB917C845C7}">
      <dgm:prSet/>
      <dgm:spPr/>
      <dgm:t>
        <a:bodyPr/>
        <a:lstStyle/>
        <a:p>
          <a:endParaRPr lang="en-US"/>
        </a:p>
      </dgm:t>
    </dgm:pt>
    <dgm:pt modelId="{9CC4EE6A-B2B6-43A7-8749-F2BAC14FA8EB}" type="sibTrans" cxnId="{9F4FC997-A7A0-4936-AFFF-DFB917C845C7}">
      <dgm:prSet/>
      <dgm:spPr/>
      <dgm:t>
        <a:bodyPr/>
        <a:lstStyle/>
        <a:p>
          <a:endParaRPr lang="en-US"/>
        </a:p>
      </dgm:t>
    </dgm:pt>
    <dgm:pt modelId="{D1F664FF-B529-47C9-8DFD-1363FFC13646}">
      <dgm:prSet/>
      <dgm:spPr/>
      <dgm:t>
        <a:bodyPr/>
        <a:lstStyle/>
        <a:p>
          <a:r>
            <a:rPr lang="pl-PL"/>
            <a:t>Spójność zespołu</a:t>
          </a:r>
          <a:endParaRPr lang="en-US"/>
        </a:p>
      </dgm:t>
    </dgm:pt>
    <dgm:pt modelId="{C09F27A8-DC5D-450D-857E-C68D9B6E10D8}" type="parTrans" cxnId="{1F9C5CCC-E1F5-48D0-A052-D84403C46B14}">
      <dgm:prSet/>
      <dgm:spPr/>
      <dgm:t>
        <a:bodyPr/>
        <a:lstStyle/>
        <a:p>
          <a:endParaRPr lang="en-US"/>
        </a:p>
      </dgm:t>
    </dgm:pt>
    <dgm:pt modelId="{FCF459A4-0C21-491C-91D8-A44B0FF953A8}" type="sibTrans" cxnId="{1F9C5CCC-E1F5-48D0-A052-D84403C46B14}">
      <dgm:prSet/>
      <dgm:spPr/>
      <dgm:t>
        <a:bodyPr/>
        <a:lstStyle/>
        <a:p>
          <a:endParaRPr lang="en-US"/>
        </a:p>
      </dgm:t>
    </dgm:pt>
    <dgm:pt modelId="{25CA2D76-B83B-46A0-8657-38A8A6FF5058}">
      <dgm:prSet/>
      <dgm:spPr/>
      <dgm:t>
        <a:bodyPr/>
        <a:lstStyle/>
        <a:p>
          <a:r>
            <a:rPr lang="pl-PL"/>
            <a:t>Harmonia w zespole </a:t>
          </a:r>
          <a:endParaRPr lang="en-US"/>
        </a:p>
      </dgm:t>
    </dgm:pt>
    <dgm:pt modelId="{27D5BD9C-CA63-4117-B26A-2FDED5DF771C}" type="parTrans" cxnId="{B8D53DFE-73CE-4D67-80B7-0289A12C0B57}">
      <dgm:prSet/>
      <dgm:spPr/>
      <dgm:t>
        <a:bodyPr/>
        <a:lstStyle/>
        <a:p>
          <a:endParaRPr lang="en-US"/>
        </a:p>
      </dgm:t>
    </dgm:pt>
    <dgm:pt modelId="{AE145A2E-8492-4676-9072-834050213E8A}" type="sibTrans" cxnId="{B8D53DFE-73CE-4D67-80B7-0289A12C0B57}">
      <dgm:prSet/>
      <dgm:spPr/>
      <dgm:t>
        <a:bodyPr/>
        <a:lstStyle/>
        <a:p>
          <a:endParaRPr lang="en-US"/>
        </a:p>
      </dgm:t>
    </dgm:pt>
    <dgm:pt modelId="{C749AE76-6300-482C-95C9-BD699B78F387}" type="pres">
      <dgm:prSet presAssocID="{D6ED9F94-EB46-4CEB-82FE-CC5531BF534C}" presName="Name0" presStyleCnt="0">
        <dgm:presLayoutVars>
          <dgm:dir/>
          <dgm:resizeHandles val="exact"/>
        </dgm:presLayoutVars>
      </dgm:prSet>
      <dgm:spPr/>
    </dgm:pt>
    <dgm:pt modelId="{895FBCD8-A83A-4E6C-9A83-B4FBB3128C72}" type="pres">
      <dgm:prSet presAssocID="{8EB36A73-EAE2-41A5-BFB0-A05F493B6524}" presName="node" presStyleLbl="node1" presStyleIdx="0" presStyleCnt="29">
        <dgm:presLayoutVars>
          <dgm:bulletEnabled val="1"/>
        </dgm:presLayoutVars>
      </dgm:prSet>
      <dgm:spPr/>
    </dgm:pt>
    <dgm:pt modelId="{E23E956E-1A84-47E7-AAB8-5B05574E5671}" type="pres">
      <dgm:prSet presAssocID="{E4E4A537-98EA-4FAD-9C23-2A09918B22EF}" presName="sibTrans" presStyleLbl="sibTrans1D1" presStyleIdx="0" presStyleCnt="28"/>
      <dgm:spPr/>
    </dgm:pt>
    <dgm:pt modelId="{A2A0EA7F-0A9B-4B2A-A2FC-D5C5B1B75966}" type="pres">
      <dgm:prSet presAssocID="{E4E4A537-98EA-4FAD-9C23-2A09918B22EF}" presName="connectorText" presStyleLbl="sibTrans1D1" presStyleIdx="0" presStyleCnt="28"/>
      <dgm:spPr/>
    </dgm:pt>
    <dgm:pt modelId="{793E5DD2-BD12-47AA-9EF7-0919A7B0B3F5}" type="pres">
      <dgm:prSet presAssocID="{53D0BFCC-8BC3-4484-987D-9363B7393160}" presName="node" presStyleLbl="node1" presStyleIdx="1" presStyleCnt="29">
        <dgm:presLayoutVars>
          <dgm:bulletEnabled val="1"/>
        </dgm:presLayoutVars>
      </dgm:prSet>
      <dgm:spPr/>
    </dgm:pt>
    <dgm:pt modelId="{1B68A270-EEEF-42BD-93DD-4BAE5BB286B8}" type="pres">
      <dgm:prSet presAssocID="{0CABEC53-BEA1-4B37-AECB-30D8ADDC2A7A}" presName="sibTrans" presStyleLbl="sibTrans1D1" presStyleIdx="1" presStyleCnt="28"/>
      <dgm:spPr/>
    </dgm:pt>
    <dgm:pt modelId="{210F8A3A-F505-4FF8-9BE6-FA08FCB0FA73}" type="pres">
      <dgm:prSet presAssocID="{0CABEC53-BEA1-4B37-AECB-30D8ADDC2A7A}" presName="connectorText" presStyleLbl="sibTrans1D1" presStyleIdx="1" presStyleCnt="28"/>
      <dgm:spPr/>
    </dgm:pt>
    <dgm:pt modelId="{00CD6FE4-C3CB-4C85-9B2C-9BDE5FD1F92B}" type="pres">
      <dgm:prSet presAssocID="{EC685035-4ADE-44CB-8E9E-E253D9B07790}" presName="node" presStyleLbl="node1" presStyleIdx="2" presStyleCnt="29">
        <dgm:presLayoutVars>
          <dgm:bulletEnabled val="1"/>
        </dgm:presLayoutVars>
      </dgm:prSet>
      <dgm:spPr/>
    </dgm:pt>
    <dgm:pt modelId="{65C29919-B85B-4B52-A12F-3B71663159AF}" type="pres">
      <dgm:prSet presAssocID="{34CDA897-FCDE-4A11-AFE4-B6EFAB8DC357}" presName="sibTrans" presStyleLbl="sibTrans1D1" presStyleIdx="2" presStyleCnt="28"/>
      <dgm:spPr/>
    </dgm:pt>
    <dgm:pt modelId="{A22D4640-1EE9-4EA7-B592-3FCFF1B42F74}" type="pres">
      <dgm:prSet presAssocID="{34CDA897-FCDE-4A11-AFE4-B6EFAB8DC357}" presName="connectorText" presStyleLbl="sibTrans1D1" presStyleIdx="2" presStyleCnt="28"/>
      <dgm:spPr/>
    </dgm:pt>
    <dgm:pt modelId="{DC777E54-45F3-46B3-A3D5-56EF964B817D}" type="pres">
      <dgm:prSet presAssocID="{53EAD0E6-12BB-4B8C-8C4E-577ABB556FCC}" presName="node" presStyleLbl="node1" presStyleIdx="3" presStyleCnt="29">
        <dgm:presLayoutVars>
          <dgm:bulletEnabled val="1"/>
        </dgm:presLayoutVars>
      </dgm:prSet>
      <dgm:spPr/>
    </dgm:pt>
    <dgm:pt modelId="{80164A19-F38F-47A4-8FA9-7B717732EC64}" type="pres">
      <dgm:prSet presAssocID="{2C334FB8-3B42-4658-A29B-EB91DA1897D3}" presName="sibTrans" presStyleLbl="sibTrans1D1" presStyleIdx="3" presStyleCnt="28"/>
      <dgm:spPr/>
    </dgm:pt>
    <dgm:pt modelId="{1D1E4716-0FF8-4C90-AF1E-F798F5DE1331}" type="pres">
      <dgm:prSet presAssocID="{2C334FB8-3B42-4658-A29B-EB91DA1897D3}" presName="connectorText" presStyleLbl="sibTrans1D1" presStyleIdx="3" presStyleCnt="28"/>
      <dgm:spPr/>
    </dgm:pt>
    <dgm:pt modelId="{A16307B9-DF3B-4B7E-8CAC-4002A3C8E323}" type="pres">
      <dgm:prSet presAssocID="{A00912A1-5334-4B6E-BF93-CB92866BDDEA}" presName="node" presStyleLbl="node1" presStyleIdx="4" presStyleCnt="29">
        <dgm:presLayoutVars>
          <dgm:bulletEnabled val="1"/>
        </dgm:presLayoutVars>
      </dgm:prSet>
      <dgm:spPr/>
    </dgm:pt>
    <dgm:pt modelId="{627D5805-11ED-49A0-83AD-1AA9AA1109B7}" type="pres">
      <dgm:prSet presAssocID="{A24279D6-DEC5-4C06-BDEA-C0F8AD590008}" presName="sibTrans" presStyleLbl="sibTrans1D1" presStyleIdx="4" presStyleCnt="28"/>
      <dgm:spPr/>
    </dgm:pt>
    <dgm:pt modelId="{5BF64251-80CE-47E7-B5B5-157040EDB0B4}" type="pres">
      <dgm:prSet presAssocID="{A24279D6-DEC5-4C06-BDEA-C0F8AD590008}" presName="connectorText" presStyleLbl="sibTrans1D1" presStyleIdx="4" presStyleCnt="28"/>
      <dgm:spPr/>
    </dgm:pt>
    <dgm:pt modelId="{C5237CB7-1287-41EA-9FCA-EC49BA65936D}" type="pres">
      <dgm:prSet presAssocID="{E7A2DD28-DD95-4948-947A-A11F18BACB69}" presName="node" presStyleLbl="node1" presStyleIdx="5" presStyleCnt="29">
        <dgm:presLayoutVars>
          <dgm:bulletEnabled val="1"/>
        </dgm:presLayoutVars>
      </dgm:prSet>
      <dgm:spPr/>
    </dgm:pt>
    <dgm:pt modelId="{634DEB32-0A30-4A84-8C18-0E9F645592C6}" type="pres">
      <dgm:prSet presAssocID="{0E0CF1A1-FB41-41C9-AC00-3FDE6234E121}" presName="sibTrans" presStyleLbl="sibTrans1D1" presStyleIdx="5" presStyleCnt="28"/>
      <dgm:spPr/>
    </dgm:pt>
    <dgm:pt modelId="{4363FE67-B001-4DA7-BEFA-248B77350F1C}" type="pres">
      <dgm:prSet presAssocID="{0E0CF1A1-FB41-41C9-AC00-3FDE6234E121}" presName="connectorText" presStyleLbl="sibTrans1D1" presStyleIdx="5" presStyleCnt="28"/>
      <dgm:spPr/>
    </dgm:pt>
    <dgm:pt modelId="{2CDF4124-FA22-43EB-B716-4F23F786F32B}" type="pres">
      <dgm:prSet presAssocID="{AD0DD6DE-213A-4513-99B1-247C09C4818A}" presName="node" presStyleLbl="node1" presStyleIdx="6" presStyleCnt="29">
        <dgm:presLayoutVars>
          <dgm:bulletEnabled val="1"/>
        </dgm:presLayoutVars>
      </dgm:prSet>
      <dgm:spPr/>
    </dgm:pt>
    <dgm:pt modelId="{04CC7255-1958-4AB3-A329-ACC21E40773F}" type="pres">
      <dgm:prSet presAssocID="{F14CEDDE-CDAF-4E4A-A568-CD05E23F30BD}" presName="sibTrans" presStyleLbl="sibTrans1D1" presStyleIdx="6" presStyleCnt="28"/>
      <dgm:spPr/>
    </dgm:pt>
    <dgm:pt modelId="{94BFE413-3FCC-414A-BA3A-4608A58A9C8F}" type="pres">
      <dgm:prSet presAssocID="{F14CEDDE-CDAF-4E4A-A568-CD05E23F30BD}" presName="connectorText" presStyleLbl="sibTrans1D1" presStyleIdx="6" presStyleCnt="28"/>
      <dgm:spPr/>
    </dgm:pt>
    <dgm:pt modelId="{0AAF1BA8-651E-43DF-8D37-B39803AC4C34}" type="pres">
      <dgm:prSet presAssocID="{2AB64119-2262-42EE-914D-B6ED8CEA76CF}" presName="node" presStyleLbl="node1" presStyleIdx="7" presStyleCnt="29">
        <dgm:presLayoutVars>
          <dgm:bulletEnabled val="1"/>
        </dgm:presLayoutVars>
      </dgm:prSet>
      <dgm:spPr/>
    </dgm:pt>
    <dgm:pt modelId="{0E4D0C97-D413-415E-BD30-856FE5301305}" type="pres">
      <dgm:prSet presAssocID="{08721671-55F5-4F0D-86F9-16277DC374DF}" presName="sibTrans" presStyleLbl="sibTrans1D1" presStyleIdx="7" presStyleCnt="28"/>
      <dgm:spPr/>
    </dgm:pt>
    <dgm:pt modelId="{28CC8FCD-DB2D-4FA9-8BA5-822D8FF6BC15}" type="pres">
      <dgm:prSet presAssocID="{08721671-55F5-4F0D-86F9-16277DC374DF}" presName="connectorText" presStyleLbl="sibTrans1D1" presStyleIdx="7" presStyleCnt="28"/>
      <dgm:spPr/>
    </dgm:pt>
    <dgm:pt modelId="{EEB6A0C7-0605-4F7F-BECE-B44FF47DE2DD}" type="pres">
      <dgm:prSet presAssocID="{034E73A7-E926-4A07-9250-14454FA7E386}" presName="node" presStyleLbl="node1" presStyleIdx="8" presStyleCnt="29">
        <dgm:presLayoutVars>
          <dgm:bulletEnabled val="1"/>
        </dgm:presLayoutVars>
      </dgm:prSet>
      <dgm:spPr/>
    </dgm:pt>
    <dgm:pt modelId="{106423FD-3756-46FC-8909-88F6AA406485}" type="pres">
      <dgm:prSet presAssocID="{8F577111-94B0-42CB-8014-735AE962189F}" presName="sibTrans" presStyleLbl="sibTrans1D1" presStyleIdx="8" presStyleCnt="28"/>
      <dgm:spPr/>
    </dgm:pt>
    <dgm:pt modelId="{6AF2686D-3481-4B27-8575-00C42E334326}" type="pres">
      <dgm:prSet presAssocID="{8F577111-94B0-42CB-8014-735AE962189F}" presName="connectorText" presStyleLbl="sibTrans1D1" presStyleIdx="8" presStyleCnt="28"/>
      <dgm:spPr/>
    </dgm:pt>
    <dgm:pt modelId="{447169AD-D756-4707-94AE-FF814BB53113}" type="pres">
      <dgm:prSet presAssocID="{6470AC57-C2FC-4F60-82B2-D52ED266B28E}" presName="node" presStyleLbl="node1" presStyleIdx="9" presStyleCnt="29">
        <dgm:presLayoutVars>
          <dgm:bulletEnabled val="1"/>
        </dgm:presLayoutVars>
      </dgm:prSet>
      <dgm:spPr/>
    </dgm:pt>
    <dgm:pt modelId="{3327A466-0048-40B1-8FCF-E19C5B2C916B}" type="pres">
      <dgm:prSet presAssocID="{C3936FA2-12CD-4A26-B857-6E96DCEBEA38}" presName="sibTrans" presStyleLbl="sibTrans1D1" presStyleIdx="9" presStyleCnt="28"/>
      <dgm:spPr/>
    </dgm:pt>
    <dgm:pt modelId="{10C73727-6121-4BAD-BC8F-3FF2E981A1BB}" type="pres">
      <dgm:prSet presAssocID="{C3936FA2-12CD-4A26-B857-6E96DCEBEA38}" presName="connectorText" presStyleLbl="sibTrans1D1" presStyleIdx="9" presStyleCnt="28"/>
      <dgm:spPr/>
    </dgm:pt>
    <dgm:pt modelId="{6904BD07-46D1-43D3-A322-1269B71CD5C4}" type="pres">
      <dgm:prSet presAssocID="{8FDDC544-0D89-4F21-867E-FF37A6834722}" presName="node" presStyleLbl="node1" presStyleIdx="10" presStyleCnt="29">
        <dgm:presLayoutVars>
          <dgm:bulletEnabled val="1"/>
        </dgm:presLayoutVars>
      </dgm:prSet>
      <dgm:spPr/>
    </dgm:pt>
    <dgm:pt modelId="{43870FEF-B6FC-40FA-9531-019AC22E5C86}" type="pres">
      <dgm:prSet presAssocID="{CEF6AC0A-BAB5-4085-9DB9-090D8CCB326C}" presName="sibTrans" presStyleLbl="sibTrans1D1" presStyleIdx="10" presStyleCnt="28"/>
      <dgm:spPr/>
    </dgm:pt>
    <dgm:pt modelId="{5281F79F-2FFC-44A2-AAE9-312DA186219F}" type="pres">
      <dgm:prSet presAssocID="{CEF6AC0A-BAB5-4085-9DB9-090D8CCB326C}" presName="connectorText" presStyleLbl="sibTrans1D1" presStyleIdx="10" presStyleCnt="28"/>
      <dgm:spPr/>
    </dgm:pt>
    <dgm:pt modelId="{5535D6F9-DC0F-4737-89B1-803C6DE38995}" type="pres">
      <dgm:prSet presAssocID="{47ED39BB-FE01-4C67-9988-155CE37691AA}" presName="node" presStyleLbl="node1" presStyleIdx="11" presStyleCnt="29">
        <dgm:presLayoutVars>
          <dgm:bulletEnabled val="1"/>
        </dgm:presLayoutVars>
      </dgm:prSet>
      <dgm:spPr/>
    </dgm:pt>
    <dgm:pt modelId="{1474B859-AE92-4EBF-8F48-43CA44B25769}" type="pres">
      <dgm:prSet presAssocID="{9A4ECF5A-8B36-4426-B955-744DB955A892}" presName="sibTrans" presStyleLbl="sibTrans1D1" presStyleIdx="11" presStyleCnt="28"/>
      <dgm:spPr/>
    </dgm:pt>
    <dgm:pt modelId="{C8FA64E7-B80E-40AD-BA18-0CD30EB1EBA4}" type="pres">
      <dgm:prSet presAssocID="{9A4ECF5A-8B36-4426-B955-744DB955A892}" presName="connectorText" presStyleLbl="sibTrans1D1" presStyleIdx="11" presStyleCnt="28"/>
      <dgm:spPr/>
    </dgm:pt>
    <dgm:pt modelId="{6BEFB690-C62E-4BB8-BB31-4454ED07C88A}" type="pres">
      <dgm:prSet presAssocID="{8F9A2DDF-5C2C-49CB-9064-4BC7C0C90E3A}" presName="node" presStyleLbl="node1" presStyleIdx="12" presStyleCnt="29">
        <dgm:presLayoutVars>
          <dgm:bulletEnabled val="1"/>
        </dgm:presLayoutVars>
      </dgm:prSet>
      <dgm:spPr/>
    </dgm:pt>
    <dgm:pt modelId="{6CE9C26C-942A-49CE-A30F-3A79F2BD75D0}" type="pres">
      <dgm:prSet presAssocID="{3B9418D4-7E64-4CC2-B568-6A1C46468936}" presName="sibTrans" presStyleLbl="sibTrans1D1" presStyleIdx="12" presStyleCnt="28"/>
      <dgm:spPr/>
    </dgm:pt>
    <dgm:pt modelId="{4D2BB750-1335-4A91-93D8-9569646827D2}" type="pres">
      <dgm:prSet presAssocID="{3B9418D4-7E64-4CC2-B568-6A1C46468936}" presName="connectorText" presStyleLbl="sibTrans1D1" presStyleIdx="12" presStyleCnt="28"/>
      <dgm:spPr/>
    </dgm:pt>
    <dgm:pt modelId="{3A996666-4ABE-43CF-8F24-87B7F5CB43DD}" type="pres">
      <dgm:prSet presAssocID="{607EC384-444D-42AD-831C-0D0073ABADFA}" presName="node" presStyleLbl="node1" presStyleIdx="13" presStyleCnt="29">
        <dgm:presLayoutVars>
          <dgm:bulletEnabled val="1"/>
        </dgm:presLayoutVars>
      </dgm:prSet>
      <dgm:spPr/>
    </dgm:pt>
    <dgm:pt modelId="{F9F7CB13-E01C-4083-AB37-50D0792EFCEE}" type="pres">
      <dgm:prSet presAssocID="{6546121C-4C41-4041-976A-4C6E820BD28E}" presName="sibTrans" presStyleLbl="sibTrans1D1" presStyleIdx="13" presStyleCnt="28"/>
      <dgm:spPr/>
    </dgm:pt>
    <dgm:pt modelId="{AA578110-65AA-48B4-BC19-94C1D89E9675}" type="pres">
      <dgm:prSet presAssocID="{6546121C-4C41-4041-976A-4C6E820BD28E}" presName="connectorText" presStyleLbl="sibTrans1D1" presStyleIdx="13" presStyleCnt="28"/>
      <dgm:spPr/>
    </dgm:pt>
    <dgm:pt modelId="{75EA8381-6749-4905-B622-BCA1B16B6DE1}" type="pres">
      <dgm:prSet presAssocID="{BA487604-CC60-4E4E-989C-3EED437D004E}" presName="node" presStyleLbl="node1" presStyleIdx="14" presStyleCnt="29">
        <dgm:presLayoutVars>
          <dgm:bulletEnabled val="1"/>
        </dgm:presLayoutVars>
      </dgm:prSet>
      <dgm:spPr/>
    </dgm:pt>
    <dgm:pt modelId="{D2D77539-F920-46CA-92B0-6F33ECEBCA8F}" type="pres">
      <dgm:prSet presAssocID="{2E604646-D217-41F3-A089-559A44F397C1}" presName="sibTrans" presStyleLbl="sibTrans1D1" presStyleIdx="14" presStyleCnt="28"/>
      <dgm:spPr/>
    </dgm:pt>
    <dgm:pt modelId="{A3BAFDE8-5298-494A-8C7F-415B8F19B11F}" type="pres">
      <dgm:prSet presAssocID="{2E604646-D217-41F3-A089-559A44F397C1}" presName="connectorText" presStyleLbl="sibTrans1D1" presStyleIdx="14" presStyleCnt="28"/>
      <dgm:spPr/>
    </dgm:pt>
    <dgm:pt modelId="{784CBCC4-2545-4453-935A-BA787C1F9A1C}" type="pres">
      <dgm:prSet presAssocID="{EB2C7F29-378A-423D-A284-88964A585C70}" presName="node" presStyleLbl="node1" presStyleIdx="15" presStyleCnt="29">
        <dgm:presLayoutVars>
          <dgm:bulletEnabled val="1"/>
        </dgm:presLayoutVars>
      </dgm:prSet>
      <dgm:spPr/>
    </dgm:pt>
    <dgm:pt modelId="{013AC412-9173-498F-9479-253A4684E2F9}" type="pres">
      <dgm:prSet presAssocID="{09A6F4B6-059C-4CCD-90F4-8325BC050C31}" presName="sibTrans" presStyleLbl="sibTrans1D1" presStyleIdx="15" presStyleCnt="28"/>
      <dgm:spPr/>
    </dgm:pt>
    <dgm:pt modelId="{F5AB55BF-F62F-4D1B-9AB1-71750DA65C9E}" type="pres">
      <dgm:prSet presAssocID="{09A6F4B6-059C-4CCD-90F4-8325BC050C31}" presName="connectorText" presStyleLbl="sibTrans1D1" presStyleIdx="15" presStyleCnt="28"/>
      <dgm:spPr/>
    </dgm:pt>
    <dgm:pt modelId="{A848BC5B-4A31-4E52-A45A-78906D4A07E6}" type="pres">
      <dgm:prSet presAssocID="{33B3F3CC-1251-4499-ABC4-249875393C90}" presName="node" presStyleLbl="node1" presStyleIdx="16" presStyleCnt="29">
        <dgm:presLayoutVars>
          <dgm:bulletEnabled val="1"/>
        </dgm:presLayoutVars>
      </dgm:prSet>
      <dgm:spPr/>
    </dgm:pt>
    <dgm:pt modelId="{D46B0D8D-46A8-40BC-8866-AD95A3F58E68}" type="pres">
      <dgm:prSet presAssocID="{F9B3D9B9-9C75-4B03-838E-CE591D08D248}" presName="sibTrans" presStyleLbl="sibTrans1D1" presStyleIdx="16" presStyleCnt="28"/>
      <dgm:spPr/>
    </dgm:pt>
    <dgm:pt modelId="{D5BBD3DA-AB29-4440-8FF0-60E89F9C60CF}" type="pres">
      <dgm:prSet presAssocID="{F9B3D9B9-9C75-4B03-838E-CE591D08D248}" presName="connectorText" presStyleLbl="sibTrans1D1" presStyleIdx="16" presStyleCnt="28"/>
      <dgm:spPr/>
    </dgm:pt>
    <dgm:pt modelId="{1C2BF5FE-9102-4A14-9D5E-B85074FD9F76}" type="pres">
      <dgm:prSet presAssocID="{8CBD4148-2603-492F-86A8-262C991D18A7}" presName="node" presStyleLbl="node1" presStyleIdx="17" presStyleCnt="29">
        <dgm:presLayoutVars>
          <dgm:bulletEnabled val="1"/>
        </dgm:presLayoutVars>
      </dgm:prSet>
      <dgm:spPr/>
    </dgm:pt>
    <dgm:pt modelId="{5DE964AA-1905-42DB-8CF7-4646B869BF94}" type="pres">
      <dgm:prSet presAssocID="{5EF52E30-A9C3-4D92-87C0-38CD9A973C79}" presName="sibTrans" presStyleLbl="sibTrans1D1" presStyleIdx="17" presStyleCnt="28"/>
      <dgm:spPr/>
    </dgm:pt>
    <dgm:pt modelId="{1EAE66C7-1A61-40D4-ADD6-CA92B6CD1A05}" type="pres">
      <dgm:prSet presAssocID="{5EF52E30-A9C3-4D92-87C0-38CD9A973C79}" presName="connectorText" presStyleLbl="sibTrans1D1" presStyleIdx="17" presStyleCnt="28"/>
      <dgm:spPr/>
    </dgm:pt>
    <dgm:pt modelId="{D8394374-512D-4C15-AC6C-196632D81C91}" type="pres">
      <dgm:prSet presAssocID="{D9F63099-6E2E-46A9-8C33-780F8CEDA9DD}" presName="node" presStyleLbl="node1" presStyleIdx="18" presStyleCnt="29">
        <dgm:presLayoutVars>
          <dgm:bulletEnabled val="1"/>
        </dgm:presLayoutVars>
      </dgm:prSet>
      <dgm:spPr/>
    </dgm:pt>
    <dgm:pt modelId="{F2098EFF-2239-47E4-9A30-15F97A2633AA}" type="pres">
      <dgm:prSet presAssocID="{8A80D763-698C-40E8-85C3-57C10EA5E0E6}" presName="sibTrans" presStyleLbl="sibTrans1D1" presStyleIdx="18" presStyleCnt="28"/>
      <dgm:spPr/>
    </dgm:pt>
    <dgm:pt modelId="{5B43FC02-B2A5-437A-AB43-624BA1149108}" type="pres">
      <dgm:prSet presAssocID="{8A80D763-698C-40E8-85C3-57C10EA5E0E6}" presName="connectorText" presStyleLbl="sibTrans1D1" presStyleIdx="18" presStyleCnt="28"/>
      <dgm:spPr/>
    </dgm:pt>
    <dgm:pt modelId="{670CD88E-A724-49D3-B783-E17FDE410833}" type="pres">
      <dgm:prSet presAssocID="{348E2719-7D27-4E5D-9406-70A60CD9CF56}" presName="node" presStyleLbl="node1" presStyleIdx="19" presStyleCnt="29">
        <dgm:presLayoutVars>
          <dgm:bulletEnabled val="1"/>
        </dgm:presLayoutVars>
      </dgm:prSet>
      <dgm:spPr/>
    </dgm:pt>
    <dgm:pt modelId="{AE8586D0-4E84-4515-92EE-6A39950A765A}" type="pres">
      <dgm:prSet presAssocID="{9E412E80-0496-45EB-B93F-06273BA3FEB3}" presName="sibTrans" presStyleLbl="sibTrans1D1" presStyleIdx="19" presStyleCnt="28"/>
      <dgm:spPr/>
    </dgm:pt>
    <dgm:pt modelId="{5DA823D8-7C0A-413E-8F52-72BB76B2251E}" type="pres">
      <dgm:prSet presAssocID="{9E412E80-0496-45EB-B93F-06273BA3FEB3}" presName="connectorText" presStyleLbl="sibTrans1D1" presStyleIdx="19" presStyleCnt="28"/>
      <dgm:spPr/>
    </dgm:pt>
    <dgm:pt modelId="{800058EE-F0DE-4C0B-86E3-B71A4AAC43EE}" type="pres">
      <dgm:prSet presAssocID="{BE042D29-9DFC-4CC3-9DB0-C1E7C763FF3B}" presName="node" presStyleLbl="node1" presStyleIdx="20" presStyleCnt="29">
        <dgm:presLayoutVars>
          <dgm:bulletEnabled val="1"/>
        </dgm:presLayoutVars>
      </dgm:prSet>
      <dgm:spPr/>
    </dgm:pt>
    <dgm:pt modelId="{124EB4D5-EB45-40A0-90D1-866162D7CF69}" type="pres">
      <dgm:prSet presAssocID="{86F4ED97-25E3-416A-9435-39416C6E1E35}" presName="sibTrans" presStyleLbl="sibTrans1D1" presStyleIdx="20" presStyleCnt="28"/>
      <dgm:spPr/>
    </dgm:pt>
    <dgm:pt modelId="{60121484-D543-4795-A0C7-B69985B8C896}" type="pres">
      <dgm:prSet presAssocID="{86F4ED97-25E3-416A-9435-39416C6E1E35}" presName="connectorText" presStyleLbl="sibTrans1D1" presStyleIdx="20" presStyleCnt="28"/>
      <dgm:spPr/>
    </dgm:pt>
    <dgm:pt modelId="{350CE0BC-AA77-4EFD-9A52-79332E9758D9}" type="pres">
      <dgm:prSet presAssocID="{CD2E4C36-5FA8-4BBF-AA68-B38408DB34DE}" presName="node" presStyleLbl="node1" presStyleIdx="21" presStyleCnt="29">
        <dgm:presLayoutVars>
          <dgm:bulletEnabled val="1"/>
        </dgm:presLayoutVars>
      </dgm:prSet>
      <dgm:spPr/>
    </dgm:pt>
    <dgm:pt modelId="{6F717D0A-3FD3-4A0C-84CA-826BFB30B08A}" type="pres">
      <dgm:prSet presAssocID="{DA6A00B7-C984-41CC-9FD5-B72EB7116851}" presName="sibTrans" presStyleLbl="sibTrans1D1" presStyleIdx="21" presStyleCnt="28"/>
      <dgm:spPr/>
    </dgm:pt>
    <dgm:pt modelId="{9598ECCA-0249-4CBB-847D-1A17F8299F2A}" type="pres">
      <dgm:prSet presAssocID="{DA6A00B7-C984-41CC-9FD5-B72EB7116851}" presName="connectorText" presStyleLbl="sibTrans1D1" presStyleIdx="21" presStyleCnt="28"/>
      <dgm:spPr/>
    </dgm:pt>
    <dgm:pt modelId="{F8F60431-07A3-4382-A646-177919987C52}" type="pres">
      <dgm:prSet presAssocID="{A803D044-1603-4F31-9ABE-598780C38821}" presName="node" presStyleLbl="node1" presStyleIdx="22" presStyleCnt="29">
        <dgm:presLayoutVars>
          <dgm:bulletEnabled val="1"/>
        </dgm:presLayoutVars>
      </dgm:prSet>
      <dgm:spPr/>
    </dgm:pt>
    <dgm:pt modelId="{7387ED6F-2D9B-459A-9D8A-BE338D358295}" type="pres">
      <dgm:prSet presAssocID="{0A1753F8-568D-4AA4-AACD-406A485A1093}" presName="sibTrans" presStyleLbl="sibTrans1D1" presStyleIdx="22" presStyleCnt="28"/>
      <dgm:spPr/>
    </dgm:pt>
    <dgm:pt modelId="{C9878260-11BB-48A0-8320-B5F7ABAD70FD}" type="pres">
      <dgm:prSet presAssocID="{0A1753F8-568D-4AA4-AACD-406A485A1093}" presName="connectorText" presStyleLbl="sibTrans1D1" presStyleIdx="22" presStyleCnt="28"/>
      <dgm:spPr/>
    </dgm:pt>
    <dgm:pt modelId="{3207F959-5698-4428-9C40-2CBFDB845913}" type="pres">
      <dgm:prSet presAssocID="{353B2291-31E0-47BA-A4F2-6AE932E29305}" presName="node" presStyleLbl="node1" presStyleIdx="23" presStyleCnt="29">
        <dgm:presLayoutVars>
          <dgm:bulletEnabled val="1"/>
        </dgm:presLayoutVars>
      </dgm:prSet>
      <dgm:spPr/>
    </dgm:pt>
    <dgm:pt modelId="{E622DE41-DCB8-4C46-B76A-FCBA20E43D82}" type="pres">
      <dgm:prSet presAssocID="{E57D7536-8933-44FB-AAB0-C7816ADD8D34}" presName="sibTrans" presStyleLbl="sibTrans1D1" presStyleIdx="23" presStyleCnt="28"/>
      <dgm:spPr/>
    </dgm:pt>
    <dgm:pt modelId="{8ADD7B55-03F1-458E-83B1-23FEB9EB5608}" type="pres">
      <dgm:prSet presAssocID="{E57D7536-8933-44FB-AAB0-C7816ADD8D34}" presName="connectorText" presStyleLbl="sibTrans1D1" presStyleIdx="23" presStyleCnt="28"/>
      <dgm:spPr/>
    </dgm:pt>
    <dgm:pt modelId="{F316117A-2A40-4A93-84D5-5DB76BE06E01}" type="pres">
      <dgm:prSet presAssocID="{BA58F65C-69E3-4585-A4E8-EEC5A0877755}" presName="node" presStyleLbl="node1" presStyleIdx="24" presStyleCnt="29">
        <dgm:presLayoutVars>
          <dgm:bulletEnabled val="1"/>
        </dgm:presLayoutVars>
      </dgm:prSet>
      <dgm:spPr/>
    </dgm:pt>
    <dgm:pt modelId="{4E59190B-F7BF-473E-BD03-9B206EC28C2B}" type="pres">
      <dgm:prSet presAssocID="{54D79866-8605-4993-8BD1-B10E2CA16BAA}" presName="sibTrans" presStyleLbl="sibTrans1D1" presStyleIdx="24" presStyleCnt="28"/>
      <dgm:spPr/>
    </dgm:pt>
    <dgm:pt modelId="{00E4EDA6-F426-49C7-9BBE-0430CCFB5D39}" type="pres">
      <dgm:prSet presAssocID="{54D79866-8605-4993-8BD1-B10E2CA16BAA}" presName="connectorText" presStyleLbl="sibTrans1D1" presStyleIdx="24" presStyleCnt="28"/>
      <dgm:spPr/>
    </dgm:pt>
    <dgm:pt modelId="{366E402D-0E35-4126-8AF3-527CF7C63D67}" type="pres">
      <dgm:prSet presAssocID="{A2CB50FC-B8CC-4230-9245-42F9C7763973}" presName="node" presStyleLbl="node1" presStyleIdx="25" presStyleCnt="29">
        <dgm:presLayoutVars>
          <dgm:bulletEnabled val="1"/>
        </dgm:presLayoutVars>
      </dgm:prSet>
      <dgm:spPr/>
    </dgm:pt>
    <dgm:pt modelId="{930A47D4-A333-4F9A-8894-796BE9FC9E3B}" type="pres">
      <dgm:prSet presAssocID="{AFF02194-2FE0-4052-807B-8CE5F386FA84}" presName="sibTrans" presStyleLbl="sibTrans1D1" presStyleIdx="25" presStyleCnt="28"/>
      <dgm:spPr/>
    </dgm:pt>
    <dgm:pt modelId="{8C459BC1-98F7-4594-A661-792ADB2FB5FD}" type="pres">
      <dgm:prSet presAssocID="{AFF02194-2FE0-4052-807B-8CE5F386FA84}" presName="connectorText" presStyleLbl="sibTrans1D1" presStyleIdx="25" presStyleCnt="28"/>
      <dgm:spPr/>
    </dgm:pt>
    <dgm:pt modelId="{4A2D90C8-2903-4885-BA1D-E04386816631}" type="pres">
      <dgm:prSet presAssocID="{C74F8DC4-FB07-4DFF-A7CD-EA556A4CF189}" presName="node" presStyleLbl="node1" presStyleIdx="26" presStyleCnt="29">
        <dgm:presLayoutVars>
          <dgm:bulletEnabled val="1"/>
        </dgm:presLayoutVars>
      </dgm:prSet>
      <dgm:spPr/>
    </dgm:pt>
    <dgm:pt modelId="{0DBC33B1-7C44-491C-BA34-79111F94EE7C}" type="pres">
      <dgm:prSet presAssocID="{9CC4EE6A-B2B6-43A7-8749-F2BAC14FA8EB}" presName="sibTrans" presStyleLbl="sibTrans1D1" presStyleIdx="26" presStyleCnt="28"/>
      <dgm:spPr/>
    </dgm:pt>
    <dgm:pt modelId="{C2404125-07F3-45C1-B747-2B1D4E9A8A22}" type="pres">
      <dgm:prSet presAssocID="{9CC4EE6A-B2B6-43A7-8749-F2BAC14FA8EB}" presName="connectorText" presStyleLbl="sibTrans1D1" presStyleIdx="26" presStyleCnt="28"/>
      <dgm:spPr/>
    </dgm:pt>
    <dgm:pt modelId="{3AB6BA72-33CF-4415-B7BE-E4F9EA868F90}" type="pres">
      <dgm:prSet presAssocID="{D1F664FF-B529-47C9-8DFD-1363FFC13646}" presName="node" presStyleLbl="node1" presStyleIdx="27" presStyleCnt="29">
        <dgm:presLayoutVars>
          <dgm:bulletEnabled val="1"/>
        </dgm:presLayoutVars>
      </dgm:prSet>
      <dgm:spPr/>
    </dgm:pt>
    <dgm:pt modelId="{9AE8C964-F007-40CD-995E-924718094569}" type="pres">
      <dgm:prSet presAssocID="{FCF459A4-0C21-491C-91D8-A44B0FF953A8}" presName="sibTrans" presStyleLbl="sibTrans1D1" presStyleIdx="27" presStyleCnt="28"/>
      <dgm:spPr/>
    </dgm:pt>
    <dgm:pt modelId="{26A928CD-3EF0-4405-B7D4-A25203058F03}" type="pres">
      <dgm:prSet presAssocID="{FCF459A4-0C21-491C-91D8-A44B0FF953A8}" presName="connectorText" presStyleLbl="sibTrans1D1" presStyleIdx="27" presStyleCnt="28"/>
      <dgm:spPr/>
    </dgm:pt>
    <dgm:pt modelId="{F47B5C29-A3F8-449F-A65B-A691245B77B0}" type="pres">
      <dgm:prSet presAssocID="{25CA2D76-B83B-46A0-8657-38A8A6FF5058}" presName="node" presStyleLbl="node1" presStyleIdx="28" presStyleCnt="29">
        <dgm:presLayoutVars>
          <dgm:bulletEnabled val="1"/>
        </dgm:presLayoutVars>
      </dgm:prSet>
      <dgm:spPr/>
    </dgm:pt>
  </dgm:ptLst>
  <dgm:cxnLst>
    <dgm:cxn modelId="{E6C40E03-727F-43BC-95AD-4AABA90971B1}" type="presOf" srcId="{0A1753F8-568D-4AA4-AACD-406A485A1093}" destId="{7387ED6F-2D9B-459A-9D8A-BE338D358295}" srcOrd="0" destOrd="0" presId="urn:microsoft.com/office/officeart/2016/7/layout/RepeatingBendingProcessNew"/>
    <dgm:cxn modelId="{70656203-8FEF-4EED-A9E3-013F0CF9230A}" srcId="{D6ED9F94-EB46-4CEB-82FE-CC5531BF534C}" destId="{EC685035-4ADE-44CB-8E9E-E253D9B07790}" srcOrd="2" destOrd="0" parTransId="{08E7BB59-9B86-4497-9385-49363CE405B7}" sibTransId="{34CDA897-FCDE-4A11-AFE4-B6EFAB8DC357}"/>
    <dgm:cxn modelId="{C4694F03-C7AE-4F6A-A6C0-AF91391E54CF}" type="presOf" srcId="{6470AC57-C2FC-4F60-82B2-D52ED266B28E}" destId="{447169AD-D756-4707-94AE-FF814BB53113}" srcOrd="0" destOrd="0" presId="urn:microsoft.com/office/officeart/2016/7/layout/RepeatingBendingProcessNew"/>
    <dgm:cxn modelId="{9D894105-0BC4-43EA-9DD8-6E6513509A53}" type="presOf" srcId="{0CABEC53-BEA1-4B37-AECB-30D8ADDC2A7A}" destId="{210F8A3A-F505-4FF8-9BE6-FA08FCB0FA73}" srcOrd="1" destOrd="0" presId="urn:microsoft.com/office/officeart/2016/7/layout/RepeatingBendingProcessNew"/>
    <dgm:cxn modelId="{3772E405-F37D-4392-9C01-60079A05680A}" srcId="{D6ED9F94-EB46-4CEB-82FE-CC5531BF534C}" destId="{A803D044-1603-4F31-9ABE-598780C38821}" srcOrd="22" destOrd="0" parTransId="{1E815600-0D0B-4F0E-8C59-74486A95A78A}" sibTransId="{0A1753F8-568D-4AA4-AACD-406A485A1093}"/>
    <dgm:cxn modelId="{B6C8CA06-CD15-4AB9-8F64-ACE9C447FBDB}" type="presOf" srcId="{8F577111-94B0-42CB-8014-735AE962189F}" destId="{106423FD-3756-46FC-8909-88F6AA406485}" srcOrd="0" destOrd="0" presId="urn:microsoft.com/office/officeart/2016/7/layout/RepeatingBendingProcessNew"/>
    <dgm:cxn modelId="{52DB9D07-1B7B-463E-B685-BA023FECF7D9}" type="presOf" srcId="{2C334FB8-3B42-4658-A29B-EB91DA1897D3}" destId="{80164A19-F38F-47A4-8FA9-7B717732EC64}" srcOrd="0" destOrd="0" presId="urn:microsoft.com/office/officeart/2016/7/layout/RepeatingBendingProcessNew"/>
    <dgm:cxn modelId="{26D5330B-34C5-45EE-9411-24DB4E4C25A6}" srcId="{D6ED9F94-EB46-4CEB-82FE-CC5531BF534C}" destId="{8CBD4148-2603-492F-86A8-262C991D18A7}" srcOrd="17" destOrd="0" parTransId="{CD995C20-6BBE-4D1F-AF3E-9DD1C284ED0B}" sibTransId="{5EF52E30-A9C3-4D92-87C0-38CD9A973C79}"/>
    <dgm:cxn modelId="{3DDE290C-C544-4997-AE56-DA8A1E73C268}" srcId="{D6ED9F94-EB46-4CEB-82FE-CC5531BF534C}" destId="{353B2291-31E0-47BA-A4F2-6AE932E29305}" srcOrd="23" destOrd="0" parTransId="{06A795D3-7584-4FE3-B5E3-CE8866D0918B}" sibTransId="{E57D7536-8933-44FB-AAB0-C7816ADD8D34}"/>
    <dgm:cxn modelId="{0990260D-F2FC-4C16-B181-9C23B3BF4E1A}" type="presOf" srcId="{AD0DD6DE-213A-4513-99B1-247C09C4818A}" destId="{2CDF4124-FA22-43EB-B716-4F23F786F32B}" srcOrd="0" destOrd="0" presId="urn:microsoft.com/office/officeart/2016/7/layout/RepeatingBendingProcessNew"/>
    <dgm:cxn modelId="{886AAD0F-CC1F-4B19-A0BE-F7EFAAE4D342}" srcId="{D6ED9F94-EB46-4CEB-82FE-CC5531BF534C}" destId="{BA58F65C-69E3-4585-A4E8-EEC5A0877755}" srcOrd="24" destOrd="0" parTransId="{5DDF503A-519C-4218-AD2E-347F416F9146}" sibTransId="{54D79866-8605-4993-8BD1-B10E2CA16BAA}"/>
    <dgm:cxn modelId="{1A3A1F10-1757-4E03-AD0A-5BAEECCF3C75}" type="presOf" srcId="{353B2291-31E0-47BA-A4F2-6AE932E29305}" destId="{3207F959-5698-4428-9C40-2CBFDB845913}" srcOrd="0" destOrd="0" presId="urn:microsoft.com/office/officeart/2016/7/layout/RepeatingBendingProcessNew"/>
    <dgm:cxn modelId="{2CA0B415-0D9D-44EA-9E4E-509A0BCA56C0}" type="presOf" srcId="{8A80D763-698C-40E8-85C3-57C10EA5E0E6}" destId="{F2098EFF-2239-47E4-9A30-15F97A2633AA}" srcOrd="0" destOrd="0" presId="urn:microsoft.com/office/officeart/2016/7/layout/RepeatingBendingProcessNew"/>
    <dgm:cxn modelId="{FF802726-58A5-461C-A041-6271F1BF753C}" type="presOf" srcId="{5EF52E30-A9C3-4D92-87C0-38CD9A973C79}" destId="{5DE964AA-1905-42DB-8CF7-4646B869BF94}" srcOrd="0" destOrd="0" presId="urn:microsoft.com/office/officeart/2016/7/layout/RepeatingBendingProcessNew"/>
    <dgm:cxn modelId="{6189B326-6032-4115-A696-89DCE646F5AB}" type="presOf" srcId="{CEF6AC0A-BAB5-4085-9DB9-090D8CCB326C}" destId="{43870FEF-B6FC-40FA-9531-019AC22E5C86}" srcOrd="0" destOrd="0" presId="urn:microsoft.com/office/officeart/2016/7/layout/RepeatingBendingProcessNew"/>
    <dgm:cxn modelId="{41984D27-8F13-49A8-B9D8-AB1518E42FD4}" type="presOf" srcId="{A24279D6-DEC5-4C06-BDEA-C0F8AD590008}" destId="{627D5805-11ED-49A0-83AD-1AA9AA1109B7}" srcOrd="0" destOrd="0" presId="urn:microsoft.com/office/officeart/2016/7/layout/RepeatingBendingProcessNew"/>
    <dgm:cxn modelId="{F21A9928-F45F-44C8-B602-C1375B211D3B}" type="presOf" srcId="{8CBD4148-2603-492F-86A8-262C991D18A7}" destId="{1C2BF5FE-9102-4A14-9D5E-B85074FD9F76}" srcOrd="0" destOrd="0" presId="urn:microsoft.com/office/officeart/2016/7/layout/RepeatingBendingProcessNew"/>
    <dgm:cxn modelId="{40EA0E2A-6FD2-4980-91C2-64C893EF679D}" type="presOf" srcId="{9CC4EE6A-B2B6-43A7-8749-F2BAC14FA8EB}" destId="{0DBC33B1-7C44-491C-BA34-79111F94EE7C}" srcOrd="0" destOrd="0" presId="urn:microsoft.com/office/officeart/2016/7/layout/RepeatingBendingProcessNew"/>
    <dgm:cxn modelId="{9B667F2A-4A8B-4BEF-BA51-A441716638B4}" type="presOf" srcId="{E7A2DD28-DD95-4948-947A-A11F18BACB69}" destId="{C5237CB7-1287-41EA-9FCA-EC49BA65936D}" srcOrd="0" destOrd="0" presId="urn:microsoft.com/office/officeart/2016/7/layout/RepeatingBendingProcessNew"/>
    <dgm:cxn modelId="{6296C62B-BD93-4232-9A2F-4AE05BDB464E}" type="presOf" srcId="{8F9A2DDF-5C2C-49CB-9064-4BC7C0C90E3A}" destId="{6BEFB690-C62E-4BB8-BB31-4454ED07C88A}" srcOrd="0" destOrd="0" presId="urn:microsoft.com/office/officeart/2016/7/layout/RepeatingBendingProcessNew"/>
    <dgm:cxn modelId="{E21F3A2F-DEC0-4065-B067-1E1FDB9DA8CC}" type="presOf" srcId="{09A6F4B6-059C-4CCD-90F4-8325BC050C31}" destId="{F5AB55BF-F62F-4D1B-9AB1-71750DA65C9E}" srcOrd="1" destOrd="0" presId="urn:microsoft.com/office/officeart/2016/7/layout/RepeatingBendingProcessNew"/>
    <dgm:cxn modelId="{E8A80830-FEF6-47F7-83FC-306A608CE121}" srcId="{D6ED9F94-EB46-4CEB-82FE-CC5531BF534C}" destId="{348E2719-7D27-4E5D-9406-70A60CD9CF56}" srcOrd="19" destOrd="0" parTransId="{89F233D5-1485-4734-B666-F673C97BFDDC}" sibTransId="{9E412E80-0496-45EB-B93F-06273BA3FEB3}"/>
    <dgm:cxn modelId="{285D0A35-E1F8-4A88-8D1B-BC3427911B0B}" srcId="{D6ED9F94-EB46-4CEB-82FE-CC5531BF534C}" destId="{034E73A7-E926-4A07-9250-14454FA7E386}" srcOrd="8" destOrd="0" parTransId="{A85FE2CB-98DC-41CA-B1BE-F3270D72C42E}" sibTransId="{8F577111-94B0-42CB-8014-735AE962189F}"/>
    <dgm:cxn modelId="{EDB7DE39-87C9-4B29-B290-59C43F621A30}" type="presOf" srcId="{E57D7536-8933-44FB-AAB0-C7816ADD8D34}" destId="{E622DE41-DCB8-4C46-B76A-FCBA20E43D82}" srcOrd="0" destOrd="0" presId="urn:microsoft.com/office/officeart/2016/7/layout/RepeatingBendingProcessNew"/>
    <dgm:cxn modelId="{A10ED73A-A3FF-4E92-845A-D145A9978643}" type="presOf" srcId="{F14CEDDE-CDAF-4E4A-A568-CD05E23F30BD}" destId="{04CC7255-1958-4AB3-A329-ACC21E40773F}" srcOrd="0" destOrd="0" presId="urn:microsoft.com/office/officeart/2016/7/layout/RepeatingBendingProcessNew"/>
    <dgm:cxn modelId="{495ADF3B-AC6E-4411-ADB4-E1D61CE07E75}" type="presOf" srcId="{E4E4A537-98EA-4FAD-9C23-2A09918B22EF}" destId="{E23E956E-1A84-47E7-AAB8-5B05574E5671}" srcOrd="0" destOrd="0" presId="urn:microsoft.com/office/officeart/2016/7/layout/RepeatingBendingProcessNew"/>
    <dgm:cxn modelId="{16E2023C-AAFC-442D-B3C6-FC2624EB070D}" type="presOf" srcId="{86F4ED97-25E3-416A-9435-39416C6E1E35}" destId="{60121484-D543-4795-A0C7-B69985B8C896}" srcOrd="1" destOrd="0" presId="urn:microsoft.com/office/officeart/2016/7/layout/RepeatingBendingProcessNew"/>
    <dgm:cxn modelId="{8E1BBE3D-F7C1-4DAB-ADA9-CA1B3794E90D}" srcId="{D6ED9F94-EB46-4CEB-82FE-CC5531BF534C}" destId="{607EC384-444D-42AD-831C-0D0073ABADFA}" srcOrd="13" destOrd="0" parTransId="{01A413C5-4DF8-4BA2-B4BB-76FA7EB5FCA2}" sibTransId="{6546121C-4C41-4041-976A-4C6E820BD28E}"/>
    <dgm:cxn modelId="{7C4BE23D-164F-4C9E-9436-D62C23482FBB}" srcId="{D6ED9F94-EB46-4CEB-82FE-CC5531BF534C}" destId="{8F9A2DDF-5C2C-49CB-9064-4BC7C0C90E3A}" srcOrd="12" destOrd="0" parTransId="{F7ED58E8-E463-4655-8CE2-8C3452802188}" sibTransId="{3B9418D4-7E64-4CC2-B568-6A1C46468936}"/>
    <dgm:cxn modelId="{A6401C40-EC26-4EAF-8519-6D21DA108054}" type="presOf" srcId="{F14CEDDE-CDAF-4E4A-A568-CD05E23F30BD}" destId="{94BFE413-3FCC-414A-BA3A-4608A58A9C8F}" srcOrd="1" destOrd="0" presId="urn:microsoft.com/office/officeart/2016/7/layout/RepeatingBendingProcessNew"/>
    <dgm:cxn modelId="{1DFF315D-3F8E-44E1-BBF1-2221DFA25BFA}" type="presOf" srcId="{9E412E80-0496-45EB-B93F-06273BA3FEB3}" destId="{AE8586D0-4E84-4515-92EE-6A39950A765A}" srcOrd="0" destOrd="0" presId="urn:microsoft.com/office/officeart/2016/7/layout/RepeatingBendingProcessNew"/>
    <dgm:cxn modelId="{8F8E9D5D-9736-4C96-B756-4BD3DE1EB265}" srcId="{D6ED9F94-EB46-4CEB-82FE-CC5531BF534C}" destId="{CD2E4C36-5FA8-4BBF-AA68-B38408DB34DE}" srcOrd="21" destOrd="0" parTransId="{F70D0DEB-7D8A-4B48-A8C2-453261469B04}" sibTransId="{DA6A00B7-C984-41CC-9FD5-B72EB7116851}"/>
    <dgm:cxn modelId="{8494A25D-E9FB-4644-ABEF-6913620C1B93}" type="presOf" srcId="{3B9418D4-7E64-4CC2-B568-6A1C46468936}" destId="{4D2BB750-1335-4A91-93D8-9569646827D2}" srcOrd="1" destOrd="0" presId="urn:microsoft.com/office/officeart/2016/7/layout/RepeatingBendingProcessNew"/>
    <dgm:cxn modelId="{23121A41-A1C0-4F5C-B618-F7EB426495A0}" type="presOf" srcId="{AFF02194-2FE0-4052-807B-8CE5F386FA84}" destId="{930A47D4-A333-4F9A-8894-796BE9FC9E3B}" srcOrd="0" destOrd="0" presId="urn:microsoft.com/office/officeart/2016/7/layout/RepeatingBendingProcessNew"/>
    <dgm:cxn modelId="{3F1A2641-969D-4608-A5CC-D90D0285D5AA}" type="presOf" srcId="{54D79866-8605-4993-8BD1-B10E2CA16BAA}" destId="{4E59190B-F7BF-473E-BD03-9B206EC28C2B}" srcOrd="0" destOrd="0" presId="urn:microsoft.com/office/officeart/2016/7/layout/RepeatingBendingProcessNew"/>
    <dgm:cxn modelId="{23476441-A27A-44F2-9A15-74F9F0E498FE}" type="presOf" srcId="{E4E4A537-98EA-4FAD-9C23-2A09918B22EF}" destId="{A2A0EA7F-0A9B-4B2A-A2FC-D5C5B1B75966}" srcOrd="1" destOrd="0" presId="urn:microsoft.com/office/officeart/2016/7/layout/RepeatingBendingProcessNew"/>
    <dgm:cxn modelId="{66816A43-5689-4EDA-B97F-776420F09649}" type="presOf" srcId="{9A4ECF5A-8B36-4426-B955-744DB955A892}" destId="{C8FA64E7-B80E-40AD-BA18-0CD30EB1EBA4}" srcOrd="1" destOrd="0" presId="urn:microsoft.com/office/officeart/2016/7/layout/RepeatingBendingProcessNew"/>
    <dgm:cxn modelId="{F7FBC563-DB80-4E9B-BFCE-A49E884EF19C}" type="presOf" srcId="{C3936FA2-12CD-4A26-B857-6E96DCEBEA38}" destId="{10C73727-6121-4BAD-BC8F-3FF2E981A1BB}" srcOrd="1" destOrd="0" presId="urn:microsoft.com/office/officeart/2016/7/layout/RepeatingBendingProcessNew"/>
    <dgm:cxn modelId="{AACC3F66-DBAE-422E-B2DB-8D6696271AB2}" type="presOf" srcId="{FCF459A4-0C21-491C-91D8-A44B0FF953A8}" destId="{26A928CD-3EF0-4405-B7D4-A25203058F03}" srcOrd="1" destOrd="0" presId="urn:microsoft.com/office/officeart/2016/7/layout/RepeatingBendingProcessNew"/>
    <dgm:cxn modelId="{19895A69-CB39-4ECE-BAD9-3F1D05AC61E8}" type="presOf" srcId="{F9B3D9B9-9C75-4B03-838E-CE591D08D248}" destId="{D5BBD3DA-AB29-4440-8FF0-60E89F9C60CF}" srcOrd="1" destOrd="0" presId="urn:microsoft.com/office/officeart/2016/7/layout/RepeatingBendingProcessNew"/>
    <dgm:cxn modelId="{E375E069-14D1-4A82-BCDF-7C6E7BCEEF57}" type="presOf" srcId="{DA6A00B7-C984-41CC-9FD5-B72EB7116851}" destId="{6F717D0A-3FD3-4A0C-84CA-826BFB30B08A}" srcOrd="0" destOrd="0" presId="urn:microsoft.com/office/officeart/2016/7/layout/RepeatingBendingProcessNew"/>
    <dgm:cxn modelId="{F78E5B6D-8D5F-417C-8403-1C83239149A9}" type="presOf" srcId="{AFF02194-2FE0-4052-807B-8CE5F386FA84}" destId="{8C459BC1-98F7-4594-A661-792ADB2FB5FD}" srcOrd="1" destOrd="0" presId="urn:microsoft.com/office/officeart/2016/7/layout/RepeatingBendingProcessNew"/>
    <dgm:cxn modelId="{84A89C4D-32B5-4871-AF6D-50A2849A16E1}" type="presOf" srcId="{D9F63099-6E2E-46A9-8C33-780F8CEDA9DD}" destId="{D8394374-512D-4C15-AC6C-196632D81C91}" srcOrd="0" destOrd="0" presId="urn:microsoft.com/office/officeart/2016/7/layout/RepeatingBendingProcessNew"/>
    <dgm:cxn modelId="{99371B6F-7974-4BA0-A68B-50A62EFB1470}" type="presOf" srcId="{E57D7536-8933-44FB-AAB0-C7816ADD8D34}" destId="{8ADD7B55-03F1-458E-83B1-23FEB9EB5608}" srcOrd="1" destOrd="0" presId="urn:microsoft.com/office/officeart/2016/7/layout/RepeatingBendingProcessNew"/>
    <dgm:cxn modelId="{E890A14F-3951-4855-B94C-A09181B52238}" type="presOf" srcId="{C74F8DC4-FB07-4DFF-A7CD-EA556A4CF189}" destId="{4A2D90C8-2903-4885-BA1D-E04386816631}" srcOrd="0" destOrd="0" presId="urn:microsoft.com/office/officeart/2016/7/layout/RepeatingBendingProcessNew"/>
    <dgm:cxn modelId="{47CDB451-DCC8-4FC4-BACD-9C8B78D14D4B}" type="presOf" srcId="{53EAD0E6-12BB-4B8C-8C4E-577ABB556FCC}" destId="{DC777E54-45F3-46B3-A3D5-56EF964B817D}" srcOrd="0" destOrd="0" presId="urn:microsoft.com/office/officeart/2016/7/layout/RepeatingBendingProcessNew"/>
    <dgm:cxn modelId="{4B9FEB71-811D-4A8C-A6B1-18F04FD2EC5E}" srcId="{D6ED9F94-EB46-4CEB-82FE-CC5531BF534C}" destId="{A00912A1-5334-4B6E-BF93-CB92866BDDEA}" srcOrd="4" destOrd="0" parTransId="{92ED123C-34D7-4E03-9B6D-0EF0BFF73ED7}" sibTransId="{A24279D6-DEC5-4C06-BDEA-C0F8AD590008}"/>
    <dgm:cxn modelId="{BC8F5352-7037-45F1-B18E-548873C2CB86}" type="presOf" srcId="{54D79866-8605-4993-8BD1-B10E2CA16BAA}" destId="{00E4EDA6-F426-49C7-9BBE-0430CCFB5D39}" srcOrd="1" destOrd="0" presId="urn:microsoft.com/office/officeart/2016/7/layout/RepeatingBendingProcessNew"/>
    <dgm:cxn modelId="{0CB47F72-74B6-4F7F-A725-7A45A3A2347A}" type="presOf" srcId="{08721671-55F5-4F0D-86F9-16277DC374DF}" destId="{0E4D0C97-D413-415E-BD30-856FE5301305}" srcOrd="0" destOrd="0" presId="urn:microsoft.com/office/officeart/2016/7/layout/RepeatingBendingProcessNew"/>
    <dgm:cxn modelId="{D94B1773-29AA-48FA-8204-898A831069B4}" srcId="{D6ED9F94-EB46-4CEB-82FE-CC5531BF534C}" destId="{47ED39BB-FE01-4C67-9988-155CE37691AA}" srcOrd="11" destOrd="0" parTransId="{D9AF8435-0A94-4D17-898E-2ABE1DA0D224}" sibTransId="{9A4ECF5A-8B36-4426-B955-744DB955A892}"/>
    <dgm:cxn modelId="{154D9B53-82B6-4555-B641-FC302974549F}" type="presOf" srcId="{BA58F65C-69E3-4585-A4E8-EEC5A0877755}" destId="{F316117A-2A40-4A93-84D5-5DB76BE06E01}" srcOrd="0" destOrd="0" presId="urn:microsoft.com/office/officeart/2016/7/layout/RepeatingBendingProcessNew"/>
    <dgm:cxn modelId="{31CB6474-6763-4ECE-BB81-565796A6E874}" srcId="{D6ED9F94-EB46-4CEB-82FE-CC5531BF534C}" destId="{8EB36A73-EAE2-41A5-BFB0-A05F493B6524}" srcOrd="0" destOrd="0" parTransId="{FBB55931-F964-48A9-82BD-BB617ECE3170}" sibTransId="{E4E4A537-98EA-4FAD-9C23-2A09918B22EF}"/>
    <dgm:cxn modelId="{A3C72955-244F-4715-9ED3-D34064617C0C}" srcId="{D6ED9F94-EB46-4CEB-82FE-CC5531BF534C}" destId="{BE042D29-9DFC-4CC3-9DB0-C1E7C763FF3B}" srcOrd="20" destOrd="0" parTransId="{E6094370-56D6-407D-9D38-7781A2BB1166}" sibTransId="{86F4ED97-25E3-416A-9435-39416C6E1E35}"/>
    <dgm:cxn modelId="{95CA5175-D5EE-42F1-8295-7E9DC0173B53}" type="presOf" srcId="{CEF6AC0A-BAB5-4085-9DB9-090D8CCB326C}" destId="{5281F79F-2FFC-44A2-AAE9-312DA186219F}" srcOrd="1" destOrd="0" presId="urn:microsoft.com/office/officeart/2016/7/layout/RepeatingBendingProcessNew"/>
    <dgm:cxn modelId="{8D21C775-899D-491C-BF25-BB2B2C6BE1B1}" type="presOf" srcId="{5EF52E30-A9C3-4D92-87C0-38CD9A973C79}" destId="{1EAE66C7-1A61-40D4-ADD6-CA92B6CD1A05}" srcOrd="1" destOrd="0" presId="urn:microsoft.com/office/officeart/2016/7/layout/RepeatingBendingProcessNew"/>
    <dgm:cxn modelId="{8F587C57-9CB2-4E3F-83A0-398DDDCFE409}" type="presOf" srcId="{86F4ED97-25E3-416A-9435-39416C6E1E35}" destId="{124EB4D5-EB45-40A0-90D1-866162D7CF69}" srcOrd="0" destOrd="0" presId="urn:microsoft.com/office/officeart/2016/7/layout/RepeatingBendingProcessNew"/>
    <dgm:cxn modelId="{4154F078-9152-404F-9ED0-6CDAD125FACC}" type="presOf" srcId="{8EB36A73-EAE2-41A5-BFB0-A05F493B6524}" destId="{895FBCD8-A83A-4E6C-9A83-B4FBB3128C72}" srcOrd="0" destOrd="0" presId="urn:microsoft.com/office/officeart/2016/7/layout/RepeatingBendingProcessNew"/>
    <dgm:cxn modelId="{630A0C59-9C0A-4439-9E50-5DA9B6672CB7}" type="presOf" srcId="{A2CB50FC-B8CC-4230-9245-42F9C7763973}" destId="{366E402D-0E35-4126-8AF3-527CF7C63D67}" srcOrd="0" destOrd="0" presId="urn:microsoft.com/office/officeart/2016/7/layout/RepeatingBendingProcessNew"/>
    <dgm:cxn modelId="{6267B67E-984D-45DE-BB93-2D79546596B1}" type="presOf" srcId="{0CABEC53-BEA1-4B37-AECB-30D8ADDC2A7A}" destId="{1B68A270-EEEF-42BD-93DD-4BAE5BB286B8}" srcOrd="0" destOrd="0" presId="urn:microsoft.com/office/officeart/2016/7/layout/RepeatingBendingProcessNew"/>
    <dgm:cxn modelId="{3F773180-B342-4EB7-B6E3-94B053F5BA69}" srcId="{D6ED9F94-EB46-4CEB-82FE-CC5531BF534C}" destId="{A2CB50FC-B8CC-4230-9245-42F9C7763973}" srcOrd="25" destOrd="0" parTransId="{FC386D61-8999-4373-BAB6-461A88F14BD8}" sibTransId="{AFF02194-2FE0-4052-807B-8CE5F386FA84}"/>
    <dgm:cxn modelId="{68148481-D2BC-484E-9E4E-94F265D2349C}" type="presOf" srcId="{BE042D29-9DFC-4CC3-9DB0-C1E7C763FF3B}" destId="{800058EE-F0DE-4C0B-86E3-B71A4AAC43EE}" srcOrd="0" destOrd="0" presId="urn:microsoft.com/office/officeart/2016/7/layout/RepeatingBendingProcessNew"/>
    <dgm:cxn modelId="{566EB981-D646-47BA-B6F6-644D285C7D29}" type="presOf" srcId="{3B9418D4-7E64-4CC2-B568-6A1C46468936}" destId="{6CE9C26C-942A-49CE-A30F-3A79F2BD75D0}" srcOrd="0" destOrd="0" presId="urn:microsoft.com/office/officeart/2016/7/layout/RepeatingBendingProcessNew"/>
    <dgm:cxn modelId="{66BE2E82-7B9D-4BA5-A315-858CC78D373D}" srcId="{D6ED9F94-EB46-4CEB-82FE-CC5531BF534C}" destId="{AD0DD6DE-213A-4513-99B1-247C09C4818A}" srcOrd="6" destOrd="0" parTransId="{2D27D56E-7E0D-4F83-9EFC-79D2223D6ECC}" sibTransId="{F14CEDDE-CDAF-4E4A-A568-CD05E23F30BD}"/>
    <dgm:cxn modelId="{62C3AC82-BE90-4316-948C-A3F3FB4E5E48}" type="presOf" srcId="{47ED39BB-FE01-4C67-9988-155CE37691AA}" destId="{5535D6F9-DC0F-4737-89B1-803C6DE38995}" srcOrd="0" destOrd="0" presId="urn:microsoft.com/office/officeart/2016/7/layout/RepeatingBendingProcessNew"/>
    <dgm:cxn modelId="{8AB55185-5CFD-4C20-942F-2B4A93DB8EA0}" type="presOf" srcId="{8FDDC544-0D89-4F21-867E-FF37A6834722}" destId="{6904BD07-46D1-43D3-A322-1269B71CD5C4}" srcOrd="0" destOrd="0" presId="urn:microsoft.com/office/officeart/2016/7/layout/RepeatingBendingProcessNew"/>
    <dgm:cxn modelId="{D9056887-4B05-4524-BF48-8F5D152576F0}" type="presOf" srcId="{607EC384-444D-42AD-831C-0D0073ABADFA}" destId="{3A996666-4ABE-43CF-8F24-87B7F5CB43DD}" srcOrd="0" destOrd="0" presId="urn:microsoft.com/office/officeart/2016/7/layout/RepeatingBendingProcessNew"/>
    <dgm:cxn modelId="{D1B59287-5D3C-45FB-980D-499DE424C582}" srcId="{D6ED9F94-EB46-4CEB-82FE-CC5531BF534C}" destId="{8FDDC544-0D89-4F21-867E-FF37A6834722}" srcOrd="10" destOrd="0" parTransId="{68444D20-3BEC-4392-A395-A3F85E2E0587}" sibTransId="{CEF6AC0A-BAB5-4085-9DB9-090D8CCB326C}"/>
    <dgm:cxn modelId="{ADEC878C-63F6-425B-809B-2E795D173F5D}" type="presOf" srcId="{34CDA897-FCDE-4A11-AFE4-B6EFAB8DC357}" destId="{65C29919-B85B-4B52-A12F-3B71663159AF}" srcOrd="0" destOrd="0" presId="urn:microsoft.com/office/officeart/2016/7/layout/RepeatingBendingProcessNew"/>
    <dgm:cxn modelId="{103A8891-0112-41D0-B8EA-6489DC49B036}" type="presOf" srcId="{08721671-55F5-4F0D-86F9-16277DC374DF}" destId="{28CC8FCD-DB2D-4FA9-8BA5-822D8FF6BC15}" srcOrd="1" destOrd="0" presId="urn:microsoft.com/office/officeart/2016/7/layout/RepeatingBendingProcessNew"/>
    <dgm:cxn modelId="{39C2FC91-DC3F-4D3C-BBB6-F42324D6FE7D}" type="presOf" srcId="{2E604646-D217-41F3-A089-559A44F397C1}" destId="{A3BAFDE8-5298-494A-8C7F-415B8F19B11F}" srcOrd="1" destOrd="0" presId="urn:microsoft.com/office/officeart/2016/7/layout/RepeatingBendingProcessNew"/>
    <dgm:cxn modelId="{0DCAEA93-EEC9-43A2-9602-A43E5EADA178}" type="presOf" srcId="{BA487604-CC60-4E4E-989C-3EED437D004E}" destId="{75EA8381-6749-4905-B622-BCA1B16B6DE1}" srcOrd="0" destOrd="0" presId="urn:microsoft.com/office/officeart/2016/7/layout/RepeatingBendingProcessNew"/>
    <dgm:cxn modelId="{7100C896-05E5-4B62-8C32-36F33EDDB244}" type="presOf" srcId="{D6ED9F94-EB46-4CEB-82FE-CC5531BF534C}" destId="{C749AE76-6300-482C-95C9-BD699B78F387}" srcOrd="0" destOrd="0" presId="urn:microsoft.com/office/officeart/2016/7/layout/RepeatingBendingProcessNew"/>
    <dgm:cxn modelId="{9F4FC997-A7A0-4936-AFFF-DFB917C845C7}" srcId="{D6ED9F94-EB46-4CEB-82FE-CC5531BF534C}" destId="{C74F8DC4-FB07-4DFF-A7CD-EA556A4CF189}" srcOrd="26" destOrd="0" parTransId="{E5EB86A0-55E3-4BB6-BF5C-FE3860325FDC}" sibTransId="{9CC4EE6A-B2B6-43A7-8749-F2BAC14FA8EB}"/>
    <dgm:cxn modelId="{0ABFD197-C01C-47C8-A235-193D26061F24}" type="presOf" srcId="{2C334FB8-3B42-4658-A29B-EB91DA1897D3}" destId="{1D1E4716-0FF8-4C90-AF1E-F798F5DE1331}" srcOrd="1" destOrd="0" presId="urn:microsoft.com/office/officeart/2016/7/layout/RepeatingBendingProcessNew"/>
    <dgm:cxn modelId="{92AE5D9A-8E00-4192-8E0B-E2236CA7F85C}" type="presOf" srcId="{A803D044-1603-4F31-9ABE-598780C38821}" destId="{F8F60431-07A3-4382-A646-177919987C52}" srcOrd="0" destOrd="0" presId="urn:microsoft.com/office/officeart/2016/7/layout/RepeatingBendingProcessNew"/>
    <dgm:cxn modelId="{9F5FA99B-3A55-4C0B-90D0-4E669F7817BC}" type="presOf" srcId="{034E73A7-E926-4A07-9250-14454FA7E386}" destId="{EEB6A0C7-0605-4F7F-BECE-B44FF47DE2DD}" srcOrd="0" destOrd="0" presId="urn:microsoft.com/office/officeart/2016/7/layout/RepeatingBendingProcessNew"/>
    <dgm:cxn modelId="{36372A9D-E2D8-4068-B05C-73B659EF93D0}" type="presOf" srcId="{2E604646-D217-41F3-A089-559A44F397C1}" destId="{D2D77539-F920-46CA-92B0-6F33ECEBCA8F}" srcOrd="0" destOrd="0" presId="urn:microsoft.com/office/officeart/2016/7/layout/RepeatingBendingProcessNew"/>
    <dgm:cxn modelId="{8EE6DF9D-DF19-44CC-8748-6205DF35D5DB}" type="presOf" srcId="{A00912A1-5334-4B6E-BF93-CB92866BDDEA}" destId="{A16307B9-DF3B-4B7E-8CAC-4002A3C8E323}" srcOrd="0" destOrd="0" presId="urn:microsoft.com/office/officeart/2016/7/layout/RepeatingBendingProcessNew"/>
    <dgm:cxn modelId="{3E265CA0-0F02-4EED-865A-B508D333228B}" type="presOf" srcId="{FCF459A4-0C21-491C-91D8-A44B0FF953A8}" destId="{9AE8C964-F007-40CD-995E-924718094569}" srcOrd="0" destOrd="0" presId="urn:microsoft.com/office/officeart/2016/7/layout/RepeatingBendingProcessNew"/>
    <dgm:cxn modelId="{2036E6A2-8F11-4333-866A-E1AF4DC4C1F9}" type="presOf" srcId="{348E2719-7D27-4E5D-9406-70A60CD9CF56}" destId="{670CD88E-A724-49D3-B783-E17FDE410833}" srcOrd="0" destOrd="0" presId="urn:microsoft.com/office/officeart/2016/7/layout/RepeatingBendingProcessNew"/>
    <dgm:cxn modelId="{423912AA-4293-4B28-8110-E9FCB8EA69E3}" type="presOf" srcId="{2AB64119-2262-42EE-914D-B6ED8CEA76CF}" destId="{0AAF1BA8-651E-43DF-8D37-B39803AC4C34}" srcOrd="0" destOrd="0" presId="urn:microsoft.com/office/officeart/2016/7/layout/RepeatingBendingProcessNew"/>
    <dgm:cxn modelId="{A54351AB-D8EC-42D2-8E9A-55C78D78A8A1}" type="presOf" srcId="{F9B3D9B9-9C75-4B03-838E-CE591D08D248}" destId="{D46B0D8D-46A8-40BC-8866-AD95A3F58E68}" srcOrd="0" destOrd="0" presId="urn:microsoft.com/office/officeart/2016/7/layout/RepeatingBendingProcessNew"/>
    <dgm:cxn modelId="{AD9EA3AC-ABF9-4FED-A385-508C2EDCC4D2}" type="presOf" srcId="{C3936FA2-12CD-4A26-B857-6E96DCEBEA38}" destId="{3327A466-0048-40B1-8FCF-E19C5B2C916B}" srcOrd="0" destOrd="0" presId="urn:microsoft.com/office/officeart/2016/7/layout/RepeatingBendingProcessNew"/>
    <dgm:cxn modelId="{637CE7AC-3107-4242-81AC-E750A046DEBF}" type="presOf" srcId="{D1F664FF-B529-47C9-8DFD-1363FFC13646}" destId="{3AB6BA72-33CF-4415-B7BE-E4F9EA868F90}" srcOrd="0" destOrd="0" presId="urn:microsoft.com/office/officeart/2016/7/layout/RepeatingBendingProcessNew"/>
    <dgm:cxn modelId="{DCFE5EAE-1A4A-4937-A09F-D561C6DF0900}" type="presOf" srcId="{9CC4EE6A-B2B6-43A7-8749-F2BAC14FA8EB}" destId="{C2404125-07F3-45C1-B747-2B1D4E9A8A22}" srcOrd="1" destOrd="0" presId="urn:microsoft.com/office/officeart/2016/7/layout/RepeatingBendingProcessNew"/>
    <dgm:cxn modelId="{067CD2B0-F22B-48DE-BF64-707D1287708F}" type="presOf" srcId="{DA6A00B7-C984-41CC-9FD5-B72EB7116851}" destId="{9598ECCA-0249-4CBB-847D-1A17F8299F2A}" srcOrd="1" destOrd="0" presId="urn:microsoft.com/office/officeart/2016/7/layout/RepeatingBendingProcessNew"/>
    <dgm:cxn modelId="{721E97B5-65E8-421E-B9EF-51459A38773F}" type="presOf" srcId="{34CDA897-FCDE-4A11-AFE4-B6EFAB8DC357}" destId="{A22D4640-1EE9-4EA7-B592-3FCFF1B42F74}" srcOrd="1" destOrd="0" presId="urn:microsoft.com/office/officeart/2016/7/layout/RepeatingBendingProcessNew"/>
    <dgm:cxn modelId="{14A520B8-25E9-4FE4-8304-21928255D93E}" type="presOf" srcId="{EB2C7F29-378A-423D-A284-88964A585C70}" destId="{784CBCC4-2545-4453-935A-BA787C1F9A1C}" srcOrd="0" destOrd="0" presId="urn:microsoft.com/office/officeart/2016/7/layout/RepeatingBendingProcessNew"/>
    <dgm:cxn modelId="{5A5DBDB9-EF31-4FBA-8253-4ED311A35427}" type="presOf" srcId="{09A6F4B6-059C-4CCD-90F4-8325BC050C31}" destId="{013AC412-9173-498F-9479-253A4684E2F9}" srcOrd="0" destOrd="0" presId="urn:microsoft.com/office/officeart/2016/7/layout/RepeatingBendingProcessNew"/>
    <dgm:cxn modelId="{3B63F3BF-B4A7-48C4-A300-0D16C59D6B7C}" srcId="{D6ED9F94-EB46-4CEB-82FE-CC5531BF534C}" destId="{53EAD0E6-12BB-4B8C-8C4E-577ABB556FCC}" srcOrd="3" destOrd="0" parTransId="{DD9E0741-89DA-41BF-A2EA-567A2C86A1C1}" sibTransId="{2C334FB8-3B42-4658-A29B-EB91DA1897D3}"/>
    <dgm:cxn modelId="{BC971FC0-573A-4700-B5B8-9B8541A289CE}" srcId="{D6ED9F94-EB46-4CEB-82FE-CC5531BF534C}" destId="{6470AC57-C2FC-4F60-82B2-D52ED266B28E}" srcOrd="9" destOrd="0" parTransId="{A14D41F9-AA15-4EC3-8D38-666B771CAC30}" sibTransId="{C3936FA2-12CD-4A26-B857-6E96DCEBEA38}"/>
    <dgm:cxn modelId="{3BC893C5-A9B7-4AD9-B29E-E79E59752BC1}" type="presOf" srcId="{A24279D6-DEC5-4C06-BDEA-C0F8AD590008}" destId="{5BF64251-80CE-47E7-B5B5-157040EDB0B4}" srcOrd="1" destOrd="0" presId="urn:microsoft.com/office/officeart/2016/7/layout/RepeatingBendingProcessNew"/>
    <dgm:cxn modelId="{1F9C5CCC-E1F5-48D0-A052-D84403C46B14}" srcId="{D6ED9F94-EB46-4CEB-82FE-CC5531BF534C}" destId="{D1F664FF-B529-47C9-8DFD-1363FFC13646}" srcOrd="27" destOrd="0" parTransId="{C09F27A8-DC5D-450D-857E-C68D9B6E10D8}" sibTransId="{FCF459A4-0C21-491C-91D8-A44B0FF953A8}"/>
    <dgm:cxn modelId="{C359AECC-31AF-4015-98B2-E8171DE47AB8}" srcId="{D6ED9F94-EB46-4CEB-82FE-CC5531BF534C}" destId="{E7A2DD28-DD95-4948-947A-A11F18BACB69}" srcOrd="5" destOrd="0" parTransId="{2BBC3888-1375-46FF-AEFC-D9088153DF2B}" sibTransId="{0E0CF1A1-FB41-41C9-AC00-3FDE6234E121}"/>
    <dgm:cxn modelId="{48D729CD-A593-4473-83C9-A08F38ED7A4A}" srcId="{D6ED9F94-EB46-4CEB-82FE-CC5531BF534C}" destId="{D9F63099-6E2E-46A9-8C33-780F8CEDA9DD}" srcOrd="18" destOrd="0" parTransId="{800DF10B-DDCB-49DE-8F44-915E679C034D}" sibTransId="{8A80D763-698C-40E8-85C3-57C10EA5E0E6}"/>
    <dgm:cxn modelId="{139371D4-46A1-4902-ABF9-F25261F804E1}" type="presOf" srcId="{9E412E80-0496-45EB-B93F-06273BA3FEB3}" destId="{5DA823D8-7C0A-413E-8F52-72BB76B2251E}" srcOrd="1" destOrd="0" presId="urn:microsoft.com/office/officeart/2016/7/layout/RepeatingBendingProcessNew"/>
    <dgm:cxn modelId="{465AF2D6-A200-481C-A93E-43B6358AF43B}" type="presOf" srcId="{9A4ECF5A-8B36-4426-B955-744DB955A892}" destId="{1474B859-AE92-4EBF-8F48-43CA44B25769}" srcOrd="0" destOrd="0" presId="urn:microsoft.com/office/officeart/2016/7/layout/RepeatingBendingProcessNew"/>
    <dgm:cxn modelId="{4B07FEDA-0AD9-4C49-BAFA-1B915EB63CB3}" srcId="{D6ED9F94-EB46-4CEB-82FE-CC5531BF534C}" destId="{BA487604-CC60-4E4E-989C-3EED437D004E}" srcOrd="14" destOrd="0" parTransId="{7F17286F-DC3F-438A-BDE6-EFD6E45BE873}" sibTransId="{2E604646-D217-41F3-A089-559A44F397C1}"/>
    <dgm:cxn modelId="{9BFD63DB-11E9-4716-9DCD-E527D27AEEF4}" type="presOf" srcId="{8A80D763-698C-40E8-85C3-57C10EA5E0E6}" destId="{5B43FC02-B2A5-437A-AB43-624BA1149108}" srcOrd="1" destOrd="0" presId="urn:microsoft.com/office/officeart/2016/7/layout/RepeatingBendingProcessNew"/>
    <dgm:cxn modelId="{00FFD6DB-2D7B-487D-9CB9-3C15EE088C5F}" type="presOf" srcId="{EC685035-4ADE-44CB-8E9E-E253D9B07790}" destId="{00CD6FE4-C3CB-4C85-9B2C-9BDE5FD1F92B}" srcOrd="0" destOrd="0" presId="urn:microsoft.com/office/officeart/2016/7/layout/RepeatingBendingProcessNew"/>
    <dgm:cxn modelId="{5F0428DC-71A0-419D-BB2B-143127F05119}" type="presOf" srcId="{0E0CF1A1-FB41-41C9-AC00-3FDE6234E121}" destId="{4363FE67-B001-4DA7-BEFA-248B77350F1C}" srcOrd="1" destOrd="0" presId="urn:microsoft.com/office/officeart/2016/7/layout/RepeatingBendingProcessNew"/>
    <dgm:cxn modelId="{77E34CE1-637B-4F3E-BAA7-DD6E3CC31AE8}" srcId="{D6ED9F94-EB46-4CEB-82FE-CC5531BF534C}" destId="{53D0BFCC-8BC3-4484-987D-9363B7393160}" srcOrd="1" destOrd="0" parTransId="{80A7E3B6-439E-4D32-9873-29487D0A3EE0}" sibTransId="{0CABEC53-BEA1-4B37-AECB-30D8ADDC2A7A}"/>
    <dgm:cxn modelId="{9BF3A3E3-854C-4CA4-A375-FE5D57815AE8}" type="presOf" srcId="{0A1753F8-568D-4AA4-AACD-406A485A1093}" destId="{C9878260-11BB-48A0-8320-B5F7ABAD70FD}" srcOrd="1" destOrd="0" presId="urn:microsoft.com/office/officeart/2016/7/layout/RepeatingBendingProcessNew"/>
    <dgm:cxn modelId="{3DE5ADE9-42B6-4BB6-B695-ADA7237FE195}" type="presOf" srcId="{6546121C-4C41-4041-976A-4C6E820BD28E}" destId="{AA578110-65AA-48B4-BC19-94C1D89E9675}" srcOrd="1" destOrd="0" presId="urn:microsoft.com/office/officeart/2016/7/layout/RepeatingBendingProcessNew"/>
    <dgm:cxn modelId="{9CA200EC-2543-4D4B-A007-D334F2A6404E}" srcId="{D6ED9F94-EB46-4CEB-82FE-CC5531BF534C}" destId="{EB2C7F29-378A-423D-A284-88964A585C70}" srcOrd="15" destOrd="0" parTransId="{1AF7186F-048D-4F51-9D73-33E24AFC573E}" sibTransId="{09A6F4B6-059C-4CCD-90F4-8325BC050C31}"/>
    <dgm:cxn modelId="{DB8FC9EE-4A24-4EA0-B115-683E1D1D19CF}" type="presOf" srcId="{CD2E4C36-5FA8-4BBF-AA68-B38408DB34DE}" destId="{350CE0BC-AA77-4EFD-9A52-79332E9758D9}" srcOrd="0" destOrd="0" presId="urn:microsoft.com/office/officeart/2016/7/layout/RepeatingBendingProcessNew"/>
    <dgm:cxn modelId="{3EFB5CF1-F8C5-46B8-B525-CF3739DB2D74}" type="presOf" srcId="{0E0CF1A1-FB41-41C9-AC00-3FDE6234E121}" destId="{634DEB32-0A30-4A84-8C18-0E9F645592C6}" srcOrd="0" destOrd="0" presId="urn:microsoft.com/office/officeart/2016/7/layout/RepeatingBendingProcessNew"/>
    <dgm:cxn modelId="{A5B9E3F3-7132-409B-9AF9-F56A045A54B5}" type="presOf" srcId="{6546121C-4C41-4041-976A-4C6E820BD28E}" destId="{F9F7CB13-E01C-4083-AB37-50D0792EFCEE}" srcOrd="0" destOrd="0" presId="urn:microsoft.com/office/officeart/2016/7/layout/RepeatingBendingProcessNew"/>
    <dgm:cxn modelId="{12E986F4-3A6B-41D1-A4A8-4518E641A871}" type="presOf" srcId="{8F577111-94B0-42CB-8014-735AE962189F}" destId="{6AF2686D-3481-4B27-8575-00C42E334326}" srcOrd="1" destOrd="0" presId="urn:microsoft.com/office/officeart/2016/7/layout/RepeatingBendingProcessNew"/>
    <dgm:cxn modelId="{EBE6E6F5-9229-44AA-BC3E-A47743A15B31}" srcId="{D6ED9F94-EB46-4CEB-82FE-CC5531BF534C}" destId="{33B3F3CC-1251-4499-ABC4-249875393C90}" srcOrd="16" destOrd="0" parTransId="{600F8075-E535-4232-B64B-D86D5965E851}" sibTransId="{F9B3D9B9-9C75-4B03-838E-CE591D08D248}"/>
    <dgm:cxn modelId="{2537EFF6-626D-4A5F-A9BE-A67286E0D6D7}" type="presOf" srcId="{53D0BFCC-8BC3-4484-987D-9363B7393160}" destId="{793E5DD2-BD12-47AA-9EF7-0919A7B0B3F5}" srcOrd="0" destOrd="0" presId="urn:microsoft.com/office/officeart/2016/7/layout/RepeatingBendingProcessNew"/>
    <dgm:cxn modelId="{357EF7F9-FB62-4E8D-A60E-5A6F24D10B8A}" type="presOf" srcId="{33B3F3CC-1251-4499-ABC4-249875393C90}" destId="{A848BC5B-4A31-4E52-A45A-78906D4A07E6}" srcOrd="0" destOrd="0" presId="urn:microsoft.com/office/officeart/2016/7/layout/RepeatingBendingProcessNew"/>
    <dgm:cxn modelId="{83AF1CFA-03E2-4A96-BA0A-CBDEB3F5F132}" srcId="{D6ED9F94-EB46-4CEB-82FE-CC5531BF534C}" destId="{2AB64119-2262-42EE-914D-B6ED8CEA76CF}" srcOrd="7" destOrd="0" parTransId="{C207650D-2732-44B2-85B1-8AE087269B0B}" sibTransId="{08721671-55F5-4F0D-86F9-16277DC374DF}"/>
    <dgm:cxn modelId="{593697FA-B2BE-4560-B1D3-30C72A5844DA}" type="presOf" srcId="{25CA2D76-B83B-46A0-8657-38A8A6FF5058}" destId="{F47B5C29-A3F8-449F-A65B-A691245B77B0}" srcOrd="0" destOrd="0" presId="urn:microsoft.com/office/officeart/2016/7/layout/RepeatingBendingProcessNew"/>
    <dgm:cxn modelId="{B8D53DFE-73CE-4D67-80B7-0289A12C0B57}" srcId="{D6ED9F94-EB46-4CEB-82FE-CC5531BF534C}" destId="{25CA2D76-B83B-46A0-8657-38A8A6FF5058}" srcOrd="28" destOrd="0" parTransId="{27D5BD9C-CA63-4117-B26A-2FDED5DF771C}" sibTransId="{AE145A2E-8492-4676-9072-834050213E8A}"/>
    <dgm:cxn modelId="{43FAB3CB-7578-4EA3-BF6A-13B3BA1946D8}" type="presParOf" srcId="{C749AE76-6300-482C-95C9-BD699B78F387}" destId="{895FBCD8-A83A-4E6C-9A83-B4FBB3128C72}" srcOrd="0" destOrd="0" presId="urn:microsoft.com/office/officeart/2016/7/layout/RepeatingBendingProcessNew"/>
    <dgm:cxn modelId="{81F62E34-3554-4525-9418-7DAB6C9F2061}" type="presParOf" srcId="{C749AE76-6300-482C-95C9-BD699B78F387}" destId="{E23E956E-1A84-47E7-AAB8-5B05574E5671}" srcOrd="1" destOrd="0" presId="urn:microsoft.com/office/officeart/2016/7/layout/RepeatingBendingProcessNew"/>
    <dgm:cxn modelId="{5C58BEAD-AA53-4CF2-8ACB-F86133EF4960}" type="presParOf" srcId="{E23E956E-1A84-47E7-AAB8-5B05574E5671}" destId="{A2A0EA7F-0A9B-4B2A-A2FC-D5C5B1B75966}" srcOrd="0" destOrd="0" presId="urn:microsoft.com/office/officeart/2016/7/layout/RepeatingBendingProcessNew"/>
    <dgm:cxn modelId="{E6FB6A52-5CA1-4C5A-935D-9D6807746B8F}" type="presParOf" srcId="{C749AE76-6300-482C-95C9-BD699B78F387}" destId="{793E5DD2-BD12-47AA-9EF7-0919A7B0B3F5}" srcOrd="2" destOrd="0" presId="urn:microsoft.com/office/officeart/2016/7/layout/RepeatingBendingProcessNew"/>
    <dgm:cxn modelId="{10625A58-4155-4ECA-A1DC-ECDB2C496932}" type="presParOf" srcId="{C749AE76-6300-482C-95C9-BD699B78F387}" destId="{1B68A270-EEEF-42BD-93DD-4BAE5BB286B8}" srcOrd="3" destOrd="0" presId="urn:microsoft.com/office/officeart/2016/7/layout/RepeatingBendingProcessNew"/>
    <dgm:cxn modelId="{F9E00F61-2DCA-4275-B81F-183D0D5A623B}" type="presParOf" srcId="{1B68A270-EEEF-42BD-93DD-4BAE5BB286B8}" destId="{210F8A3A-F505-4FF8-9BE6-FA08FCB0FA73}" srcOrd="0" destOrd="0" presId="urn:microsoft.com/office/officeart/2016/7/layout/RepeatingBendingProcessNew"/>
    <dgm:cxn modelId="{F3492D25-F78D-4846-BA48-F7D4E6808CB8}" type="presParOf" srcId="{C749AE76-6300-482C-95C9-BD699B78F387}" destId="{00CD6FE4-C3CB-4C85-9B2C-9BDE5FD1F92B}" srcOrd="4" destOrd="0" presId="urn:microsoft.com/office/officeart/2016/7/layout/RepeatingBendingProcessNew"/>
    <dgm:cxn modelId="{34A1EAA2-07A3-4AFC-899D-F3B05325A07D}" type="presParOf" srcId="{C749AE76-6300-482C-95C9-BD699B78F387}" destId="{65C29919-B85B-4B52-A12F-3B71663159AF}" srcOrd="5" destOrd="0" presId="urn:microsoft.com/office/officeart/2016/7/layout/RepeatingBendingProcessNew"/>
    <dgm:cxn modelId="{B530B940-CC86-4B6A-81C7-4BB4E16CFFB7}" type="presParOf" srcId="{65C29919-B85B-4B52-A12F-3B71663159AF}" destId="{A22D4640-1EE9-4EA7-B592-3FCFF1B42F74}" srcOrd="0" destOrd="0" presId="urn:microsoft.com/office/officeart/2016/7/layout/RepeatingBendingProcessNew"/>
    <dgm:cxn modelId="{F97C0E03-D045-4547-89BF-7DCE7D3BF5C5}" type="presParOf" srcId="{C749AE76-6300-482C-95C9-BD699B78F387}" destId="{DC777E54-45F3-46B3-A3D5-56EF964B817D}" srcOrd="6" destOrd="0" presId="urn:microsoft.com/office/officeart/2016/7/layout/RepeatingBendingProcessNew"/>
    <dgm:cxn modelId="{7451D762-094D-47B6-87FE-56CF46DE190D}" type="presParOf" srcId="{C749AE76-6300-482C-95C9-BD699B78F387}" destId="{80164A19-F38F-47A4-8FA9-7B717732EC64}" srcOrd="7" destOrd="0" presId="urn:microsoft.com/office/officeart/2016/7/layout/RepeatingBendingProcessNew"/>
    <dgm:cxn modelId="{4C0BC60D-0A4F-49F4-8AD7-88412A6DEB15}" type="presParOf" srcId="{80164A19-F38F-47A4-8FA9-7B717732EC64}" destId="{1D1E4716-0FF8-4C90-AF1E-F798F5DE1331}" srcOrd="0" destOrd="0" presId="urn:microsoft.com/office/officeart/2016/7/layout/RepeatingBendingProcessNew"/>
    <dgm:cxn modelId="{BCA2F854-9048-4B4D-9589-F83C2478005E}" type="presParOf" srcId="{C749AE76-6300-482C-95C9-BD699B78F387}" destId="{A16307B9-DF3B-4B7E-8CAC-4002A3C8E323}" srcOrd="8" destOrd="0" presId="urn:microsoft.com/office/officeart/2016/7/layout/RepeatingBendingProcessNew"/>
    <dgm:cxn modelId="{19227E16-22BF-4FE9-8034-E0D5600C9731}" type="presParOf" srcId="{C749AE76-6300-482C-95C9-BD699B78F387}" destId="{627D5805-11ED-49A0-83AD-1AA9AA1109B7}" srcOrd="9" destOrd="0" presId="urn:microsoft.com/office/officeart/2016/7/layout/RepeatingBendingProcessNew"/>
    <dgm:cxn modelId="{28801220-EC68-491A-9FDC-F2B1731307ED}" type="presParOf" srcId="{627D5805-11ED-49A0-83AD-1AA9AA1109B7}" destId="{5BF64251-80CE-47E7-B5B5-157040EDB0B4}" srcOrd="0" destOrd="0" presId="urn:microsoft.com/office/officeart/2016/7/layout/RepeatingBendingProcessNew"/>
    <dgm:cxn modelId="{EBFE8D12-AE83-497E-A58F-FD04513124B2}" type="presParOf" srcId="{C749AE76-6300-482C-95C9-BD699B78F387}" destId="{C5237CB7-1287-41EA-9FCA-EC49BA65936D}" srcOrd="10" destOrd="0" presId="urn:microsoft.com/office/officeart/2016/7/layout/RepeatingBendingProcessNew"/>
    <dgm:cxn modelId="{0D930A78-F4A4-4B34-BD79-59FB3B06253A}" type="presParOf" srcId="{C749AE76-6300-482C-95C9-BD699B78F387}" destId="{634DEB32-0A30-4A84-8C18-0E9F645592C6}" srcOrd="11" destOrd="0" presId="urn:microsoft.com/office/officeart/2016/7/layout/RepeatingBendingProcessNew"/>
    <dgm:cxn modelId="{BAD33AD4-1EEE-4368-8400-4E49534FDC15}" type="presParOf" srcId="{634DEB32-0A30-4A84-8C18-0E9F645592C6}" destId="{4363FE67-B001-4DA7-BEFA-248B77350F1C}" srcOrd="0" destOrd="0" presId="urn:microsoft.com/office/officeart/2016/7/layout/RepeatingBendingProcessNew"/>
    <dgm:cxn modelId="{66D327AC-9633-413A-BDFA-625D591DC13F}" type="presParOf" srcId="{C749AE76-6300-482C-95C9-BD699B78F387}" destId="{2CDF4124-FA22-43EB-B716-4F23F786F32B}" srcOrd="12" destOrd="0" presId="urn:microsoft.com/office/officeart/2016/7/layout/RepeatingBendingProcessNew"/>
    <dgm:cxn modelId="{6138B9B5-A361-431D-B4C0-AFFDEF849264}" type="presParOf" srcId="{C749AE76-6300-482C-95C9-BD699B78F387}" destId="{04CC7255-1958-4AB3-A329-ACC21E40773F}" srcOrd="13" destOrd="0" presId="urn:microsoft.com/office/officeart/2016/7/layout/RepeatingBendingProcessNew"/>
    <dgm:cxn modelId="{89BC2921-B97C-48E3-AC96-6290525334E9}" type="presParOf" srcId="{04CC7255-1958-4AB3-A329-ACC21E40773F}" destId="{94BFE413-3FCC-414A-BA3A-4608A58A9C8F}" srcOrd="0" destOrd="0" presId="urn:microsoft.com/office/officeart/2016/7/layout/RepeatingBendingProcessNew"/>
    <dgm:cxn modelId="{B722EAE1-283F-4B62-AF81-5403E664FD49}" type="presParOf" srcId="{C749AE76-6300-482C-95C9-BD699B78F387}" destId="{0AAF1BA8-651E-43DF-8D37-B39803AC4C34}" srcOrd="14" destOrd="0" presId="urn:microsoft.com/office/officeart/2016/7/layout/RepeatingBendingProcessNew"/>
    <dgm:cxn modelId="{E88CB2DE-C677-4130-ABFA-49BF9098C46A}" type="presParOf" srcId="{C749AE76-6300-482C-95C9-BD699B78F387}" destId="{0E4D0C97-D413-415E-BD30-856FE5301305}" srcOrd="15" destOrd="0" presId="urn:microsoft.com/office/officeart/2016/7/layout/RepeatingBendingProcessNew"/>
    <dgm:cxn modelId="{EF35CB70-42BC-44D4-B98C-FE765B8D53C6}" type="presParOf" srcId="{0E4D0C97-D413-415E-BD30-856FE5301305}" destId="{28CC8FCD-DB2D-4FA9-8BA5-822D8FF6BC15}" srcOrd="0" destOrd="0" presId="urn:microsoft.com/office/officeart/2016/7/layout/RepeatingBendingProcessNew"/>
    <dgm:cxn modelId="{DFD8D4B4-A09C-4059-B0CF-F8CBCB506763}" type="presParOf" srcId="{C749AE76-6300-482C-95C9-BD699B78F387}" destId="{EEB6A0C7-0605-4F7F-BECE-B44FF47DE2DD}" srcOrd="16" destOrd="0" presId="urn:microsoft.com/office/officeart/2016/7/layout/RepeatingBendingProcessNew"/>
    <dgm:cxn modelId="{7538FC06-72D8-428B-846D-3F1D062A05B4}" type="presParOf" srcId="{C749AE76-6300-482C-95C9-BD699B78F387}" destId="{106423FD-3756-46FC-8909-88F6AA406485}" srcOrd="17" destOrd="0" presId="urn:microsoft.com/office/officeart/2016/7/layout/RepeatingBendingProcessNew"/>
    <dgm:cxn modelId="{B7D39666-50F0-4149-9DD6-D44E675CC7B7}" type="presParOf" srcId="{106423FD-3756-46FC-8909-88F6AA406485}" destId="{6AF2686D-3481-4B27-8575-00C42E334326}" srcOrd="0" destOrd="0" presId="urn:microsoft.com/office/officeart/2016/7/layout/RepeatingBendingProcessNew"/>
    <dgm:cxn modelId="{31DDED3C-C124-4E19-A5CA-F8BE8358505F}" type="presParOf" srcId="{C749AE76-6300-482C-95C9-BD699B78F387}" destId="{447169AD-D756-4707-94AE-FF814BB53113}" srcOrd="18" destOrd="0" presId="urn:microsoft.com/office/officeart/2016/7/layout/RepeatingBendingProcessNew"/>
    <dgm:cxn modelId="{4465E5E8-1134-4598-BC09-F98A936D320E}" type="presParOf" srcId="{C749AE76-6300-482C-95C9-BD699B78F387}" destId="{3327A466-0048-40B1-8FCF-E19C5B2C916B}" srcOrd="19" destOrd="0" presId="urn:microsoft.com/office/officeart/2016/7/layout/RepeatingBendingProcessNew"/>
    <dgm:cxn modelId="{FA5655FF-E274-4711-9264-637D3A977405}" type="presParOf" srcId="{3327A466-0048-40B1-8FCF-E19C5B2C916B}" destId="{10C73727-6121-4BAD-BC8F-3FF2E981A1BB}" srcOrd="0" destOrd="0" presId="urn:microsoft.com/office/officeart/2016/7/layout/RepeatingBendingProcessNew"/>
    <dgm:cxn modelId="{6B668F7F-6F65-4F4D-BB55-7355938273B4}" type="presParOf" srcId="{C749AE76-6300-482C-95C9-BD699B78F387}" destId="{6904BD07-46D1-43D3-A322-1269B71CD5C4}" srcOrd="20" destOrd="0" presId="urn:microsoft.com/office/officeart/2016/7/layout/RepeatingBendingProcessNew"/>
    <dgm:cxn modelId="{0854DE78-3868-4484-93A7-580AB41C2BF0}" type="presParOf" srcId="{C749AE76-6300-482C-95C9-BD699B78F387}" destId="{43870FEF-B6FC-40FA-9531-019AC22E5C86}" srcOrd="21" destOrd="0" presId="urn:microsoft.com/office/officeart/2016/7/layout/RepeatingBendingProcessNew"/>
    <dgm:cxn modelId="{BE54B303-7387-4C82-BADE-35771D6C5453}" type="presParOf" srcId="{43870FEF-B6FC-40FA-9531-019AC22E5C86}" destId="{5281F79F-2FFC-44A2-AAE9-312DA186219F}" srcOrd="0" destOrd="0" presId="urn:microsoft.com/office/officeart/2016/7/layout/RepeatingBendingProcessNew"/>
    <dgm:cxn modelId="{CA7FBB1A-9F9E-48FA-B5F6-AF0B4E3B2CB9}" type="presParOf" srcId="{C749AE76-6300-482C-95C9-BD699B78F387}" destId="{5535D6F9-DC0F-4737-89B1-803C6DE38995}" srcOrd="22" destOrd="0" presId="urn:microsoft.com/office/officeart/2016/7/layout/RepeatingBendingProcessNew"/>
    <dgm:cxn modelId="{87394326-493F-4D86-8A33-ECC36CEE1CC4}" type="presParOf" srcId="{C749AE76-6300-482C-95C9-BD699B78F387}" destId="{1474B859-AE92-4EBF-8F48-43CA44B25769}" srcOrd="23" destOrd="0" presId="urn:microsoft.com/office/officeart/2016/7/layout/RepeatingBendingProcessNew"/>
    <dgm:cxn modelId="{9F983C71-BBC2-49A8-A970-BA987DB2D140}" type="presParOf" srcId="{1474B859-AE92-4EBF-8F48-43CA44B25769}" destId="{C8FA64E7-B80E-40AD-BA18-0CD30EB1EBA4}" srcOrd="0" destOrd="0" presId="urn:microsoft.com/office/officeart/2016/7/layout/RepeatingBendingProcessNew"/>
    <dgm:cxn modelId="{AC2DBAF5-4B0B-4A9F-A5C2-8B8086AE0565}" type="presParOf" srcId="{C749AE76-6300-482C-95C9-BD699B78F387}" destId="{6BEFB690-C62E-4BB8-BB31-4454ED07C88A}" srcOrd="24" destOrd="0" presId="urn:microsoft.com/office/officeart/2016/7/layout/RepeatingBendingProcessNew"/>
    <dgm:cxn modelId="{D46E61E6-4ACB-4A46-88D8-E094C415F214}" type="presParOf" srcId="{C749AE76-6300-482C-95C9-BD699B78F387}" destId="{6CE9C26C-942A-49CE-A30F-3A79F2BD75D0}" srcOrd="25" destOrd="0" presId="urn:microsoft.com/office/officeart/2016/7/layout/RepeatingBendingProcessNew"/>
    <dgm:cxn modelId="{361B6C13-38B5-48D8-A550-7ABAC4D6082C}" type="presParOf" srcId="{6CE9C26C-942A-49CE-A30F-3A79F2BD75D0}" destId="{4D2BB750-1335-4A91-93D8-9569646827D2}" srcOrd="0" destOrd="0" presId="urn:microsoft.com/office/officeart/2016/7/layout/RepeatingBendingProcessNew"/>
    <dgm:cxn modelId="{DCB350A6-AE4F-4BDE-8DCA-0179EBF538F8}" type="presParOf" srcId="{C749AE76-6300-482C-95C9-BD699B78F387}" destId="{3A996666-4ABE-43CF-8F24-87B7F5CB43DD}" srcOrd="26" destOrd="0" presId="urn:microsoft.com/office/officeart/2016/7/layout/RepeatingBendingProcessNew"/>
    <dgm:cxn modelId="{38B90E62-2E9F-4E67-A98E-B4B74232FB2D}" type="presParOf" srcId="{C749AE76-6300-482C-95C9-BD699B78F387}" destId="{F9F7CB13-E01C-4083-AB37-50D0792EFCEE}" srcOrd="27" destOrd="0" presId="urn:microsoft.com/office/officeart/2016/7/layout/RepeatingBendingProcessNew"/>
    <dgm:cxn modelId="{A683C1DC-6CD8-4972-8015-0F8BCD1A1523}" type="presParOf" srcId="{F9F7CB13-E01C-4083-AB37-50D0792EFCEE}" destId="{AA578110-65AA-48B4-BC19-94C1D89E9675}" srcOrd="0" destOrd="0" presId="urn:microsoft.com/office/officeart/2016/7/layout/RepeatingBendingProcessNew"/>
    <dgm:cxn modelId="{14F1AB48-09E1-426A-B8D6-7D15E7E0024E}" type="presParOf" srcId="{C749AE76-6300-482C-95C9-BD699B78F387}" destId="{75EA8381-6749-4905-B622-BCA1B16B6DE1}" srcOrd="28" destOrd="0" presId="urn:microsoft.com/office/officeart/2016/7/layout/RepeatingBendingProcessNew"/>
    <dgm:cxn modelId="{BD0A0939-D48F-4A03-BADE-21623275F39C}" type="presParOf" srcId="{C749AE76-6300-482C-95C9-BD699B78F387}" destId="{D2D77539-F920-46CA-92B0-6F33ECEBCA8F}" srcOrd="29" destOrd="0" presId="urn:microsoft.com/office/officeart/2016/7/layout/RepeatingBendingProcessNew"/>
    <dgm:cxn modelId="{3F1B7D70-A8C3-4390-BFF3-CEC252A0E7E3}" type="presParOf" srcId="{D2D77539-F920-46CA-92B0-6F33ECEBCA8F}" destId="{A3BAFDE8-5298-494A-8C7F-415B8F19B11F}" srcOrd="0" destOrd="0" presId="urn:microsoft.com/office/officeart/2016/7/layout/RepeatingBendingProcessNew"/>
    <dgm:cxn modelId="{25326703-F250-4017-96BF-FC2092174C3C}" type="presParOf" srcId="{C749AE76-6300-482C-95C9-BD699B78F387}" destId="{784CBCC4-2545-4453-935A-BA787C1F9A1C}" srcOrd="30" destOrd="0" presId="urn:microsoft.com/office/officeart/2016/7/layout/RepeatingBendingProcessNew"/>
    <dgm:cxn modelId="{A5533A89-2148-448E-8835-05CCE7639DB0}" type="presParOf" srcId="{C749AE76-6300-482C-95C9-BD699B78F387}" destId="{013AC412-9173-498F-9479-253A4684E2F9}" srcOrd="31" destOrd="0" presId="urn:microsoft.com/office/officeart/2016/7/layout/RepeatingBendingProcessNew"/>
    <dgm:cxn modelId="{9818E2D8-BDD1-4B5A-9494-7A11E9DA285F}" type="presParOf" srcId="{013AC412-9173-498F-9479-253A4684E2F9}" destId="{F5AB55BF-F62F-4D1B-9AB1-71750DA65C9E}" srcOrd="0" destOrd="0" presId="urn:microsoft.com/office/officeart/2016/7/layout/RepeatingBendingProcessNew"/>
    <dgm:cxn modelId="{D57420B6-3D64-4D4A-AB42-968F1F05FE2A}" type="presParOf" srcId="{C749AE76-6300-482C-95C9-BD699B78F387}" destId="{A848BC5B-4A31-4E52-A45A-78906D4A07E6}" srcOrd="32" destOrd="0" presId="urn:microsoft.com/office/officeart/2016/7/layout/RepeatingBendingProcessNew"/>
    <dgm:cxn modelId="{CF9A9F35-D295-482A-A4D5-93DEC2EB1A1F}" type="presParOf" srcId="{C749AE76-6300-482C-95C9-BD699B78F387}" destId="{D46B0D8D-46A8-40BC-8866-AD95A3F58E68}" srcOrd="33" destOrd="0" presId="urn:microsoft.com/office/officeart/2016/7/layout/RepeatingBendingProcessNew"/>
    <dgm:cxn modelId="{A72DD52A-68BE-4C6C-9F96-E767C38C5288}" type="presParOf" srcId="{D46B0D8D-46A8-40BC-8866-AD95A3F58E68}" destId="{D5BBD3DA-AB29-4440-8FF0-60E89F9C60CF}" srcOrd="0" destOrd="0" presId="urn:microsoft.com/office/officeart/2016/7/layout/RepeatingBendingProcessNew"/>
    <dgm:cxn modelId="{B7C508E6-B5DC-4D85-9666-D0D2BA105B14}" type="presParOf" srcId="{C749AE76-6300-482C-95C9-BD699B78F387}" destId="{1C2BF5FE-9102-4A14-9D5E-B85074FD9F76}" srcOrd="34" destOrd="0" presId="urn:microsoft.com/office/officeart/2016/7/layout/RepeatingBendingProcessNew"/>
    <dgm:cxn modelId="{082ED4F2-6E69-4123-A9DE-2AF04CB73E93}" type="presParOf" srcId="{C749AE76-6300-482C-95C9-BD699B78F387}" destId="{5DE964AA-1905-42DB-8CF7-4646B869BF94}" srcOrd="35" destOrd="0" presId="urn:microsoft.com/office/officeart/2016/7/layout/RepeatingBendingProcessNew"/>
    <dgm:cxn modelId="{1A7D15DE-35B8-4E6B-A75D-CACCEF2A9B42}" type="presParOf" srcId="{5DE964AA-1905-42DB-8CF7-4646B869BF94}" destId="{1EAE66C7-1A61-40D4-ADD6-CA92B6CD1A05}" srcOrd="0" destOrd="0" presId="urn:microsoft.com/office/officeart/2016/7/layout/RepeatingBendingProcessNew"/>
    <dgm:cxn modelId="{2744512B-E49D-4399-8A91-B8D781C0CCC2}" type="presParOf" srcId="{C749AE76-6300-482C-95C9-BD699B78F387}" destId="{D8394374-512D-4C15-AC6C-196632D81C91}" srcOrd="36" destOrd="0" presId="urn:microsoft.com/office/officeart/2016/7/layout/RepeatingBendingProcessNew"/>
    <dgm:cxn modelId="{0886D17E-6FEC-4463-A77E-83F8378D6277}" type="presParOf" srcId="{C749AE76-6300-482C-95C9-BD699B78F387}" destId="{F2098EFF-2239-47E4-9A30-15F97A2633AA}" srcOrd="37" destOrd="0" presId="urn:microsoft.com/office/officeart/2016/7/layout/RepeatingBendingProcessNew"/>
    <dgm:cxn modelId="{4EEC9263-56FE-4A70-9DFA-FBEB527D5FB0}" type="presParOf" srcId="{F2098EFF-2239-47E4-9A30-15F97A2633AA}" destId="{5B43FC02-B2A5-437A-AB43-624BA1149108}" srcOrd="0" destOrd="0" presId="urn:microsoft.com/office/officeart/2016/7/layout/RepeatingBendingProcessNew"/>
    <dgm:cxn modelId="{596FDE4C-6412-46EC-9CCB-338F24DA6F62}" type="presParOf" srcId="{C749AE76-6300-482C-95C9-BD699B78F387}" destId="{670CD88E-A724-49D3-B783-E17FDE410833}" srcOrd="38" destOrd="0" presId="urn:microsoft.com/office/officeart/2016/7/layout/RepeatingBendingProcessNew"/>
    <dgm:cxn modelId="{BEBDFA20-ABCD-41CB-959C-B67A59928BA6}" type="presParOf" srcId="{C749AE76-6300-482C-95C9-BD699B78F387}" destId="{AE8586D0-4E84-4515-92EE-6A39950A765A}" srcOrd="39" destOrd="0" presId="urn:microsoft.com/office/officeart/2016/7/layout/RepeatingBendingProcessNew"/>
    <dgm:cxn modelId="{B41A095B-3B9C-49CD-90A1-6081BF6D3B4A}" type="presParOf" srcId="{AE8586D0-4E84-4515-92EE-6A39950A765A}" destId="{5DA823D8-7C0A-413E-8F52-72BB76B2251E}" srcOrd="0" destOrd="0" presId="urn:microsoft.com/office/officeart/2016/7/layout/RepeatingBendingProcessNew"/>
    <dgm:cxn modelId="{DAF010B0-8EB5-443B-9F1C-0E6C46C16AE3}" type="presParOf" srcId="{C749AE76-6300-482C-95C9-BD699B78F387}" destId="{800058EE-F0DE-4C0B-86E3-B71A4AAC43EE}" srcOrd="40" destOrd="0" presId="urn:microsoft.com/office/officeart/2016/7/layout/RepeatingBendingProcessNew"/>
    <dgm:cxn modelId="{B74BCD29-B56F-48BA-B2B8-358194482CC6}" type="presParOf" srcId="{C749AE76-6300-482C-95C9-BD699B78F387}" destId="{124EB4D5-EB45-40A0-90D1-866162D7CF69}" srcOrd="41" destOrd="0" presId="urn:microsoft.com/office/officeart/2016/7/layout/RepeatingBendingProcessNew"/>
    <dgm:cxn modelId="{918748CD-3D5B-47AA-951F-473CEB006E83}" type="presParOf" srcId="{124EB4D5-EB45-40A0-90D1-866162D7CF69}" destId="{60121484-D543-4795-A0C7-B69985B8C896}" srcOrd="0" destOrd="0" presId="urn:microsoft.com/office/officeart/2016/7/layout/RepeatingBendingProcessNew"/>
    <dgm:cxn modelId="{CE5E78AC-197E-485D-8359-5E8AB2035AFD}" type="presParOf" srcId="{C749AE76-6300-482C-95C9-BD699B78F387}" destId="{350CE0BC-AA77-4EFD-9A52-79332E9758D9}" srcOrd="42" destOrd="0" presId="urn:microsoft.com/office/officeart/2016/7/layout/RepeatingBendingProcessNew"/>
    <dgm:cxn modelId="{699CEEC5-828F-4EE5-A911-3B64BA7550C6}" type="presParOf" srcId="{C749AE76-6300-482C-95C9-BD699B78F387}" destId="{6F717D0A-3FD3-4A0C-84CA-826BFB30B08A}" srcOrd="43" destOrd="0" presId="urn:microsoft.com/office/officeart/2016/7/layout/RepeatingBendingProcessNew"/>
    <dgm:cxn modelId="{20359BA4-F3F4-4D19-A6ED-1C8FA2EFC6FD}" type="presParOf" srcId="{6F717D0A-3FD3-4A0C-84CA-826BFB30B08A}" destId="{9598ECCA-0249-4CBB-847D-1A17F8299F2A}" srcOrd="0" destOrd="0" presId="urn:microsoft.com/office/officeart/2016/7/layout/RepeatingBendingProcessNew"/>
    <dgm:cxn modelId="{F00C1168-2D57-416B-925C-6CC794CEA311}" type="presParOf" srcId="{C749AE76-6300-482C-95C9-BD699B78F387}" destId="{F8F60431-07A3-4382-A646-177919987C52}" srcOrd="44" destOrd="0" presId="urn:microsoft.com/office/officeart/2016/7/layout/RepeatingBendingProcessNew"/>
    <dgm:cxn modelId="{8FC92C3B-01F2-471F-B6B0-85035B5D61F7}" type="presParOf" srcId="{C749AE76-6300-482C-95C9-BD699B78F387}" destId="{7387ED6F-2D9B-459A-9D8A-BE338D358295}" srcOrd="45" destOrd="0" presId="urn:microsoft.com/office/officeart/2016/7/layout/RepeatingBendingProcessNew"/>
    <dgm:cxn modelId="{D04E9631-3E75-4419-A158-E8DAAD4329AA}" type="presParOf" srcId="{7387ED6F-2D9B-459A-9D8A-BE338D358295}" destId="{C9878260-11BB-48A0-8320-B5F7ABAD70FD}" srcOrd="0" destOrd="0" presId="urn:microsoft.com/office/officeart/2016/7/layout/RepeatingBendingProcessNew"/>
    <dgm:cxn modelId="{92D897BA-3B80-4D11-9A9E-2A5E4B00F9BC}" type="presParOf" srcId="{C749AE76-6300-482C-95C9-BD699B78F387}" destId="{3207F959-5698-4428-9C40-2CBFDB845913}" srcOrd="46" destOrd="0" presId="urn:microsoft.com/office/officeart/2016/7/layout/RepeatingBendingProcessNew"/>
    <dgm:cxn modelId="{7C66A050-9A98-4643-AF47-E9CF6D565175}" type="presParOf" srcId="{C749AE76-6300-482C-95C9-BD699B78F387}" destId="{E622DE41-DCB8-4C46-B76A-FCBA20E43D82}" srcOrd="47" destOrd="0" presId="urn:microsoft.com/office/officeart/2016/7/layout/RepeatingBendingProcessNew"/>
    <dgm:cxn modelId="{87B7274F-FE0E-47F0-AC8A-777B53EE36F2}" type="presParOf" srcId="{E622DE41-DCB8-4C46-B76A-FCBA20E43D82}" destId="{8ADD7B55-03F1-458E-83B1-23FEB9EB5608}" srcOrd="0" destOrd="0" presId="urn:microsoft.com/office/officeart/2016/7/layout/RepeatingBendingProcessNew"/>
    <dgm:cxn modelId="{ADDD7354-51E8-4FB5-A87C-1167F64FF6E1}" type="presParOf" srcId="{C749AE76-6300-482C-95C9-BD699B78F387}" destId="{F316117A-2A40-4A93-84D5-5DB76BE06E01}" srcOrd="48" destOrd="0" presId="urn:microsoft.com/office/officeart/2016/7/layout/RepeatingBendingProcessNew"/>
    <dgm:cxn modelId="{83236E56-4B71-45B8-906B-4EEFD6E69C3D}" type="presParOf" srcId="{C749AE76-6300-482C-95C9-BD699B78F387}" destId="{4E59190B-F7BF-473E-BD03-9B206EC28C2B}" srcOrd="49" destOrd="0" presId="urn:microsoft.com/office/officeart/2016/7/layout/RepeatingBendingProcessNew"/>
    <dgm:cxn modelId="{75385BB2-A130-431C-AB8E-BBBA29FC999B}" type="presParOf" srcId="{4E59190B-F7BF-473E-BD03-9B206EC28C2B}" destId="{00E4EDA6-F426-49C7-9BBE-0430CCFB5D39}" srcOrd="0" destOrd="0" presId="urn:microsoft.com/office/officeart/2016/7/layout/RepeatingBendingProcessNew"/>
    <dgm:cxn modelId="{F2D94D45-FD1F-4516-8ECE-15F263887045}" type="presParOf" srcId="{C749AE76-6300-482C-95C9-BD699B78F387}" destId="{366E402D-0E35-4126-8AF3-527CF7C63D67}" srcOrd="50" destOrd="0" presId="urn:microsoft.com/office/officeart/2016/7/layout/RepeatingBendingProcessNew"/>
    <dgm:cxn modelId="{94D24466-D6A6-4F72-87E1-CCC1912C034E}" type="presParOf" srcId="{C749AE76-6300-482C-95C9-BD699B78F387}" destId="{930A47D4-A333-4F9A-8894-796BE9FC9E3B}" srcOrd="51" destOrd="0" presId="urn:microsoft.com/office/officeart/2016/7/layout/RepeatingBendingProcessNew"/>
    <dgm:cxn modelId="{569424B0-CF7D-4435-B01B-AA550791254C}" type="presParOf" srcId="{930A47D4-A333-4F9A-8894-796BE9FC9E3B}" destId="{8C459BC1-98F7-4594-A661-792ADB2FB5FD}" srcOrd="0" destOrd="0" presId="urn:microsoft.com/office/officeart/2016/7/layout/RepeatingBendingProcessNew"/>
    <dgm:cxn modelId="{18BCE74A-42AE-42E6-A82A-662B2BE5897A}" type="presParOf" srcId="{C749AE76-6300-482C-95C9-BD699B78F387}" destId="{4A2D90C8-2903-4885-BA1D-E04386816631}" srcOrd="52" destOrd="0" presId="urn:microsoft.com/office/officeart/2016/7/layout/RepeatingBendingProcessNew"/>
    <dgm:cxn modelId="{698D51DC-0A5B-4CE4-BCAC-46629942D076}" type="presParOf" srcId="{C749AE76-6300-482C-95C9-BD699B78F387}" destId="{0DBC33B1-7C44-491C-BA34-79111F94EE7C}" srcOrd="53" destOrd="0" presId="urn:microsoft.com/office/officeart/2016/7/layout/RepeatingBendingProcessNew"/>
    <dgm:cxn modelId="{5DA05DD4-AA3E-46B1-9EDB-6C6781D49F3A}" type="presParOf" srcId="{0DBC33B1-7C44-491C-BA34-79111F94EE7C}" destId="{C2404125-07F3-45C1-B747-2B1D4E9A8A22}" srcOrd="0" destOrd="0" presId="urn:microsoft.com/office/officeart/2016/7/layout/RepeatingBendingProcessNew"/>
    <dgm:cxn modelId="{F1B95E19-A602-4803-92FC-BDF229AA5BBA}" type="presParOf" srcId="{C749AE76-6300-482C-95C9-BD699B78F387}" destId="{3AB6BA72-33CF-4415-B7BE-E4F9EA868F90}" srcOrd="54" destOrd="0" presId="urn:microsoft.com/office/officeart/2016/7/layout/RepeatingBendingProcessNew"/>
    <dgm:cxn modelId="{7796A926-8FA7-4F99-A3C1-8ECFE055E389}" type="presParOf" srcId="{C749AE76-6300-482C-95C9-BD699B78F387}" destId="{9AE8C964-F007-40CD-995E-924718094569}" srcOrd="55" destOrd="0" presId="urn:microsoft.com/office/officeart/2016/7/layout/RepeatingBendingProcessNew"/>
    <dgm:cxn modelId="{A1CD02E5-9411-4BF8-A564-98ECBF965123}" type="presParOf" srcId="{9AE8C964-F007-40CD-995E-924718094569}" destId="{26A928CD-3EF0-4405-B7D4-A25203058F03}" srcOrd="0" destOrd="0" presId="urn:microsoft.com/office/officeart/2016/7/layout/RepeatingBendingProcessNew"/>
    <dgm:cxn modelId="{E935CC5D-FA19-46F8-9E32-9A8474935BDE}" type="presParOf" srcId="{C749AE76-6300-482C-95C9-BD699B78F387}" destId="{F47B5C29-A3F8-449F-A65B-A691245B77B0}" srcOrd="56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39298AC-935A-4AC4-952B-A86D333BE2BE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5CC9FCC-6095-46DE-825C-AF17639CE01C}">
      <dgm:prSet/>
      <dgm:spPr/>
      <dgm:t>
        <a:bodyPr/>
        <a:lstStyle/>
        <a:p>
          <a:r>
            <a:rPr lang="pl-PL"/>
            <a:t>Zakłada się, że zasoby pracy mają potencjał motywacyjny i prowadzą do wysokiego poziomu zaangażowania w pracę (</a:t>
          </a:r>
          <a:r>
            <a:rPr lang="pl-PL" i="1"/>
            <a:t>engagement</a:t>
          </a:r>
          <a:r>
            <a:rPr lang="pl-PL"/>
            <a:t>), czego efektem są wysokie wyniki i efektywność. </a:t>
          </a:r>
          <a:endParaRPr lang="en-US"/>
        </a:p>
      </dgm:t>
    </dgm:pt>
    <dgm:pt modelId="{D300064B-CDC8-4538-BE62-BC670CC00649}" type="parTrans" cxnId="{A5A1FECE-4A05-49E9-A894-CB014796C055}">
      <dgm:prSet/>
      <dgm:spPr/>
      <dgm:t>
        <a:bodyPr/>
        <a:lstStyle/>
        <a:p>
          <a:endParaRPr lang="en-US"/>
        </a:p>
      </dgm:t>
    </dgm:pt>
    <dgm:pt modelId="{04E7DDA2-46C5-4FFE-A077-71A953903951}" type="sibTrans" cxnId="{A5A1FECE-4A05-49E9-A894-CB014796C055}">
      <dgm:prSet/>
      <dgm:spPr/>
      <dgm:t>
        <a:bodyPr/>
        <a:lstStyle/>
        <a:p>
          <a:endParaRPr lang="en-US"/>
        </a:p>
      </dgm:t>
    </dgm:pt>
    <dgm:pt modelId="{333A78A0-84A3-4D9F-91D1-B72F9C70A663}">
      <dgm:prSet/>
      <dgm:spPr/>
      <dgm:t>
        <a:bodyPr/>
        <a:lstStyle/>
        <a:p>
          <a:r>
            <a:rPr lang="pl-PL"/>
            <a:t>Zaangażowanie w pracę rozumiane jest jako stan psychiczny, w którym pracownicy czują się: </a:t>
          </a:r>
          <a:endParaRPr lang="en-US"/>
        </a:p>
      </dgm:t>
    </dgm:pt>
    <dgm:pt modelId="{2E029260-0F1C-4BDA-87AC-0F05B60666A4}" type="parTrans" cxnId="{C3D0790B-A213-4D51-87A1-A1BE9E8FE266}">
      <dgm:prSet/>
      <dgm:spPr/>
      <dgm:t>
        <a:bodyPr/>
        <a:lstStyle/>
        <a:p>
          <a:endParaRPr lang="en-US"/>
        </a:p>
      </dgm:t>
    </dgm:pt>
    <dgm:pt modelId="{25C52CDA-F291-44A6-AD17-D79390C96ACD}" type="sibTrans" cxnId="{C3D0790B-A213-4D51-87A1-A1BE9E8FE266}">
      <dgm:prSet/>
      <dgm:spPr/>
      <dgm:t>
        <a:bodyPr/>
        <a:lstStyle/>
        <a:p>
          <a:endParaRPr lang="en-US"/>
        </a:p>
      </dgm:t>
    </dgm:pt>
    <dgm:pt modelId="{1CD2B502-0817-4663-83F4-FD4DBDC74380}">
      <dgm:prSet/>
      <dgm:spPr/>
      <dgm:t>
        <a:bodyPr/>
        <a:lstStyle/>
        <a:p>
          <a:r>
            <a:rPr lang="pl-PL"/>
            <a:t>pełni energii fizycznej (wigoru / </a:t>
          </a:r>
          <a:r>
            <a:rPr lang="pl-PL" i="1"/>
            <a:t>vigor</a:t>
          </a:r>
          <a:r>
            <a:rPr lang="pl-PL"/>
            <a:t>), </a:t>
          </a:r>
          <a:endParaRPr lang="en-US"/>
        </a:p>
      </dgm:t>
    </dgm:pt>
    <dgm:pt modelId="{85399545-E519-4E90-9AB5-A4782454A8CA}" type="parTrans" cxnId="{40825F0D-4749-43BE-A1F7-CDD871BD417E}">
      <dgm:prSet/>
      <dgm:spPr/>
      <dgm:t>
        <a:bodyPr/>
        <a:lstStyle/>
        <a:p>
          <a:endParaRPr lang="en-US"/>
        </a:p>
      </dgm:t>
    </dgm:pt>
    <dgm:pt modelId="{592B0B5D-9951-4144-A209-1BD5F3BB9A33}" type="sibTrans" cxnId="{40825F0D-4749-43BE-A1F7-CDD871BD417E}">
      <dgm:prSet/>
      <dgm:spPr/>
      <dgm:t>
        <a:bodyPr/>
        <a:lstStyle/>
        <a:p>
          <a:endParaRPr lang="en-US"/>
        </a:p>
      </dgm:t>
    </dgm:pt>
    <dgm:pt modelId="{929382D2-EE09-49FB-881E-9D807C852094}">
      <dgm:prSet/>
      <dgm:spPr/>
      <dgm:t>
        <a:bodyPr/>
        <a:lstStyle/>
        <a:p>
          <a:r>
            <a:rPr lang="pl-PL"/>
            <a:t>są entuzjastycznie nastawieni do swojej pracy i rzeczy, które w niej wykonują (oddanie się pracy / </a:t>
          </a:r>
          <a:r>
            <a:rPr lang="pl-PL" i="1"/>
            <a:t>dedication</a:t>
          </a:r>
          <a:r>
            <a:rPr lang="pl-PL"/>
            <a:t>), </a:t>
          </a:r>
          <a:endParaRPr lang="en-US"/>
        </a:p>
      </dgm:t>
    </dgm:pt>
    <dgm:pt modelId="{8F85E9C3-916B-4EE2-B1F0-4100EBE006CD}" type="parTrans" cxnId="{1C9A8BD5-29CE-454D-9153-ABF3C7853511}">
      <dgm:prSet/>
      <dgm:spPr/>
      <dgm:t>
        <a:bodyPr/>
        <a:lstStyle/>
        <a:p>
          <a:endParaRPr lang="en-US"/>
        </a:p>
      </dgm:t>
    </dgm:pt>
    <dgm:pt modelId="{446AB10E-8F85-4FF9-B314-12F5569674AF}" type="sibTrans" cxnId="{1C9A8BD5-29CE-454D-9153-ABF3C7853511}">
      <dgm:prSet/>
      <dgm:spPr/>
      <dgm:t>
        <a:bodyPr/>
        <a:lstStyle/>
        <a:p>
          <a:endParaRPr lang="en-US"/>
        </a:p>
      </dgm:t>
    </dgm:pt>
    <dgm:pt modelId="{7243F3C3-3A60-45FA-A900-C8259E094F07}">
      <dgm:prSet/>
      <dgm:spPr/>
      <dgm:t>
        <a:bodyPr/>
        <a:lstStyle/>
        <a:p>
          <a:r>
            <a:rPr lang="pl-PL"/>
            <a:t>i są tak pochłonięci swoją pracą, że czas zdaje się płynąć (zaabsorbowanie / </a:t>
          </a:r>
          <a:r>
            <a:rPr lang="pl-PL" i="1"/>
            <a:t>absorption</a:t>
          </a:r>
          <a:r>
            <a:rPr lang="pl-PL"/>
            <a:t>) </a:t>
          </a:r>
          <a:r>
            <a:rPr lang="en-US"/>
            <a:t>(Bakker &amp; Demerouti, 2017; Łaguna i in., 2015; Schaufeli, 2017).</a:t>
          </a:r>
        </a:p>
      </dgm:t>
    </dgm:pt>
    <dgm:pt modelId="{3BA83154-E4AD-4889-83AD-00D9DB44F5AE}" type="parTrans" cxnId="{46AA2C95-5A91-48A6-9516-52C354CCF5A7}">
      <dgm:prSet/>
      <dgm:spPr/>
      <dgm:t>
        <a:bodyPr/>
        <a:lstStyle/>
        <a:p>
          <a:endParaRPr lang="en-US"/>
        </a:p>
      </dgm:t>
    </dgm:pt>
    <dgm:pt modelId="{9F03C1AF-6A35-41A4-8B57-21EEA77CE327}" type="sibTrans" cxnId="{46AA2C95-5A91-48A6-9516-52C354CCF5A7}">
      <dgm:prSet/>
      <dgm:spPr/>
      <dgm:t>
        <a:bodyPr/>
        <a:lstStyle/>
        <a:p>
          <a:endParaRPr lang="en-US"/>
        </a:p>
      </dgm:t>
    </dgm:pt>
    <dgm:pt modelId="{92AF65A9-5C41-4F3D-B2B2-414DE9A79C50}" type="pres">
      <dgm:prSet presAssocID="{139298AC-935A-4AC4-952B-A86D333BE2BE}" presName="Name0" presStyleCnt="0">
        <dgm:presLayoutVars>
          <dgm:dir/>
          <dgm:resizeHandles val="exact"/>
        </dgm:presLayoutVars>
      </dgm:prSet>
      <dgm:spPr/>
    </dgm:pt>
    <dgm:pt modelId="{C7192ED6-34AE-4B6E-A92B-3B0AF9E56EEA}" type="pres">
      <dgm:prSet presAssocID="{15CC9FCC-6095-46DE-825C-AF17639CE01C}" presName="node" presStyleLbl="node1" presStyleIdx="0" presStyleCnt="5">
        <dgm:presLayoutVars>
          <dgm:bulletEnabled val="1"/>
        </dgm:presLayoutVars>
      </dgm:prSet>
      <dgm:spPr/>
    </dgm:pt>
    <dgm:pt modelId="{862EB354-6D59-4DAA-BA9B-C25E55DCCB21}" type="pres">
      <dgm:prSet presAssocID="{04E7DDA2-46C5-4FFE-A077-71A953903951}" presName="sibTrans" presStyleLbl="sibTrans1D1" presStyleIdx="0" presStyleCnt="4"/>
      <dgm:spPr/>
    </dgm:pt>
    <dgm:pt modelId="{692A717A-F1D6-467A-9663-EA4433754349}" type="pres">
      <dgm:prSet presAssocID="{04E7DDA2-46C5-4FFE-A077-71A953903951}" presName="connectorText" presStyleLbl="sibTrans1D1" presStyleIdx="0" presStyleCnt="4"/>
      <dgm:spPr/>
    </dgm:pt>
    <dgm:pt modelId="{C143D7F2-F577-41AC-8210-11C26EC39C77}" type="pres">
      <dgm:prSet presAssocID="{333A78A0-84A3-4D9F-91D1-B72F9C70A663}" presName="node" presStyleLbl="node1" presStyleIdx="1" presStyleCnt="5">
        <dgm:presLayoutVars>
          <dgm:bulletEnabled val="1"/>
        </dgm:presLayoutVars>
      </dgm:prSet>
      <dgm:spPr/>
    </dgm:pt>
    <dgm:pt modelId="{C333FAAC-B8C2-4B28-ACED-15ABAAF80D5A}" type="pres">
      <dgm:prSet presAssocID="{25C52CDA-F291-44A6-AD17-D79390C96ACD}" presName="sibTrans" presStyleLbl="sibTrans1D1" presStyleIdx="1" presStyleCnt="4"/>
      <dgm:spPr/>
    </dgm:pt>
    <dgm:pt modelId="{0CDAC3F3-965F-4045-842F-58711D7FCA30}" type="pres">
      <dgm:prSet presAssocID="{25C52CDA-F291-44A6-AD17-D79390C96ACD}" presName="connectorText" presStyleLbl="sibTrans1D1" presStyleIdx="1" presStyleCnt="4"/>
      <dgm:spPr/>
    </dgm:pt>
    <dgm:pt modelId="{76CE86B6-1DB9-4CB0-AF7B-FD7E28A3908E}" type="pres">
      <dgm:prSet presAssocID="{1CD2B502-0817-4663-83F4-FD4DBDC74380}" presName="node" presStyleLbl="node1" presStyleIdx="2" presStyleCnt="5">
        <dgm:presLayoutVars>
          <dgm:bulletEnabled val="1"/>
        </dgm:presLayoutVars>
      </dgm:prSet>
      <dgm:spPr/>
    </dgm:pt>
    <dgm:pt modelId="{07BA5F6F-60DB-4339-8F73-10C3B65D8352}" type="pres">
      <dgm:prSet presAssocID="{592B0B5D-9951-4144-A209-1BD5F3BB9A33}" presName="sibTrans" presStyleLbl="sibTrans1D1" presStyleIdx="2" presStyleCnt="4"/>
      <dgm:spPr/>
    </dgm:pt>
    <dgm:pt modelId="{1E00773E-C116-4F6F-B643-30A5737CB861}" type="pres">
      <dgm:prSet presAssocID="{592B0B5D-9951-4144-A209-1BD5F3BB9A33}" presName="connectorText" presStyleLbl="sibTrans1D1" presStyleIdx="2" presStyleCnt="4"/>
      <dgm:spPr/>
    </dgm:pt>
    <dgm:pt modelId="{B53AE48B-E355-4A91-A238-13966AD3D636}" type="pres">
      <dgm:prSet presAssocID="{929382D2-EE09-49FB-881E-9D807C852094}" presName="node" presStyleLbl="node1" presStyleIdx="3" presStyleCnt="5">
        <dgm:presLayoutVars>
          <dgm:bulletEnabled val="1"/>
        </dgm:presLayoutVars>
      </dgm:prSet>
      <dgm:spPr/>
    </dgm:pt>
    <dgm:pt modelId="{4A7EDD4E-FEE8-444A-8257-C3AF49A1D12F}" type="pres">
      <dgm:prSet presAssocID="{446AB10E-8F85-4FF9-B314-12F5569674AF}" presName="sibTrans" presStyleLbl="sibTrans1D1" presStyleIdx="3" presStyleCnt="4"/>
      <dgm:spPr/>
    </dgm:pt>
    <dgm:pt modelId="{9AB69C4C-8DCB-411D-BC92-D813922D9419}" type="pres">
      <dgm:prSet presAssocID="{446AB10E-8F85-4FF9-B314-12F5569674AF}" presName="connectorText" presStyleLbl="sibTrans1D1" presStyleIdx="3" presStyleCnt="4"/>
      <dgm:spPr/>
    </dgm:pt>
    <dgm:pt modelId="{5DC75BD7-E4C9-4C6F-8C6F-21E23F5CC994}" type="pres">
      <dgm:prSet presAssocID="{7243F3C3-3A60-45FA-A900-C8259E094F07}" presName="node" presStyleLbl="node1" presStyleIdx="4" presStyleCnt="5">
        <dgm:presLayoutVars>
          <dgm:bulletEnabled val="1"/>
        </dgm:presLayoutVars>
      </dgm:prSet>
      <dgm:spPr/>
    </dgm:pt>
  </dgm:ptLst>
  <dgm:cxnLst>
    <dgm:cxn modelId="{C3D0790B-A213-4D51-87A1-A1BE9E8FE266}" srcId="{139298AC-935A-4AC4-952B-A86D333BE2BE}" destId="{333A78A0-84A3-4D9F-91D1-B72F9C70A663}" srcOrd="1" destOrd="0" parTransId="{2E029260-0F1C-4BDA-87AC-0F05B60666A4}" sibTransId="{25C52CDA-F291-44A6-AD17-D79390C96ACD}"/>
    <dgm:cxn modelId="{40825F0D-4749-43BE-A1F7-CDD871BD417E}" srcId="{139298AC-935A-4AC4-952B-A86D333BE2BE}" destId="{1CD2B502-0817-4663-83F4-FD4DBDC74380}" srcOrd="2" destOrd="0" parTransId="{85399545-E519-4E90-9AB5-A4782454A8CA}" sibTransId="{592B0B5D-9951-4144-A209-1BD5F3BB9A33}"/>
    <dgm:cxn modelId="{382ABD26-2BE8-4EE2-A56B-9738CBB95055}" type="presOf" srcId="{25C52CDA-F291-44A6-AD17-D79390C96ACD}" destId="{C333FAAC-B8C2-4B28-ACED-15ABAAF80D5A}" srcOrd="0" destOrd="0" presId="urn:microsoft.com/office/officeart/2016/7/layout/RepeatingBendingProcessNew"/>
    <dgm:cxn modelId="{1914A338-8F3A-4EA4-B9E9-F5B01516F4EB}" type="presOf" srcId="{15CC9FCC-6095-46DE-825C-AF17639CE01C}" destId="{C7192ED6-34AE-4B6E-A92B-3B0AF9E56EEA}" srcOrd="0" destOrd="0" presId="urn:microsoft.com/office/officeart/2016/7/layout/RepeatingBendingProcessNew"/>
    <dgm:cxn modelId="{A301FE3E-A60D-4B71-8044-CFEA5A16318E}" type="presOf" srcId="{25C52CDA-F291-44A6-AD17-D79390C96ACD}" destId="{0CDAC3F3-965F-4045-842F-58711D7FCA30}" srcOrd="1" destOrd="0" presId="urn:microsoft.com/office/officeart/2016/7/layout/RepeatingBendingProcessNew"/>
    <dgm:cxn modelId="{C95CA05F-DA5D-48C4-8A5D-21D54A9B007E}" type="presOf" srcId="{04E7DDA2-46C5-4FFE-A077-71A953903951}" destId="{692A717A-F1D6-467A-9663-EA4433754349}" srcOrd="1" destOrd="0" presId="urn:microsoft.com/office/officeart/2016/7/layout/RepeatingBendingProcessNew"/>
    <dgm:cxn modelId="{38B1544A-ED33-4020-B10C-2323B2A07A39}" type="presOf" srcId="{04E7DDA2-46C5-4FFE-A077-71A953903951}" destId="{862EB354-6D59-4DAA-BA9B-C25E55DCCB21}" srcOrd="0" destOrd="0" presId="urn:microsoft.com/office/officeart/2016/7/layout/RepeatingBendingProcessNew"/>
    <dgm:cxn modelId="{ECA14C4D-9805-43D3-9A2C-9E8DAB77ADCC}" type="presOf" srcId="{592B0B5D-9951-4144-A209-1BD5F3BB9A33}" destId="{07BA5F6F-60DB-4339-8F73-10C3B65D8352}" srcOrd="0" destOrd="0" presId="urn:microsoft.com/office/officeart/2016/7/layout/RepeatingBendingProcessNew"/>
    <dgm:cxn modelId="{A977A786-8CB1-4B84-B92F-7E6AAFF04F7F}" type="presOf" srcId="{1CD2B502-0817-4663-83F4-FD4DBDC74380}" destId="{76CE86B6-1DB9-4CB0-AF7B-FD7E28A3908E}" srcOrd="0" destOrd="0" presId="urn:microsoft.com/office/officeart/2016/7/layout/RepeatingBendingProcessNew"/>
    <dgm:cxn modelId="{E84BC28B-D644-4454-B096-70A52A0606BF}" type="presOf" srcId="{139298AC-935A-4AC4-952B-A86D333BE2BE}" destId="{92AF65A9-5C41-4F3D-B2B2-414DE9A79C50}" srcOrd="0" destOrd="0" presId="urn:microsoft.com/office/officeart/2016/7/layout/RepeatingBendingProcessNew"/>
    <dgm:cxn modelId="{46AA2C95-5A91-48A6-9516-52C354CCF5A7}" srcId="{139298AC-935A-4AC4-952B-A86D333BE2BE}" destId="{7243F3C3-3A60-45FA-A900-C8259E094F07}" srcOrd="4" destOrd="0" parTransId="{3BA83154-E4AD-4889-83AD-00D9DB44F5AE}" sibTransId="{9F03C1AF-6A35-41A4-8B57-21EEA77CE327}"/>
    <dgm:cxn modelId="{0DAE439D-A9E3-4449-AE16-66FE056CB33A}" type="presOf" srcId="{446AB10E-8F85-4FF9-B314-12F5569674AF}" destId="{4A7EDD4E-FEE8-444A-8257-C3AF49A1D12F}" srcOrd="0" destOrd="0" presId="urn:microsoft.com/office/officeart/2016/7/layout/RepeatingBendingProcessNew"/>
    <dgm:cxn modelId="{BA2BC9B7-56CE-4338-937B-1DA62323FFEC}" type="presOf" srcId="{446AB10E-8F85-4FF9-B314-12F5569674AF}" destId="{9AB69C4C-8DCB-411D-BC92-D813922D9419}" srcOrd="1" destOrd="0" presId="urn:microsoft.com/office/officeart/2016/7/layout/RepeatingBendingProcessNew"/>
    <dgm:cxn modelId="{8E21E2B7-98B8-457E-BA93-34842051353B}" type="presOf" srcId="{333A78A0-84A3-4D9F-91D1-B72F9C70A663}" destId="{C143D7F2-F577-41AC-8210-11C26EC39C77}" srcOrd="0" destOrd="0" presId="urn:microsoft.com/office/officeart/2016/7/layout/RepeatingBendingProcessNew"/>
    <dgm:cxn modelId="{A5A1FECE-4A05-49E9-A894-CB014796C055}" srcId="{139298AC-935A-4AC4-952B-A86D333BE2BE}" destId="{15CC9FCC-6095-46DE-825C-AF17639CE01C}" srcOrd="0" destOrd="0" parTransId="{D300064B-CDC8-4538-BE62-BC670CC00649}" sibTransId="{04E7DDA2-46C5-4FFE-A077-71A953903951}"/>
    <dgm:cxn modelId="{C3A981CF-4BF3-4029-914F-B2D08A110400}" type="presOf" srcId="{7243F3C3-3A60-45FA-A900-C8259E094F07}" destId="{5DC75BD7-E4C9-4C6F-8C6F-21E23F5CC994}" srcOrd="0" destOrd="0" presId="urn:microsoft.com/office/officeart/2016/7/layout/RepeatingBendingProcessNew"/>
    <dgm:cxn modelId="{1C9A8BD5-29CE-454D-9153-ABF3C7853511}" srcId="{139298AC-935A-4AC4-952B-A86D333BE2BE}" destId="{929382D2-EE09-49FB-881E-9D807C852094}" srcOrd="3" destOrd="0" parTransId="{8F85E9C3-916B-4EE2-B1F0-4100EBE006CD}" sibTransId="{446AB10E-8F85-4FF9-B314-12F5569674AF}"/>
    <dgm:cxn modelId="{50A761FD-A71B-4013-B845-796D63A73B74}" type="presOf" srcId="{929382D2-EE09-49FB-881E-9D807C852094}" destId="{B53AE48B-E355-4A91-A238-13966AD3D636}" srcOrd="0" destOrd="0" presId="urn:microsoft.com/office/officeart/2016/7/layout/RepeatingBendingProcessNew"/>
    <dgm:cxn modelId="{E0DD78FD-0B3C-4889-A340-FC04571FF565}" type="presOf" srcId="{592B0B5D-9951-4144-A209-1BD5F3BB9A33}" destId="{1E00773E-C116-4F6F-B643-30A5737CB861}" srcOrd="1" destOrd="0" presId="urn:microsoft.com/office/officeart/2016/7/layout/RepeatingBendingProcessNew"/>
    <dgm:cxn modelId="{B76841D2-0022-4790-AF94-CCF1AB1466E5}" type="presParOf" srcId="{92AF65A9-5C41-4F3D-B2B2-414DE9A79C50}" destId="{C7192ED6-34AE-4B6E-A92B-3B0AF9E56EEA}" srcOrd="0" destOrd="0" presId="urn:microsoft.com/office/officeart/2016/7/layout/RepeatingBendingProcessNew"/>
    <dgm:cxn modelId="{36593F02-4F8B-46E7-A6C7-3BCF505306B5}" type="presParOf" srcId="{92AF65A9-5C41-4F3D-B2B2-414DE9A79C50}" destId="{862EB354-6D59-4DAA-BA9B-C25E55DCCB21}" srcOrd="1" destOrd="0" presId="urn:microsoft.com/office/officeart/2016/7/layout/RepeatingBendingProcessNew"/>
    <dgm:cxn modelId="{F4F7649F-8C93-4F41-A89A-DFDEF721F560}" type="presParOf" srcId="{862EB354-6D59-4DAA-BA9B-C25E55DCCB21}" destId="{692A717A-F1D6-467A-9663-EA4433754349}" srcOrd="0" destOrd="0" presId="urn:microsoft.com/office/officeart/2016/7/layout/RepeatingBendingProcessNew"/>
    <dgm:cxn modelId="{8C04E373-539F-4589-A2DB-5DAD986B63A4}" type="presParOf" srcId="{92AF65A9-5C41-4F3D-B2B2-414DE9A79C50}" destId="{C143D7F2-F577-41AC-8210-11C26EC39C77}" srcOrd="2" destOrd="0" presId="urn:microsoft.com/office/officeart/2016/7/layout/RepeatingBendingProcessNew"/>
    <dgm:cxn modelId="{CDC4BCF8-4ECA-4361-95F9-0000EA317F0A}" type="presParOf" srcId="{92AF65A9-5C41-4F3D-B2B2-414DE9A79C50}" destId="{C333FAAC-B8C2-4B28-ACED-15ABAAF80D5A}" srcOrd="3" destOrd="0" presId="urn:microsoft.com/office/officeart/2016/7/layout/RepeatingBendingProcessNew"/>
    <dgm:cxn modelId="{B0BF5499-7A7B-47C7-BB20-2E6A644B435B}" type="presParOf" srcId="{C333FAAC-B8C2-4B28-ACED-15ABAAF80D5A}" destId="{0CDAC3F3-965F-4045-842F-58711D7FCA30}" srcOrd="0" destOrd="0" presId="urn:microsoft.com/office/officeart/2016/7/layout/RepeatingBendingProcessNew"/>
    <dgm:cxn modelId="{5440FC20-57E4-4A3B-8377-C2FF8B6A42DF}" type="presParOf" srcId="{92AF65A9-5C41-4F3D-B2B2-414DE9A79C50}" destId="{76CE86B6-1DB9-4CB0-AF7B-FD7E28A3908E}" srcOrd="4" destOrd="0" presId="urn:microsoft.com/office/officeart/2016/7/layout/RepeatingBendingProcessNew"/>
    <dgm:cxn modelId="{2EEDB8EE-B129-4C04-B312-5F8C15183130}" type="presParOf" srcId="{92AF65A9-5C41-4F3D-B2B2-414DE9A79C50}" destId="{07BA5F6F-60DB-4339-8F73-10C3B65D8352}" srcOrd="5" destOrd="0" presId="urn:microsoft.com/office/officeart/2016/7/layout/RepeatingBendingProcessNew"/>
    <dgm:cxn modelId="{58171954-3AAA-48C9-AC19-59F39984D4D2}" type="presParOf" srcId="{07BA5F6F-60DB-4339-8F73-10C3B65D8352}" destId="{1E00773E-C116-4F6F-B643-30A5737CB861}" srcOrd="0" destOrd="0" presId="urn:microsoft.com/office/officeart/2016/7/layout/RepeatingBendingProcessNew"/>
    <dgm:cxn modelId="{62CDFA51-4BC4-4079-9D88-69DBEB617CFE}" type="presParOf" srcId="{92AF65A9-5C41-4F3D-B2B2-414DE9A79C50}" destId="{B53AE48B-E355-4A91-A238-13966AD3D636}" srcOrd="6" destOrd="0" presId="urn:microsoft.com/office/officeart/2016/7/layout/RepeatingBendingProcessNew"/>
    <dgm:cxn modelId="{95419248-E5B2-43C6-9B75-96D1128E5E0D}" type="presParOf" srcId="{92AF65A9-5C41-4F3D-B2B2-414DE9A79C50}" destId="{4A7EDD4E-FEE8-444A-8257-C3AF49A1D12F}" srcOrd="7" destOrd="0" presId="urn:microsoft.com/office/officeart/2016/7/layout/RepeatingBendingProcessNew"/>
    <dgm:cxn modelId="{C54CF02D-B346-42DC-8685-7866C0C2A2BF}" type="presParOf" srcId="{4A7EDD4E-FEE8-444A-8257-C3AF49A1D12F}" destId="{9AB69C4C-8DCB-411D-BC92-D813922D9419}" srcOrd="0" destOrd="0" presId="urn:microsoft.com/office/officeart/2016/7/layout/RepeatingBendingProcessNew"/>
    <dgm:cxn modelId="{C7AE676F-DDBB-4AF6-A4D8-D1C3EB58A746}" type="presParOf" srcId="{92AF65A9-5C41-4F3D-B2B2-414DE9A79C50}" destId="{5DC75BD7-E4C9-4C6F-8C6F-21E23F5CC994}" srcOrd="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086422-3A80-46F6-B7BD-5B2ED281CFE1}">
      <dsp:nvSpPr>
        <dsp:cNvPr id="0" name=""/>
        <dsp:cNvSpPr/>
      </dsp:nvSpPr>
      <dsp:spPr>
        <a:xfrm>
          <a:off x="1259267" y="570095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80846" y="614373"/>
        <a:ext cx="14408" cy="2884"/>
      </dsp:txXfrm>
    </dsp:sp>
    <dsp:sp modelId="{631DBCBF-60FB-4B60-89BD-E969180F63B8}">
      <dsp:nvSpPr>
        <dsp:cNvPr id="0" name=""/>
        <dsp:cNvSpPr/>
      </dsp:nvSpPr>
      <dsp:spPr>
        <a:xfrm>
          <a:off x="8173" y="239947"/>
          <a:ext cx="1252894" cy="75173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Wymagania poznawcze </a:t>
          </a:r>
          <a:endParaRPr lang="en-US" sz="1200" kern="1200"/>
        </a:p>
      </dsp:txBody>
      <dsp:txXfrm>
        <a:off x="8173" y="239947"/>
        <a:ext cx="1252894" cy="751736"/>
      </dsp:txXfrm>
    </dsp:sp>
    <dsp:sp modelId="{189BAA24-779A-4A75-9805-096EBC02E9D5}">
      <dsp:nvSpPr>
        <dsp:cNvPr id="0" name=""/>
        <dsp:cNvSpPr/>
      </dsp:nvSpPr>
      <dsp:spPr>
        <a:xfrm>
          <a:off x="2800327" y="570095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21906" y="614373"/>
        <a:ext cx="14408" cy="2884"/>
      </dsp:txXfrm>
    </dsp:sp>
    <dsp:sp modelId="{62D4FF44-71BB-4EF4-8B84-8F09D129D205}">
      <dsp:nvSpPr>
        <dsp:cNvPr id="0" name=""/>
        <dsp:cNvSpPr/>
      </dsp:nvSpPr>
      <dsp:spPr>
        <a:xfrm>
          <a:off x="1549233" y="239947"/>
          <a:ext cx="1252894" cy="75173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Złożoność</a:t>
          </a:r>
          <a:endParaRPr lang="en-US" sz="1200" kern="1200"/>
        </a:p>
      </dsp:txBody>
      <dsp:txXfrm>
        <a:off x="1549233" y="239947"/>
        <a:ext cx="1252894" cy="751736"/>
      </dsp:txXfrm>
    </dsp:sp>
    <dsp:sp modelId="{FFA277E7-165C-4D38-83D1-5FB49F5E8C29}">
      <dsp:nvSpPr>
        <dsp:cNvPr id="0" name=""/>
        <dsp:cNvSpPr/>
      </dsp:nvSpPr>
      <dsp:spPr>
        <a:xfrm>
          <a:off x="4341387" y="570095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462966" y="614373"/>
        <a:ext cx="14408" cy="2884"/>
      </dsp:txXfrm>
    </dsp:sp>
    <dsp:sp modelId="{A6D00311-2AA5-4470-8D2C-5B5DBDA5415A}">
      <dsp:nvSpPr>
        <dsp:cNvPr id="0" name=""/>
        <dsp:cNvSpPr/>
      </dsp:nvSpPr>
      <dsp:spPr>
        <a:xfrm>
          <a:off x="3090293" y="239947"/>
          <a:ext cx="1252894" cy="75173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Problemy z komputerem</a:t>
          </a:r>
          <a:endParaRPr lang="en-US" sz="1200" kern="1200"/>
        </a:p>
      </dsp:txBody>
      <dsp:txXfrm>
        <a:off x="3090293" y="239947"/>
        <a:ext cx="1252894" cy="751736"/>
      </dsp:txXfrm>
    </dsp:sp>
    <dsp:sp modelId="{95CFFBCC-3D60-446F-A25A-B895003B1E04}">
      <dsp:nvSpPr>
        <dsp:cNvPr id="0" name=""/>
        <dsp:cNvSpPr/>
      </dsp:nvSpPr>
      <dsp:spPr>
        <a:xfrm>
          <a:off x="5882447" y="570095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004025" y="614373"/>
        <a:ext cx="14408" cy="2884"/>
      </dsp:txXfrm>
    </dsp:sp>
    <dsp:sp modelId="{1C2373E9-B9BA-4E01-9BD1-299A79A33F05}">
      <dsp:nvSpPr>
        <dsp:cNvPr id="0" name=""/>
        <dsp:cNvSpPr/>
      </dsp:nvSpPr>
      <dsp:spPr>
        <a:xfrm>
          <a:off x="4631352" y="239947"/>
          <a:ext cx="1252894" cy="75173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Wymagające kontakty z pacjentami </a:t>
          </a:r>
          <a:endParaRPr lang="en-US" sz="1200" kern="1200"/>
        </a:p>
      </dsp:txBody>
      <dsp:txXfrm>
        <a:off x="4631352" y="239947"/>
        <a:ext cx="1252894" cy="751736"/>
      </dsp:txXfrm>
    </dsp:sp>
    <dsp:sp modelId="{E5701982-40F8-4687-A0BE-31D92F619491}">
      <dsp:nvSpPr>
        <dsp:cNvPr id="0" name=""/>
        <dsp:cNvSpPr/>
      </dsp:nvSpPr>
      <dsp:spPr>
        <a:xfrm>
          <a:off x="7423506" y="570095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545085" y="614373"/>
        <a:ext cx="14408" cy="2884"/>
      </dsp:txXfrm>
    </dsp:sp>
    <dsp:sp modelId="{2E274275-279F-40E2-AF4D-4C6B0B5C6CD2}">
      <dsp:nvSpPr>
        <dsp:cNvPr id="0" name=""/>
        <dsp:cNvSpPr/>
      </dsp:nvSpPr>
      <dsp:spPr>
        <a:xfrm>
          <a:off x="6172412" y="239947"/>
          <a:ext cx="1252894" cy="75173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Wymagania emocjonalne </a:t>
          </a:r>
          <a:endParaRPr lang="en-US" sz="1200" kern="1200"/>
        </a:p>
      </dsp:txBody>
      <dsp:txXfrm>
        <a:off x="6172412" y="239947"/>
        <a:ext cx="1252894" cy="751736"/>
      </dsp:txXfrm>
    </dsp:sp>
    <dsp:sp modelId="{FD6466CF-5912-4F83-AECE-A50217110213}">
      <dsp:nvSpPr>
        <dsp:cNvPr id="0" name=""/>
        <dsp:cNvSpPr/>
      </dsp:nvSpPr>
      <dsp:spPr>
        <a:xfrm>
          <a:off x="8964566" y="570095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9086145" y="614373"/>
        <a:ext cx="14408" cy="2884"/>
      </dsp:txXfrm>
    </dsp:sp>
    <dsp:sp modelId="{7D5D6FBE-B098-46BD-B4A2-3FCC5FA821BA}">
      <dsp:nvSpPr>
        <dsp:cNvPr id="0" name=""/>
        <dsp:cNvSpPr/>
      </dsp:nvSpPr>
      <dsp:spPr>
        <a:xfrm>
          <a:off x="7713472" y="239947"/>
          <a:ext cx="1252894" cy="75173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Dysonans emocjonalny</a:t>
          </a:r>
          <a:endParaRPr lang="en-US" sz="1200" kern="1200"/>
        </a:p>
      </dsp:txBody>
      <dsp:txXfrm>
        <a:off x="7713472" y="239947"/>
        <a:ext cx="1252894" cy="751736"/>
      </dsp:txXfrm>
    </dsp:sp>
    <dsp:sp modelId="{A71279B0-91FD-4872-BE54-E996B60689F6}">
      <dsp:nvSpPr>
        <dsp:cNvPr id="0" name=""/>
        <dsp:cNvSpPr/>
      </dsp:nvSpPr>
      <dsp:spPr>
        <a:xfrm>
          <a:off x="634620" y="989884"/>
          <a:ext cx="9246358" cy="257565"/>
        </a:xfrm>
        <a:custGeom>
          <a:avLst/>
          <a:gdLst/>
          <a:ahLst/>
          <a:cxnLst/>
          <a:rect l="0" t="0" r="0" b="0"/>
          <a:pathLst>
            <a:path>
              <a:moveTo>
                <a:pt x="9246358" y="0"/>
              </a:moveTo>
              <a:lnTo>
                <a:pt x="9246358" y="145882"/>
              </a:lnTo>
              <a:lnTo>
                <a:pt x="0" y="145882"/>
              </a:lnTo>
              <a:lnTo>
                <a:pt x="0" y="257565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26528" y="1117224"/>
        <a:ext cx="462542" cy="2884"/>
      </dsp:txXfrm>
    </dsp:sp>
    <dsp:sp modelId="{4ECE65E7-B8B2-43CE-82C2-BEB325D48945}">
      <dsp:nvSpPr>
        <dsp:cNvPr id="0" name=""/>
        <dsp:cNvSpPr/>
      </dsp:nvSpPr>
      <dsp:spPr>
        <a:xfrm>
          <a:off x="9254532" y="239947"/>
          <a:ext cx="1252894" cy="75173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Konflikt interpersonalny </a:t>
          </a:r>
          <a:endParaRPr lang="en-US" sz="1200" kern="1200"/>
        </a:p>
      </dsp:txBody>
      <dsp:txXfrm>
        <a:off x="9254532" y="239947"/>
        <a:ext cx="1252894" cy="751736"/>
      </dsp:txXfrm>
    </dsp:sp>
    <dsp:sp modelId="{B1E250E1-20AB-42EE-B601-A4B86AB5419D}">
      <dsp:nvSpPr>
        <dsp:cNvPr id="0" name=""/>
        <dsp:cNvSpPr/>
      </dsp:nvSpPr>
      <dsp:spPr>
        <a:xfrm>
          <a:off x="1259267" y="1609997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80846" y="1654275"/>
        <a:ext cx="14408" cy="2884"/>
      </dsp:txXfrm>
    </dsp:sp>
    <dsp:sp modelId="{966D41B6-9FD4-4DC3-B8A9-CD9D3835BC42}">
      <dsp:nvSpPr>
        <dsp:cNvPr id="0" name=""/>
        <dsp:cNvSpPr/>
      </dsp:nvSpPr>
      <dsp:spPr>
        <a:xfrm>
          <a:off x="8173" y="1279849"/>
          <a:ext cx="1252894" cy="75173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Niepewność pracy</a:t>
          </a:r>
          <a:endParaRPr lang="en-US" sz="1200" kern="1200"/>
        </a:p>
      </dsp:txBody>
      <dsp:txXfrm>
        <a:off x="8173" y="1279849"/>
        <a:ext cx="1252894" cy="751736"/>
      </dsp:txXfrm>
    </dsp:sp>
    <dsp:sp modelId="{4448F201-A809-4ACC-A81B-2179C8AFA6AF}">
      <dsp:nvSpPr>
        <dsp:cNvPr id="0" name=""/>
        <dsp:cNvSpPr/>
      </dsp:nvSpPr>
      <dsp:spPr>
        <a:xfrm>
          <a:off x="2800327" y="1609997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21906" y="1654275"/>
        <a:ext cx="14408" cy="2884"/>
      </dsp:txXfrm>
    </dsp:sp>
    <dsp:sp modelId="{AE50AF68-CACF-45AE-A4A1-A0FDBE045E95}">
      <dsp:nvSpPr>
        <dsp:cNvPr id="0" name=""/>
        <dsp:cNvSpPr/>
      </dsp:nvSpPr>
      <dsp:spPr>
        <a:xfrm>
          <a:off x="1549233" y="1279849"/>
          <a:ext cx="1252894" cy="75173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Negatywny wpływ rodziny na pracę </a:t>
          </a:r>
          <a:endParaRPr lang="en-US" sz="1200" kern="1200"/>
        </a:p>
      </dsp:txBody>
      <dsp:txXfrm>
        <a:off x="1549233" y="1279849"/>
        <a:ext cx="1252894" cy="751736"/>
      </dsp:txXfrm>
    </dsp:sp>
    <dsp:sp modelId="{731D253B-D87E-4AAC-88E6-E59DF6D772FF}">
      <dsp:nvSpPr>
        <dsp:cNvPr id="0" name=""/>
        <dsp:cNvSpPr/>
      </dsp:nvSpPr>
      <dsp:spPr>
        <a:xfrm>
          <a:off x="4341387" y="1609997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462966" y="1654275"/>
        <a:ext cx="14408" cy="2884"/>
      </dsp:txXfrm>
    </dsp:sp>
    <dsp:sp modelId="{75272BB0-95BD-4287-94C1-1B828F3D1DB7}">
      <dsp:nvSpPr>
        <dsp:cNvPr id="0" name=""/>
        <dsp:cNvSpPr/>
      </dsp:nvSpPr>
      <dsp:spPr>
        <a:xfrm>
          <a:off x="3090293" y="1279849"/>
          <a:ext cx="1252894" cy="75173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Nękanie przez pacjentów</a:t>
          </a:r>
          <a:endParaRPr lang="en-US" sz="1200" kern="1200"/>
        </a:p>
      </dsp:txBody>
      <dsp:txXfrm>
        <a:off x="3090293" y="1279849"/>
        <a:ext cx="1252894" cy="751736"/>
      </dsp:txXfrm>
    </dsp:sp>
    <dsp:sp modelId="{849404B4-8FA4-4FB8-8625-C82E9D2429A4}">
      <dsp:nvSpPr>
        <dsp:cNvPr id="0" name=""/>
        <dsp:cNvSpPr/>
      </dsp:nvSpPr>
      <dsp:spPr>
        <a:xfrm>
          <a:off x="5882447" y="1609997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004025" y="1654275"/>
        <a:ext cx="14408" cy="2884"/>
      </dsp:txXfrm>
    </dsp:sp>
    <dsp:sp modelId="{B3C1AB8B-F2CA-422A-A9E3-805F55804E6E}">
      <dsp:nvSpPr>
        <dsp:cNvPr id="0" name=""/>
        <dsp:cNvSpPr/>
      </dsp:nvSpPr>
      <dsp:spPr>
        <a:xfrm>
          <a:off x="4631352" y="1279849"/>
          <a:ext cx="1252894" cy="75173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Wymagania dotyczące wydajności </a:t>
          </a:r>
          <a:endParaRPr lang="en-US" sz="1200" kern="1200"/>
        </a:p>
      </dsp:txBody>
      <dsp:txXfrm>
        <a:off x="4631352" y="1279849"/>
        <a:ext cx="1252894" cy="751736"/>
      </dsp:txXfrm>
    </dsp:sp>
    <dsp:sp modelId="{6D9823D8-710E-467E-B868-10558BBAA2CB}">
      <dsp:nvSpPr>
        <dsp:cNvPr id="0" name=""/>
        <dsp:cNvSpPr/>
      </dsp:nvSpPr>
      <dsp:spPr>
        <a:xfrm>
          <a:off x="7423506" y="1609997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545085" y="1654275"/>
        <a:ext cx="14408" cy="2884"/>
      </dsp:txXfrm>
    </dsp:sp>
    <dsp:sp modelId="{7AEEDE3C-74A2-41FC-B6B5-4B40A422AC00}">
      <dsp:nvSpPr>
        <dsp:cNvPr id="0" name=""/>
        <dsp:cNvSpPr/>
      </dsp:nvSpPr>
      <dsp:spPr>
        <a:xfrm>
          <a:off x="6172412" y="1279849"/>
          <a:ext cx="1252894" cy="75173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Wymagania fizyczne</a:t>
          </a:r>
          <a:endParaRPr lang="en-US" sz="1200" kern="1200"/>
        </a:p>
      </dsp:txBody>
      <dsp:txXfrm>
        <a:off x="6172412" y="1279849"/>
        <a:ext cx="1252894" cy="751736"/>
      </dsp:txXfrm>
    </dsp:sp>
    <dsp:sp modelId="{9212CC10-B78E-4372-855E-48D86AB583B6}">
      <dsp:nvSpPr>
        <dsp:cNvPr id="0" name=""/>
        <dsp:cNvSpPr/>
      </dsp:nvSpPr>
      <dsp:spPr>
        <a:xfrm>
          <a:off x="8964566" y="1609997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9086145" y="1654275"/>
        <a:ext cx="14408" cy="2884"/>
      </dsp:txXfrm>
    </dsp:sp>
    <dsp:sp modelId="{F672D4C0-0E21-4D80-B457-E7D7A3379647}">
      <dsp:nvSpPr>
        <dsp:cNvPr id="0" name=""/>
        <dsp:cNvSpPr/>
      </dsp:nvSpPr>
      <dsp:spPr>
        <a:xfrm>
          <a:off x="7713472" y="1279849"/>
          <a:ext cx="1252894" cy="75173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Problemy z planowaniem </a:t>
          </a:r>
          <a:endParaRPr lang="en-US" sz="1200" kern="1200"/>
        </a:p>
      </dsp:txBody>
      <dsp:txXfrm>
        <a:off x="7713472" y="1279849"/>
        <a:ext cx="1252894" cy="751736"/>
      </dsp:txXfrm>
    </dsp:sp>
    <dsp:sp modelId="{4DB89A01-355F-4A2B-9B41-7899B2AB3A11}">
      <dsp:nvSpPr>
        <dsp:cNvPr id="0" name=""/>
        <dsp:cNvSpPr/>
      </dsp:nvSpPr>
      <dsp:spPr>
        <a:xfrm>
          <a:off x="634620" y="2029786"/>
          <a:ext cx="9246358" cy="257565"/>
        </a:xfrm>
        <a:custGeom>
          <a:avLst/>
          <a:gdLst/>
          <a:ahLst/>
          <a:cxnLst/>
          <a:rect l="0" t="0" r="0" b="0"/>
          <a:pathLst>
            <a:path>
              <a:moveTo>
                <a:pt x="9246358" y="0"/>
              </a:moveTo>
              <a:lnTo>
                <a:pt x="9246358" y="145882"/>
              </a:lnTo>
              <a:lnTo>
                <a:pt x="0" y="145882"/>
              </a:lnTo>
              <a:lnTo>
                <a:pt x="0" y="257565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26528" y="2157126"/>
        <a:ext cx="462542" cy="2884"/>
      </dsp:txXfrm>
    </dsp:sp>
    <dsp:sp modelId="{8C16E2FD-9813-4475-8FA5-E6B0F9E0A78D}">
      <dsp:nvSpPr>
        <dsp:cNvPr id="0" name=""/>
        <dsp:cNvSpPr/>
      </dsp:nvSpPr>
      <dsp:spPr>
        <a:xfrm>
          <a:off x="9254532" y="1279849"/>
          <a:ext cx="1252894" cy="75173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Niewłaściwe zachowanie uczniów </a:t>
          </a:r>
          <a:endParaRPr lang="en-US" sz="1200" kern="1200"/>
        </a:p>
      </dsp:txBody>
      <dsp:txXfrm>
        <a:off x="9254532" y="1279849"/>
        <a:ext cx="1252894" cy="751736"/>
      </dsp:txXfrm>
    </dsp:sp>
    <dsp:sp modelId="{8D373DB3-7520-4707-A86E-1F35B3077FCD}">
      <dsp:nvSpPr>
        <dsp:cNvPr id="0" name=""/>
        <dsp:cNvSpPr/>
      </dsp:nvSpPr>
      <dsp:spPr>
        <a:xfrm>
          <a:off x="1259267" y="2649900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80846" y="2694177"/>
        <a:ext cx="14408" cy="2884"/>
      </dsp:txXfrm>
    </dsp:sp>
    <dsp:sp modelId="{EF95EC70-1192-457A-8D91-C4526B189F03}">
      <dsp:nvSpPr>
        <dsp:cNvPr id="0" name=""/>
        <dsp:cNvSpPr/>
      </dsp:nvSpPr>
      <dsp:spPr>
        <a:xfrm>
          <a:off x="8173" y="2319751"/>
          <a:ext cx="1252894" cy="75173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Jakościowe obciążenie pracą </a:t>
          </a:r>
          <a:endParaRPr lang="en-US" sz="1200" kern="1200"/>
        </a:p>
      </dsp:txBody>
      <dsp:txXfrm>
        <a:off x="8173" y="2319751"/>
        <a:ext cx="1252894" cy="751736"/>
      </dsp:txXfrm>
    </dsp:sp>
    <dsp:sp modelId="{A8AC569D-15EA-4CAE-962D-CBF6D71F9D9B}">
      <dsp:nvSpPr>
        <dsp:cNvPr id="0" name=""/>
        <dsp:cNvSpPr/>
      </dsp:nvSpPr>
      <dsp:spPr>
        <a:xfrm>
          <a:off x="2800327" y="2649900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21906" y="2694177"/>
        <a:ext cx="14408" cy="2884"/>
      </dsp:txXfrm>
    </dsp:sp>
    <dsp:sp modelId="{2A76B84B-CFA3-44DA-8744-022D164688DB}">
      <dsp:nvSpPr>
        <dsp:cNvPr id="0" name=""/>
        <dsp:cNvSpPr/>
      </dsp:nvSpPr>
      <dsp:spPr>
        <a:xfrm>
          <a:off x="1549233" y="2319751"/>
          <a:ext cx="1252894" cy="75173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Reorganizacja</a:t>
          </a:r>
          <a:endParaRPr lang="en-US" sz="1200" kern="1200"/>
        </a:p>
      </dsp:txBody>
      <dsp:txXfrm>
        <a:off x="1549233" y="2319751"/>
        <a:ext cx="1252894" cy="751736"/>
      </dsp:txXfrm>
    </dsp:sp>
    <dsp:sp modelId="{FDA0D42C-6164-4A7C-90F8-74B50DA7F64C}">
      <dsp:nvSpPr>
        <dsp:cNvPr id="0" name=""/>
        <dsp:cNvSpPr/>
      </dsp:nvSpPr>
      <dsp:spPr>
        <a:xfrm>
          <a:off x="4341387" y="2649900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462966" y="2694177"/>
        <a:ext cx="14408" cy="2884"/>
      </dsp:txXfrm>
    </dsp:sp>
    <dsp:sp modelId="{13FE4F21-F5FE-4B96-846E-44B9252EC404}">
      <dsp:nvSpPr>
        <dsp:cNvPr id="0" name=""/>
        <dsp:cNvSpPr/>
      </dsp:nvSpPr>
      <dsp:spPr>
        <a:xfrm>
          <a:off x="3090293" y="2319751"/>
          <a:ext cx="1252894" cy="75173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Wynagrodzenie </a:t>
          </a:r>
          <a:endParaRPr lang="en-US" sz="1200" kern="1200"/>
        </a:p>
      </dsp:txBody>
      <dsp:txXfrm>
        <a:off x="3090293" y="2319751"/>
        <a:ext cx="1252894" cy="751736"/>
      </dsp:txXfrm>
    </dsp:sp>
    <dsp:sp modelId="{FE328CC7-CE61-4873-B172-C1B8A093D997}">
      <dsp:nvSpPr>
        <dsp:cNvPr id="0" name=""/>
        <dsp:cNvSpPr/>
      </dsp:nvSpPr>
      <dsp:spPr>
        <a:xfrm>
          <a:off x="5882447" y="2649900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004025" y="2694177"/>
        <a:ext cx="14408" cy="2884"/>
      </dsp:txXfrm>
    </dsp:sp>
    <dsp:sp modelId="{5BA22964-980C-4D59-AED4-0A2BD94FB940}">
      <dsp:nvSpPr>
        <dsp:cNvPr id="0" name=""/>
        <dsp:cNvSpPr/>
      </dsp:nvSpPr>
      <dsp:spPr>
        <a:xfrm>
          <a:off x="4631352" y="2319751"/>
          <a:ext cx="1252894" cy="75173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Odpowiedzialność</a:t>
          </a:r>
          <a:endParaRPr lang="en-US" sz="1200" kern="1200"/>
        </a:p>
      </dsp:txBody>
      <dsp:txXfrm>
        <a:off x="4631352" y="2319751"/>
        <a:ext cx="1252894" cy="751736"/>
      </dsp:txXfrm>
    </dsp:sp>
    <dsp:sp modelId="{0730EEA2-09AF-4FFC-BF9D-589E6CC24D39}">
      <dsp:nvSpPr>
        <dsp:cNvPr id="0" name=""/>
        <dsp:cNvSpPr/>
      </dsp:nvSpPr>
      <dsp:spPr>
        <a:xfrm>
          <a:off x="7423506" y="2649900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545085" y="2694177"/>
        <a:ext cx="14408" cy="2884"/>
      </dsp:txXfrm>
    </dsp:sp>
    <dsp:sp modelId="{863E3B34-25DB-4CCA-83F6-DF6272CCAFF6}">
      <dsp:nvSpPr>
        <dsp:cNvPr id="0" name=""/>
        <dsp:cNvSpPr/>
      </dsp:nvSpPr>
      <dsp:spPr>
        <a:xfrm>
          <a:off x="6172412" y="2319751"/>
          <a:ext cx="1252894" cy="75173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Ryzyko i zagrożenia </a:t>
          </a:r>
          <a:endParaRPr lang="en-US" sz="1200" kern="1200"/>
        </a:p>
      </dsp:txBody>
      <dsp:txXfrm>
        <a:off x="6172412" y="2319751"/>
        <a:ext cx="1252894" cy="751736"/>
      </dsp:txXfrm>
    </dsp:sp>
    <dsp:sp modelId="{677E01A0-AE09-44C4-B705-9EC4E60821D3}">
      <dsp:nvSpPr>
        <dsp:cNvPr id="0" name=""/>
        <dsp:cNvSpPr/>
      </dsp:nvSpPr>
      <dsp:spPr>
        <a:xfrm>
          <a:off x="8964566" y="2649900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9086145" y="2694177"/>
        <a:ext cx="14408" cy="2884"/>
      </dsp:txXfrm>
    </dsp:sp>
    <dsp:sp modelId="{22A0C6A7-6E15-4F41-9913-A2080408E4A9}">
      <dsp:nvSpPr>
        <dsp:cNvPr id="0" name=""/>
        <dsp:cNvSpPr/>
      </dsp:nvSpPr>
      <dsp:spPr>
        <a:xfrm>
          <a:off x="7713472" y="2319751"/>
          <a:ext cx="1252894" cy="75173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Niejednoznaczność roli</a:t>
          </a:r>
          <a:endParaRPr lang="en-US" sz="1200" kern="1200"/>
        </a:p>
      </dsp:txBody>
      <dsp:txXfrm>
        <a:off x="7713472" y="2319751"/>
        <a:ext cx="1252894" cy="751736"/>
      </dsp:txXfrm>
    </dsp:sp>
    <dsp:sp modelId="{BB754C06-E875-4954-BB27-1A1A58228EC6}">
      <dsp:nvSpPr>
        <dsp:cNvPr id="0" name=""/>
        <dsp:cNvSpPr/>
      </dsp:nvSpPr>
      <dsp:spPr>
        <a:xfrm>
          <a:off x="634620" y="3069688"/>
          <a:ext cx="9246358" cy="257565"/>
        </a:xfrm>
        <a:custGeom>
          <a:avLst/>
          <a:gdLst/>
          <a:ahLst/>
          <a:cxnLst/>
          <a:rect l="0" t="0" r="0" b="0"/>
          <a:pathLst>
            <a:path>
              <a:moveTo>
                <a:pt x="9246358" y="0"/>
              </a:moveTo>
              <a:lnTo>
                <a:pt x="9246358" y="145882"/>
              </a:lnTo>
              <a:lnTo>
                <a:pt x="0" y="145882"/>
              </a:lnTo>
              <a:lnTo>
                <a:pt x="0" y="257565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26528" y="3197028"/>
        <a:ext cx="462542" cy="2884"/>
      </dsp:txXfrm>
    </dsp:sp>
    <dsp:sp modelId="{B8C15985-7CCA-4021-AA70-697A84E1BC59}">
      <dsp:nvSpPr>
        <dsp:cNvPr id="0" name=""/>
        <dsp:cNvSpPr/>
      </dsp:nvSpPr>
      <dsp:spPr>
        <a:xfrm>
          <a:off x="9254532" y="2319751"/>
          <a:ext cx="1252894" cy="75173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Konflikt ról</a:t>
          </a:r>
          <a:endParaRPr lang="en-US" sz="1200" kern="1200"/>
        </a:p>
      </dsp:txBody>
      <dsp:txXfrm>
        <a:off x="9254532" y="2319751"/>
        <a:ext cx="1252894" cy="751736"/>
      </dsp:txXfrm>
    </dsp:sp>
    <dsp:sp modelId="{D834D719-C5FE-47DB-82A2-61D6435CFFEF}">
      <dsp:nvSpPr>
        <dsp:cNvPr id="0" name=""/>
        <dsp:cNvSpPr/>
      </dsp:nvSpPr>
      <dsp:spPr>
        <a:xfrm>
          <a:off x="1259267" y="3689802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80846" y="3734079"/>
        <a:ext cx="14408" cy="2884"/>
      </dsp:txXfrm>
    </dsp:sp>
    <dsp:sp modelId="{EAFFD13F-CBA6-416B-9460-6EE54B0D4313}">
      <dsp:nvSpPr>
        <dsp:cNvPr id="0" name=""/>
        <dsp:cNvSpPr/>
      </dsp:nvSpPr>
      <dsp:spPr>
        <a:xfrm>
          <a:off x="8173" y="3359653"/>
          <a:ext cx="1252894" cy="75173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Molestowanie seksualne</a:t>
          </a:r>
          <a:endParaRPr lang="en-US" sz="1200" kern="1200"/>
        </a:p>
      </dsp:txBody>
      <dsp:txXfrm>
        <a:off x="8173" y="3359653"/>
        <a:ext cx="1252894" cy="751736"/>
      </dsp:txXfrm>
    </dsp:sp>
    <dsp:sp modelId="{01700111-911B-42EC-BCDD-8D2D5DAFA364}">
      <dsp:nvSpPr>
        <dsp:cNvPr id="0" name=""/>
        <dsp:cNvSpPr/>
      </dsp:nvSpPr>
      <dsp:spPr>
        <a:xfrm>
          <a:off x="2800327" y="3689802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21906" y="3734079"/>
        <a:ext cx="14408" cy="2884"/>
      </dsp:txXfrm>
    </dsp:sp>
    <dsp:sp modelId="{77F96ACA-317F-4046-95D3-B9AEE992D87F}">
      <dsp:nvSpPr>
        <dsp:cNvPr id="0" name=""/>
        <dsp:cNvSpPr/>
      </dsp:nvSpPr>
      <dsp:spPr>
        <a:xfrm>
          <a:off x="1549233" y="3359653"/>
          <a:ext cx="1252894" cy="75173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Presja czasu</a:t>
          </a:r>
          <a:endParaRPr lang="en-US" sz="1200" kern="1200"/>
        </a:p>
      </dsp:txBody>
      <dsp:txXfrm>
        <a:off x="1549233" y="3359653"/>
        <a:ext cx="1252894" cy="751736"/>
      </dsp:txXfrm>
    </dsp:sp>
    <dsp:sp modelId="{D0A1C659-C31D-4379-894A-C71B596A242C}">
      <dsp:nvSpPr>
        <dsp:cNvPr id="0" name=""/>
        <dsp:cNvSpPr/>
      </dsp:nvSpPr>
      <dsp:spPr>
        <a:xfrm>
          <a:off x="4341387" y="3689802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462966" y="3734079"/>
        <a:ext cx="14408" cy="2884"/>
      </dsp:txXfrm>
    </dsp:sp>
    <dsp:sp modelId="{D7D1929F-DD9B-4840-BA08-0037399C120A}">
      <dsp:nvSpPr>
        <dsp:cNvPr id="0" name=""/>
        <dsp:cNvSpPr/>
      </dsp:nvSpPr>
      <dsp:spPr>
        <a:xfrm>
          <a:off x="3090293" y="3359653"/>
          <a:ext cx="1252894" cy="75173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Niekorzystny harmonogram pracy zmianowej </a:t>
          </a:r>
          <a:endParaRPr lang="en-US" sz="1200" kern="1200"/>
        </a:p>
      </dsp:txBody>
      <dsp:txXfrm>
        <a:off x="3090293" y="3359653"/>
        <a:ext cx="1252894" cy="751736"/>
      </dsp:txXfrm>
    </dsp:sp>
    <dsp:sp modelId="{47803355-406A-4DE0-9F83-A9DF2F8EE0F9}">
      <dsp:nvSpPr>
        <dsp:cNvPr id="0" name=""/>
        <dsp:cNvSpPr/>
      </dsp:nvSpPr>
      <dsp:spPr>
        <a:xfrm>
          <a:off x="5882447" y="3689802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004025" y="3734079"/>
        <a:ext cx="14408" cy="2884"/>
      </dsp:txXfrm>
    </dsp:sp>
    <dsp:sp modelId="{AAB4E942-0668-43E8-941F-7A4E6836259F}">
      <dsp:nvSpPr>
        <dsp:cNvPr id="0" name=""/>
        <dsp:cNvSpPr/>
      </dsp:nvSpPr>
      <dsp:spPr>
        <a:xfrm>
          <a:off x="4631352" y="3359653"/>
          <a:ext cx="1252894" cy="75173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Niekorzystne warunki pracy</a:t>
          </a:r>
          <a:endParaRPr lang="en-US" sz="1200" kern="1200"/>
        </a:p>
      </dsp:txBody>
      <dsp:txXfrm>
        <a:off x="4631352" y="3359653"/>
        <a:ext cx="1252894" cy="751736"/>
      </dsp:txXfrm>
    </dsp:sp>
    <dsp:sp modelId="{AA368BFD-6C82-473B-B711-5984CECADFD9}">
      <dsp:nvSpPr>
        <dsp:cNvPr id="0" name=""/>
        <dsp:cNvSpPr/>
      </dsp:nvSpPr>
      <dsp:spPr>
        <a:xfrm>
          <a:off x="7423506" y="3689802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545085" y="3734079"/>
        <a:ext cx="14408" cy="2884"/>
      </dsp:txXfrm>
    </dsp:sp>
    <dsp:sp modelId="{B1A3EB5E-CB2D-4159-8C38-8CADCC80C67D}">
      <dsp:nvSpPr>
        <dsp:cNvPr id="0" name=""/>
        <dsp:cNvSpPr/>
      </dsp:nvSpPr>
      <dsp:spPr>
        <a:xfrm>
          <a:off x="6172412" y="3359653"/>
          <a:ext cx="1252894" cy="75173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Presja pracy</a:t>
          </a:r>
          <a:endParaRPr lang="en-US" sz="1200" kern="1200"/>
        </a:p>
      </dsp:txBody>
      <dsp:txXfrm>
        <a:off x="6172412" y="3359653"/>
        <a:ext cx="1252894" cy="751736"/>
      </dsp:txXfrm>
    </dsp:sp>
    <dsp:sp modelId="{49384FA1-B6ED-4512-8929-3CC10F7930AC}">
      <dsp:nvSpPr>
        <dsp:cNvPr id="0" name=""/>
        <dsp:cNvSpPr/>
      </dsp:nvSpPr>
      <dsp:spPr>
        <a:xfrm>
          <a:off x="8964566" y="3689802"/>
          <a:ext cx="2575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7565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9086145" y="3734079"/>
        <a:ext cx="14408" cy="2884"/>
      </dsp:txXfrm>
    </dsp:sp>
    <dsp:sp modelId="{952E826F-7851-4F7C-88E4-8F01A05BEF5E}">
      <dsp:nvSpPr>
        <dsp:cNvPr id="0" name=""/>
        <dsp:cNvSpPr/>
      </dsp:nvSpPr>
      <dsp:spPr>
        <a:xfrm>
          <a:off x="7713472" y="3359653"/>
          <a:ext cx="1252894" cy="75173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Konflikt praca-dom </a:t>
          </a:r>
          <a:endParaRPr lang="en-US" sz="1200" kern="1200"/>
        </a:p>
      </dsp:txBody>
      <dsp:txXfrm>
        <a:off x="7713472" y="3359653"/>
        <a:ext cx="1252894" cy="751736"/>
      </dsp:txXfrm>
    </dsp:sp>
    <dsp:sp modelId="{C01BBEEE-C660-43E8-9FA0-42CECDAE25DB}">
      <dsp:nvSpPr>
        <dsp:cNvPr id="0" name=""/>
        <dsp:cNvSpPr/>
      </dsp:nvSpPr>
      <dsp:spPr>
        <a:xfrm>
          <a:off x="9254532" y="3359653"/>
          <a:ext cx="1252894" cy="75173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1393" tIns="64443" rIns="61393" bIns="64443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Przeciążenie pracą</a:t>
          </a:r>
          <a:endParaRPr lang="en-US" sz="1200" kern="1200"/>
        </a:p>
      </dsp:txBody>
      <dsp:txXfrm>
        <a:off x="9254532" y="3359653"/>
        <a:ext cx="1252894" cy="75173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3E956E-1A84-47E7-AAB8-5B05574E5671}">
      <dsp:nvSpPr>
        <dsp:cNvPr id="0" name=""/>
        <dsp:cNvSpPr/>
      </dsp:nvSpPr>
      <dsp:spPr>
        <a:xfrm>
          <a:off x="1721530" y="290695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27277" y="335139"/>
        <a:ext cx="12741" cy="2550"/>
      </dsp:txXfrm>
    </dsp:sp>
    <dsp:sp modelId="{895FBCD8-A83A-4E6C-9A83-B4FBB3128C72}">
      <dsp:nvSpPr>
        <dsp:cNvPr id="0" name=""/>
        <dsp:cNvSpPr/>
      </dsp:nvSpPr>
      <dsp:spPr>
        <a:xfrm>
          <a:off x="615346" y="4020"/>
          <a:ext cx="1107984" cy="66479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Możliwość awansu </a:t>
          </a:r>
          <a:endParaRPr lang="en-US" sz="1200" kern="1200"/>
        </a:p>
      </dsp:txBody>
      <dsp:txXfrm>
        <a:off x="615346" y="4020"/>
        <a:ext cx="1107984" cy="664790"/>
      </dsp:txXfrm>
    </dsp:sp>
    <dsp:sp modelId="{1B68A270-EEEF-42BD-93DD-4BAE5BB286B8}">
      <dsp:nvSpPr>
        <dsp:cNvPr id="0" name=""/>
        <dsp:cNvSpPr/>
      </dsp:nvSpPr>
      <dsp:spPr>
        <a:xfrm>
          <a:off x="3084351" y="290695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6350" cap="flat" cmpd="sng" algn="ctr">
          <a:solidFill>
            <a:schemeClr val="accent2">
              <a:hueOff val="-53902"/>
              <a:satOff val="-3108"/>
              <a:lumOff val="32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90098" y="335139"/>
        <a:ext cx="12741" cy="2550"/>
      </dsp:txXfrm>
    </dsp:sp>
    <dsp:sp modelId="{793E5DD2-BD12-47AA-9EF7-0919A7B0B3F5}">
      <dsp:nvSpPr>
        <dsp:cNvPr id="0" name=""/>
        <dsp:cNvSpPr/>
      </dsp:nvSpPr>
      <dsp:spPr>
        <a:xfrm>
          <a:off x="1978167" y="4020"/>
          <a:ext cx="1107984" cy="664790"/>
        </a:xfrm>
        <a:prstGeom prst="rect">
          <a:avLst/>
        </a:prstGeom>
        <a:solidFill>
          <a:schemeClr val="accent2">
            <a:hueOff val="-51977"/>
            <a:satOff val="-2997"/>
            <a:lumOff val="30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Docenianie</a:t>
          </a:r>
          <a:endParaRPr lang="en-US" sz="1200" kern="1200"/>
        </a:p>
      </dsp:txBody>
      <dsp:txXfrm>
        <a:off x="1978167" y="4020"/>
        <a:ext cx="1107984" cy="664790"/>
      </dsp:txXfrm>
    </dsp:sp>
    <dsp:sp modelId="{65C29919-B85B-4B52-A12F-3B71663159AF}">
      <dsp:nvSpPr>
        <dsp:cNvPr id="0" name=""/>
        <dsp:cNvSpPr/>
      </dsp:nvSpPr>
      <dsp:spPr>
        <a:xfrm>
          <a:off x="4447171" y="290695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6350" cap="flat" cmpd="sng" algn="ctr">
          <a:solidFill>
            <a:schemeClr val="accent2">
              <a:hueOff val="-107805"/>
              <a:satOff val="-6217"/>
              <a:lumOff val="63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552918" y="335139"/>
        <a:ext cx="12741" cy="2550"/>
      </dsp:txXfrm>
    </dsp:sp>
    <dsp:sp modelId="{00CD6FE4-C3CB-4C85-9B2C-9BDE5FD1F92B}">
      <dsp:nvSpPr>
        <dsp:cNvPr id="0" name=""/>
        <dsp:cNvSpPr/>
      </dsp:nvSpPr>
      <dsp:spPr>
        <a:xfrm>
          <a:off x="3340987" y="4020"/>
          <a:ext cx="1107984" cy="664790"/>
        </a:xfrm>
        <a:prstGeom prst="rect">
          <a:avLst/>
        </a:prstGeom>
        <a:solidFill>
          <a:schemeClr val="accent2">
            <a:hueOff val="-103955"/>
            <a:satOff val="-5995"/>
            <a:lumOff val="61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Autonomia</a:t>
          </a:r>
          <a:endParaRPr lang="en-US" sz="1200" kern="1200"/>
        </a:p>
      </dsp:txBody>
      <dsp:txXfrm>
        <a:off x="3340987" y="4020"/>
        <a:ext cx="1107984" cy="664790"/>
      </dsp:txXfrm>
    </dsp:sp>
    <dsp:sp modelId="{80164A19-F38F-47A4-8FA9-7B717732EC64}">
      <dsp:nvSpPr>
        <dsp:cNvPr id="0" name=""/>
        <dsp:cNvSpPr/>
      </dsp:nvSpPr>
      <dsp:spPr>
        <a:xfrm>
          <a:off x="5809992" y="290695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6350" cap="flat" cmpd="sng" algn="ctr">
          <a:solidFill>
            <a:schemeClr val="accent2">
              <a:hueOff val="-161707"/>
              <a:satOff val="-9325"/>
              <a:lumOff val="95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915739" y="335139"/>
        <a:ext cx="12741" cy="2550"/>
      </dsp:txXfrm>
    </dsp:sp>
    <dsp:sp modelId="{DC777E54-45F3-46B3-A3D5-56EF964B817D}">
      <dsp:nvSpPr>
        <dsp:cNvPr id="0" name=""/>
        <dsp:cNvSpPr/>
      </dsp:nvSpPr>
      <dsp:spPr>
        <a:xfrm>
          <a:off x="4703807" y="4020"/>
          <a:ext cx="1107984" cy="664790"/>
        </a:xfrm>
        <a:prstGeom prst="rect">
          <a:avLst/>
        </a:prstGeom>
        <a:solidFill>
          <a:schemeClr val="accent2">
            <a:hueOff val="-155932"/>
            <a:satOff val="-8992"/>
            <a:lumOff val="92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Nagrody finansowe</a:t>
          </a:r>
          <a:endParaRPr lang="en-US" sz="1200" kern="1200"/>
        </a:p>
      </dsp:txBody>
      <dsp:txXfrm>
        <a:off x="4703807" y="4020"/>
        <a:ext cx="1107984" cy="664790"/>
      </dsp:txXfrm>
    </dsp:sp>
    <dsp:sp modelId="{627D5805-11ED-49A0-83AD-1AA9AA1109B7}">
      <dsp:nvSpPr>
        <dsp:cNvPr id="0" name=""/>
        <dsp:cNvSpPr/>
      </dsp:nvSpPr>
      <dsp:spPr>
        <a:xfrm>
          <a:off x="7172812" y="290695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6350" cap="flat" cmpd="sng" algn="ctr">
          <a:solidFill>
            <a:schemeClr val="accent2">
              <a:hueOff val="-215609"/>
              <a:satOff val="-12434"/>
              <a:lumOff val="1278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278559" y="335139"/>
        <a:ext cx="12741" cy="2550"/>
      </dsp:txXfrm>
    </dsp:sp>
    <dsp:sp modelId="{A16307B9-DF3B-4B7E-8CAC-4002A3C8E323}">
      <dsp:nvSpPr>
        <dsp:cNvPr id="0" name=""/>
        <dsp:cNvSpPr/>
      </dsp:nvSpPr>
      <dsp:spPr>
        <a:xfrm>
          <a:off x="6066628" y="4020"/>
          <a:ext cx="1107984" cy="664790"/>
        </a:xfrm>
        <a:prstGeom prst="rect">
          <a:avLst/>
        </a:prstGeom>
        <a:solidFill>
          <a:schemeClr val="accent2">
            <a:hueOff val="-207909"/>
            <a:satOff val="-11990"/>
            <a:lumOff val="123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Jasność celów </a:t>
          </a:r>
          <a:endParaRPr lang="en-US" sz="1200" kern="1200"/>
        </a:p>
      </dsp:txBody>
      <dsp:txXfrm>
        <a:off x="6066628" y="4020"/>
        <a:ext cx="1107984" cy="664790"/>
      </dsp:txXfrm>
    </dsp:sp>
    <dsp:sp modelId="{634DEB32-0A30-4A84-8C18-0E9F645592C6}">
      <dsp:nvSpPr>
        <dsp:cNvPr id="0" name=""/>
        <dsp:cNvSpPr/>
      </dsp:nvSpPr>
      <dsp:spPr>
        <a:xfrm>
          <a:off x="8535632" y="290695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6350" cap="flat" cmpd="sng" algn="ctr">
          <a:solidFill>
            <a:schemeClr val="accent2">
              <a:hueOff val="-269512"/>
              <a:satOff val="-15542"/>
              <a:lumOff val="1598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641380" y="335139"/>
        <a:ext cx="12741" cy="2550"/>
      </dsp:txXfrm>
    </dsp:sp>
    <dsp:sp modelId="{C5237CB7-1287-41EA-9FCA-EC49BA65936D}">
      <dsp:nvSpPr>
        <dsp:cNvPr id="0" name=""/>
        <dsp:cNvSpPr/>
      </dsp:nvSpPr>
      <dsp:spPr>
        <a:xfrm>
          <a:off x="7429448" y="4020"/>
          <a:ext cx="1107984" cy="664790"/>
        </a:xfrm>
        <a:prstGeom prst="rect">
          <a:avLst/>
        </a:prstGeom>
        <a:solidFill>
          <a:schemeClr val="accent2">
            <a:hueOff val="-259886"/>
            <a:satOff val="-14987"/>
            <a:lumOff val="154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Informacja</a:t>
          </a:r>
          <a:endParaRPr lang="en-US" sz="1200" kern="1200"/>
        </a:p>
      </dsp:txBody>
      <dsp:txXfrm>
        <a:off x="7429448" y="4020"/>
        <a:ext cx="1107984" cy="664790"/>
      </dsp:txXfrm>
    </dsp:sp>
    <dsp:sp modelId="{04CC7255-1958-4AB3-A329-ACC21E40773F}">
      <dsp:nvSpPr>
        <dsp:cNvPr id="0" name=""/>
        <dsp:cNvSpPr/>
      </dsp:nvSpPr>
      <dsp:spPr>
        <a:xfrm>
          <a:off x="1169338" y="667010"/>
          <a:ext cx="8176922" cy="224236"/>
        </a:xfrm>
        <a:custGeom>
          <a:avLst/>
          <a:gdLst/>
          <a:ahLst/>
          <a:cxnLst/>
          <a:rect l="0" t="0" r="0" b="0"/>
          <a:pathLst>
            <a:path>
              <a:moveTo>
                <a:pt x="8176922" y="0"/>
              </a:moveTo>
              <a:lnTo>
                <a:pt x="8176922" y="129218"/>
              </a:lnTo>
              <a:lnTo>
                <a:pt x="0" y="129218"/>
              </a:lnTo>
              <a:lnTo>
                <a:pt x="0" y="224236"/>
              </a:lnTo>
            </a:path>
          </a:pathLst>
        </a:custGeom>
        <a:noFill/>
        <a:ln w="6350" cap="flat" cmpd="sng" algn="ctr">
          <a:solidFill>
            <a:schemeClr val="accent2">
              <a:hueOff val="-323414"/>
              <a:satOff val="-18651"/>
              <a:lumOff val="1917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53277" y="777853"/>
        <a:ext cx="409044" cy="2550"/>
      </dsp:txXfrm>
    </dsp:sp>
    <dsp:sp modelId="{2CDF4124-FA22-43EB-B716-4F23F786F32B}">
      <dsp:nvSpPr>
        <dsp:cNvPr id="0" name=""/>
        <dsp:cNvSpPr/>
      </dsp:nvSpPr>
      <dsp:spPr>
        <a:xfrm>
          <a:off x="8792269" y="4020"/>
          <a:ext cx="1107984" cy="664790"/>
        </a:xfrm>
        <a:prstGeom prst="rect">
          <a:avLst/>
        </a:prstGeom>
        <a:solidFill>
          <a:schemeClr val="accent2">
            <a:hueOff val="-311864"/>
            <a:satOff val="-17985"/>
            <a:lumOff val="184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Klimat innowacyjny </a:t>
          </a:r>
          <a:endParaRPr lang="en-US" sz="1200" kern="1200"/>
        </a:p>
      </dsp:txBody>
      <dsp:txXfrm>
        <a:off x="8792269" y="4020"/>
        <a:ext cx="1107984" cy="664790"/>
      </dsp:txXfrm>
    </dsp:sp>
    <dsp:sp modelId="{0E4D0C97-D413-415E-BD30-856FE5301305}">
      <dsp:nvSpPr>
        <dsp:cNvPr id="0" name=""/>
        <dsp:cNvSpPr/>
      </dsp:nvSpPr>
      <dsp:spPr>
        <a:xfrm>
          <a:off x="1721530" y="1210322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6350" cap="flat" cmpd="sng" algn="ctr">
          <a:solidFill>
            <a:schemeClr val="accent2">
              <a:hueOff val="-377316"/>
              <a:satOff val="-21759"/>
              <a:lumOff val="2237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27277" y="1254766"/>
        <a:ext cx="12741" cy="2550"/>
      </dsp:txXfrm>
    </dsp:sp>
    <dsp:sp modelId="{0AAF1BA8-651E-43DF-8D37-B39803AC4C34}">
      <dsp:nvSpPr>
        <dsp:cNvPr id="0" name=""/>
        <dsp:cNvSpPr/>
      </dsp:nvSpPr>
      <dsp:spPr>
        <a:xfrm>
          <a:off x="615346" y="923646"/>
          <a:ext cx="1107984" cy="664790"/>
        </a:xfrm>
        <a:prstGeom prst="rect">
          <a:avLst/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Wyzwanie zawodowe</a:t>
          </a:r>
          <a:endParaRPr lang="en-US" sz="1200" kern="1200"/>
        </a:p>
      </dsp:txBody>
      <dsp:txXfrm>
        <a:off x="615346" y="923646"/>
        <a:ext cx="1107984" cy="664790"/>
      </dsp:txXfrm>
    </dsp:sp>
    <dsp:sp modelId="{106423FD-3756-46FC-8909-88F6AA406485}">
      <dsp:nvSpPr>
        <dsp:cNvPr id="0" name=""/>
        <dsp:cNvSpPr/>
      </dsp:nvSpPr>
      <dsp:spPr>
        <a:xfrm>
          <a:off x="3084351" y="1210322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6350" cap="flat" cmpd="sng" algn="ctr">
          <a:solidFill>
            <a:schemeClr val="accent2">
              <a:hueOff val="-431219"/>
              <a:satOff val="-24868"/>
              <a:lumOff val="2556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90098" y="1254766"/>
        <a:ext cx="12741" cy="2550"/>
      </dsp:txXfrm>
    </dsp:sp>
    <dsp:sp modelId="{EEB6A0C7-0605-4F7F-BECE-B44FF47DE2DD}">
      <dsp:nvSpPr>
        <dsp:cNvPr id="0" name=""/>
        <dsp:cNvSpPr/>
      </dsp:nvSpPr>
      <dsp:spPr>
        <a:xfrm>
          <a:off x="1978167" y="923646"/>
          <a:ext cx="1107984" cy="664790"/>
        </a:xfrm>
        <a:prstGeom prst="rect">
          <a:avLst/>
        </a:prstGeom>
        <a:solidFill>
          <a:schemeClr val="accent2">
            <a:hueOff val="-415818"/>
            <a:satOff val="-23979"/>
            <a:lumOff val="24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Wiedza </a:t>
          </a:r>
          <a:endParaRPr lang="en-US" sz="1200" kern="1200"/>
        </a:p>
      </dsp:txBody>
      <dsp:txXfrm>
        <a:off x="1978167" y="923646"/>
        <a:ext cx="1107984" cy="664790"/>
      </dsp:txXfrm>
    </dsp:sp>
    <dsp:sp modelId="{3327A466-0048-40B1-8FCF-E19C5B2C916B}">
      <dsp:nvSpPr>
        <dsp:cNvPr id="0" name=""/>
        <dsp:cNvSpPr/>
      </dsp:nvSpPr>
      <dsp:spPr>
        <a:xfrm>
          <a:off x="4447171" y="1210322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6350" cap="flat" cmpd="sng" algn="ctr">
          <a:solidFill>
            <a:schemeClr val="accent2">
              <a:hueOff val="-485121"/>
              <a:satOff val="-27976"/>
              <a:lumOff val="2876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552918" y="1254766"/>
        <a:ext cx="12741" cy="2550"/>
      </dsp:txXfrm>
    </dsp:sp>
    <dsp:sp modelId="{447169AD-D756-4707-94AE-FF814BB53113}">
      <dsp:nvSpPr>
        <dsp:cNvPr id="0" name=""/>
        <dsp:cNvSpPr/>
      </dsp:nvSpPr>
      <dsp:spPr>
        <a:xfrm>
          <a:off x="3340987" y="923646"/>
          <a:ext cx="1107984" cy="664790"/>
        </a:xfrm>
        <a:prstGeom prst="rect">
          <a:avLst/>
        </a:prstGeom>
        <a:solidFill>
          <a:schemeClr val="accent2">
            <a:hueOff val="-467795"/>
            <a:satOff val="-26977"/>
            <a:lumOff val="277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Przywództwo</a:t>
          </a:r>
          <a:endParaRPr lang="en-US" sz="1200" kern="1200"/>
        </a:p>
      </dsp:txBody>
      <dsp:txXfrm>
        <a:off x="3340987" y="923646"/>
        <a:ext cx="1107984" cy="664790"/>
      </dsp:txXfrm>
    </dsp:sp>
    <dsp:sp modelId="{43870FEF-B6FC-40FA-9531-019AC22E5C86}">
      <dsp:nvSpPr>
        <dsp:cNvPr id="0" name=""/>
        <dsp:cNvSpPr/>
      </dsp:nvSpPr>
      <dsp:spPr>
        <a:xfrm>
          <a:off x="5809992" y="1210322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6350" cap="flat" cmpd="sng" algn="ctr">
          <a:solidFill>
            <a:schemeClr val="accent2">
              <a:hueOff val="-539023"/>
              <a:satOff val="-31084"/>
              <a:lumOff val="3196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915739" y="1254766"/>
        <a:ext cx="12741" cy="2550"/>
      </dsp:txXfrm>
    </dsp:sp>
    <dsp:sp modelId="{6904BD07-46D1-43D3-A322-1269B71CD5C4}">
      <dsp:nvSpPr>
        <dsp:cNvPr id="0" name=""/>
        <dsp:cNvSpPr/>
      </dsp:nvSpPr>
      <dsp:spPr>
        <a:xfrm>
          <a:off x="4703807" y="923646"/>
          <a:ext cx="1107984" cy="664790"/>
        </a:xfrm>
        <a:prstGeom prst="rect">
          <a:avLst/>
        </a:prstGeom>
        <a:solidFill>
          <a:schemeClr val="accent2">
            <a:hueOff val="-519773"/>
            <a:satOff val="-29974"/>
            <a:lumOff val="30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Możliwości rozwoju zawodowego </a:t>
          </a:r>
          <a:endParaRPr lang="en-US" sz="1200" kern="1200"/>
        </a:p>
      </dsp:txBody>
      <dsp:txXfrm>
        <a:off x="4703807" y="923646"/>
        <a:ext cx="1107984" cy="664790"/>
      </dsp:txXfrm>
    </dsp:sp>
    <dsp:sp modelId="{1474B859-AE92-4EBF-8F48-43CA44B25769}">
      <dsp:nvSpPr>
        <dsp:cNvPr id="0" name=""/>
        <dsp:cNvSpPr/>
      </dsp:nvSpPr>
      <dsp:spPr>
        <a:xfrm>
          <a:off x="7172812" y="1210322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6350" cap="flat" cmpd="sng" algn="ctr">
          <a:solidFill>
            <a:schemeClr val="accent2">
              <a:hueOff val="-592926"/>
              <a:satOff val="-34193"/>
              <a:lumOff val="351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278559" y="1254766"/>
        <a:ext cx="12741" cy="2550"/>
      </dsp:txXfrm>
    </dsp:sp>
    <dsp:sp modelId="{5535D6F9-DC0F-4737-89B1-803C6DE38995}">
      <dsp:nvSpPr>
        <dsp:cNvPr id="0" name=""/>
        <dsp:cNvSpPr/>
      </dsp:nvSpPr>
      <dsp:spPr>
        <a:xfrm>
          <a:off x="6066628" y="923646"/>
          <a:ext cx="1107984" cy="664790"/>
        </a:xfrm>
        <a:prstGeom prst="rect">
          <a:avLst/>
        </a:prstGeom>
        <a:solidFill>
          <a:schemeClr val="accent2">
            <a:hueOff val="-571750"/>
            <a:satOff val="-32972"/>
            <a:lumOff val="339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Udział w podejmowaniu decyzji</a:t>
          </a:r>
          <a:endParaRPr lang="en-US" sz="1200" kern="1200"/>
        </a:p>
      </dsp:txBody>
      <dsp:txXfrm>
        <a:off x="6066628" y="923646"/>
        <a:ext cx="1107984" cy="664790"/>
      </dsp:txXfrm>
    </dsp:sp>
    <dsp:sp modelId="{6CE9C26C-942A-49CE-A30F-3A79F2BD75D0}">
      <dsp:nvSpPr>
        <dsp:cNvPr id="0" name=""/>
        <dsp:cNvSpPr/>
      </dsp:nvSpPr>
      <dsp:spPr>
        <a:xfrm>
          <a:off x="8535632" y="1210322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6350" cap="flat" cmpd="sng" algn="ctr">
          <a:solidFill>
            <a:schemeClr val="accent2">
              <a:hueOff val="-646828"/>
              <a:satOff val="-37301"/>
              <a:lumOff val="383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641380" y="1254766"/>
        <a:ext cx="12741" cy="2550"/>
      </dsp:txXfrm>
    </dsp:sp>
    <dsp:sp modelId="{6BEFB690-C62E-4BB8-BB31-4454ED07C88A}">
      <dsp:nvSpPr>
        <dsp:cNvPr id="0" name=""/>
        <dsp:cNvSpPr/>
      </dsp:nvSpPr>
      <dsp:spPr>
        <a:xfrm>
          <a:off x="7429448" y="923646"/>
          <a:ext cx="1107984" cy="664790"/>
        </a:xfrm>
        <a:prstGeom prst="rect">
          <a:avLst/>
        </a:prstGeom>
        <a:solidFill>
          <a:schemeClr val="accent2">
            <a:hueOff val="-623727"/>
            <a:satOff val="-35969"/>
            <a:lumOff val="369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Informacje zwrotne dotyczące wyników</a:t>
          </a:r>
          <a:endParaRPr lang="en-US" sz="1200" kern="1200"/>
        </a:p>
      </dsp:txBody>
      <dsp:txXfrm>
        <a:off x="7429448" y="923646"/>
        <a:ext cx="1107984" cy="664790"/>
      </dsp:txXfrm>
    </dsp:sp>
    <dsp:sp modelId="{F9F7CB13-E01C-4083-AB37-50D0792EFCEE}">
      <dsp:nvSpPr>
        <dsp:cNvPr id="0" name=""/>
        <dsp:cNvSpPr/>
      </dsp:nvSpPr>
      <dsp:spPr>
        <a:xfrm>
          <a:off x="1169338" y="1586637"/>
          <a:ext cx="8176922" cy="224236"/>
        </a:xfrm>
        <a:custGeom>
          <a:avLst/>
          <a:gdLst/>
          <a:ahLst/>
          <a:cxnLst/>
          <a:rect l="0" t="0" r="0" b="0"/>
          <a:pathLst>
            <a:path>
              <a:moveTo>
                <a:pt x="8176922" y="0"/>
              </a:moveTo>
              <a:lnTo>
                <a:pt x="8176922" y="129218"/>
              </a:lnTo>
              <a:lnTo>
                <a:pt x="0" y="129218"/>
              </a:lnTo>
              <a:lnTo>
                <a:pt x="0" y="224236"/>
              </a:lnTo>
            </a:path>
          </a:pathLst>
        </a:custGeom>
        <a:noFill/>
        <a:ln w="6350" cap="flat" cmpd="sng" algn="ctr">
          <a:solidFill>
            <a:schemeClr val="accent2">
              <a:hueOff val="-700730"/>
              <a:satOff val="-40410"/>
              <a:lumOff val="4154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53277" y="1697480"/>
        <a:ext cx="409044" cy="2550"/>
      </dsp:txXfrm>
    </dsp:sp>
    <dsp:sp modelId="{3A996666-4ABE-43CF-8F24-87B7F5CB43DD}">
      <dsp:nvSpPr>
        <dsp:cNvPr id="0" name=""/>
        <dsp:cNvSpPr/>
      </dsp:nvSpPr>
      <dsp:spPr>
        <a:xfrm>
          <a:off x="8792269" y="923646"/>
          <a:ext cx="1107984" cy="664790"/>
        </a:xfrm>
        <a:prstGeom prst="rect">
          <a:avLst/>
        </a:prstGeom>
        <a:solidFill>
          <a:schemeClr val="accent2">
            <a:hueOff val="-675704"/>
            <a:satOff val="-38967"/>
            <a:lumOff val="400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Pozytywny wpływ rodziny na pracę </a:t>
          </a:r>
          <a:endParaRPr lang="en-US" sz="1200" kern="1200"/>
        </a:p>
      </dsp:txBody>
      <dsp:txXfrm>
        <a:off x="8792269" y="923646"/>
        <a:ext cx="1107984" cy="664790"/>
      </dsp:txXfrm>
    </dsp:sp>
    <dsp:sp modelId="{D2D77539-F920-46CA-92B0-6F33ECEBCA8F}">
      <dsp:nvSpPr>
        <dsp:cNvPr id="0" name=""/>
        <dsp:cNvSpPr/>
      </dsp:nvSpPr>
      <dsp:spPr>
        <a:xfrm>
          <a:off x="1721530" y="2129948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6350" cap="flat" cmpd="sng" algn="ctr">
          <a:solidFill>
            <a:schemeClr val="accent2">
              <a:hueOff val="-754633"/>
              <a:satOff val="-43518"/>
              <a:lumOff val="4474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27277" y="2174393"/>
        <a:ext cx="12741" cy="2550"/>
      </dsp:txXfrm>
    </dsp:sp>
    <dsp:sp modelId="{75EA8381-6749-4905-B622-BCA1B16B6DE1}">
      <dsp:nvSpPr>
        <dsp:cNvPr id="0" name=""/>
        <dsp:cNvSpPr/>
      </dsp:nvSpPr>
      <dsp:spPr>
        <a:xfrm>
          <a:off x="615346" y="1843273"/>
          <a:ext cx="1107984" cy="664790"/>
        </a:xfrm>
        <a:prstGeom prst="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Duma zawodowa</a:t>
          </a:r>
          <a:endParaRPr lang="en-US" sz="1200" kern="1200"/>
        </a:p>
      </dsp:txBody>
      <dsp:txXfrm>
        <a:off x="615346" y="1843273"/>
        <a:ext cx="1107984" cy="664790"/>
      </dsp:txXfrm>
    </dsp:sp>
    <dsp:sp modelId="{013AC412-9173-498F-9479-253A4684E2F9}">
      <dsp:nvSpPr>
        <dsp:cNvPr id="0" name=""/>
        <dsp:cNvSpPr/>
      </dsp:nvSpPr>
      <dsp:spPr>
        <a:xfrm>
          <a:off x="3084351" y="2129948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6350" cap="flat" cmpd="sng" algn="ctr">
          <a:solidFill>
            <a:schemeClr val="accent2">
              <a:hueOff val="-808535"/>
              <a:satOff val="-46627"/>
              <a:lumOff val="4793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90098" y="2174393"/>
        <a:ext cx="12741" cy="2550"/>
      </dsp:txXfrm>
    </dsp:sp>
    <dsp:sp modelId="{784CBCC4-2545-4453-935A-BA787C1F9A1C}">
      <dsp:nvSpPr>
        <dsp:cNvPr id="0" name=""/>
        <dsp:cNvSpPr/>
      </dsp:nvSpPr>
      <dsp:spPr>
        <a:xfrm>
          <a:off x="1978167" y="1843273"/>
          <a:ext cx="1107984" cy="664790"/>
        </a:xfrm>
        <a:prstGeom prst="rect">
          <a:avLst/>
        </a:prstGeom>
        <a:solidFill>
          <a:schemeClr val="accent2">
            <a:hueOff val="-779659"/>
            <a:satOff val="-44961"/>
            <a:lumOff val="462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Sprawiedliwość proceduralna </a:t>
          </a:r>
          <a:endParaRPr lang="en-US" sz="1200" kern="1200"/>
        </a:p>
      </dsp:txBody>
      <dsp:txXfrm>
        <a:off x="1978167" y="1843273"/>
        <a:ext cx="1107984" cy="664790"/>
      </dsp:txXfrm>
    </dsp:sp>
    <dsp:sp modelId="{D46B0D8D-46A8-40BC-8866-AD95A3F58E68}">
      <dsp:nvSpPr>
        <dsp:cNvPr id="0" name=""/>
        <dsp:cNvSpPr/>
      </dsp:nvSpPr>
      <dsp:spPr>
        <a:xfrm>
          <a:off x="4447171" y="2129948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6350" cap="flat" cmpd="sng" algn="ctr">
          <a:solidFill>
            <a:schemeClr val="accent2">
              <a:hueOff val="-862437"/>
              <a:satOff val="-49735"/>
              <a:lumOff val="5113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552918" y="2174393"/>
        <a:ext cx="12741" cy="2550"/>
      </dsp:txXfrm>
    </dsp:sp>
    <dsp:sp modelId="{A848BC5B-4A31-4E52-A45A-78906D4A07E6}">
      <dsp:nvSpPr>
        <dsp:cNvPr id="0" name=""/>
        <dsp:cNvSpPr/>
      </dsp:nvSpPr>
      <dsp:spPr>
        <a:xfrm>
          <a:off x="3340987" y="1843273"/>
          <a:ext cx="1107984" cy="664790"/>
        </a:xfrm>
        <a:prstGeom prst="rect">
          <a:avLst/>
        </a:prstGeom>
        <a:solidFill>
          <a:schemeClr val="accent2">
            <a:hueOff val="-831636"/>
            <a:satOff val="-47959"/>
            <a:lumOff val="493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Pozytywne kontakty z pacjentami</a:t>
          </a:r>
          <a:endParaRPr lang="en-US" sz="1200" kern="1200"/>
        </a:p>
      </dsp:txBody>
      <dsp:txXfrm>
        <a:off x="3340987" y="1843273"/>
        <a:ext cx="1107984" cy="664790"/>
      </dsp:txXfrm>
    </dsp:sp>
    <dsp:sp modelId="{5DE964AA-1905-42DB-8CF7-4646B869BF94}">
      <dsp:nvSpPr>
        <dsp:cNvPr id="0" name=""/>
        <dsp:cNvSpPr/>
      </dsp:nvSpPr>
      <dsp:spPr>
        <a:xfrm>
          <a:off x="5809992" y="2129948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6350" cap="flat" cmpd="sng" algn="ctr">
          <a:solidFill>
            <a:schemeClr val="accent2">
              <a:hueOff val="-916340"/>
              <a:satOff val="-52844"/>
              <a:lumOff val="543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915739" y="2174393"/>
        <a:ext cx="12741" cy="2550"/>
      </dsp:txXfrm>
    </dsp:sp>
    <dsp:sp modelId="{1C2BF5FE-9102-4A14-9D5E-B85074FD9F76}">
      <dsp:nvSpPr>
        <dsp:cNvPr id="0" name=""/>
        <dsp:cNvSpPr/>
      </dsp:nvSpPr>
      <dsp:spPr>
        <a:xfrm>
          <a:off x="4703807" y="1843273"/>
          <a:ext cx="1107984" cy="664790"/>
        </a:xfrm>
        <a:prstGeom prst="rect">
          <a:avLst/>
        </a:prstGeom>
        <a:solidFill>
          <a:schemeClr val="accent2">
            <a:hueOff val="-883613"/>
            <a:satOff val="-50956"/>
            <a:lumOff val="523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Jakość relacji z przełożonym </a:t>
          </a:r>
          <a:endParaRPr lang="en-US" sz="1200" kern="1200"/>
        </a:p>
      </dsp:txBody>
      <dsp:txXfrm>
        <a:off x="4703807" y="1843273"/>
        <a:ext cx="1107984" cy="664790"/>
      </dsp:txXfrm>
    </dsp:sp>
    <dsp:sp modelId="{F2098EFF-2239-47E4-9A30-15F97A2633AA}">
      <dsp:nvSpPr>
        <dsp:cNvPr id="0" name=""/>
        <dsp:cNvSpPr/>
      </dsp:nvSpPr>
      <dsp:spPr>
        <a:xfrm>
          <a:off x="7172812" y="2129948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6350" cap="flat" cmpd="sng" algn="ctr">
          <a:solidFill>
            <a:schemeClr val="accent2">
              <a:hueOff val="-970242"/>
              <a:satOff val="-55952"/>
              <a:lumOff val="575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278559" y="2174393"/>
        <a:ext cx="12741" cy="2550"/>
      </dsp:txXfrm>
    </dsp:sp>
    <dsp:sp modelId="{D8394374-512D-4C15-AC6C-196632D81C91}">
      <dsp:nvSpPr>
        <dsp:cNvPr id="0" name=""/>
        <dsp:cNvSpPr/>
      </dsp:nvSpPr>
      <dsp:spPr>
        <a:xfrm>
          <a:off x="6066628" y="1843273"/>
          <a:ext cx="1107984" cy="664790"/>
        </a:xfrm>
        <a:prstGeom prst="rect">
          <a:avLst/>
        </a:prstGeom>
        <a:solidFill>
          <a:schemeClr val="accent2">
            <a:hueOff val="-935590"/>
            <a:satOff val="-53954"/>
            <a:lumOff val="554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Klimat bezpieczeństwa</a:t>
          </a:r>
          <a:endParaRPr lang="en-US" sz="1200" kern="1200"/>
        </a:p>
      </dsp:txBody>
      <dsp:txXfrm>
        <a:off x="6066628" y="1843273"/>
        <a:ext cx="1107984" cy="664790"/>
      </dsp:txXfrm>
    </dsp:sp>
    <dsp:sp modelId="{AE8586D0-4E84-4515-92EE-6A39950A765A}">
      <dsp:nvSpPr>
        <dsp:cNvPr id="0" name=""/>
        <dsp:cNvSpPr/>
      </dsp:nvSpPr>
      <dsp:spPr>
        <a:xfrm>
          <a:off x="8535632" y="2129948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6350" cap="flat" cmpd="sng" algn="ctr">
          <a:solidFill>
            <a:schemeClr val="accent2">
              <a:hueOff val="-1024144"/>
              <a:satOff val="-59060"/>
              <a:lumOff val="607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641380" y="2174393"/>
        <a:ext cx="12741" cy="2550"/>
      </dsp:txXfrm>
    </dsp:sp>
    <dsp:sp modelId="{670CD88E-A724-49D3-B783-E17FDE410833}">
      <dsp:nvSpPr>
        <dsp:cNvPr id="0" name=""/>
        <dsp:cNvSpPr/>
      </dsp:nvSpPr>
      <dsp:spPr>
        <a:xfrm>
          <a:off x="7429448" y="1843273"/>
          <a:ext cx="1107984" cy="664790"/>
        </a:xfrm>
        <a:prstGeom prst="rect">
          <a:avLst/>
        </a:prstGeom>
        <a:solidFill>
          <a:schemeClr val="accent2">
            <a:hueOff val="-987568"/>
            <a:satOff val="-56951"/>
            <a:lumOff val="585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Naruszenia rutyn bezpieczeństwa </a:t>
          </a:r>
          <a:endParaRPr lang="en-US" sz="1200" kern="1200"/>
        </a:p>
      </dsp:txBody>
      <dsp:txXfrm>
        <a:off x="7429448" y="1843273"/>
        <a:ext cx="1107984" cy="664790"/>
      </dsp:txXfrm>
    </dsp:sp>
    <dsp:sp modelId="{124EB4D5-EB45-40A0-90D1-866162D7CF69}">
      <dsp:nvSpPr>
        <dsp:cNvPr id="0" name=""/>
        <dsp:cNvSpPr/>
      </dsp:nvSpPr>
      <dsp:spPr>
        <a:xfrm>
          <a:off x="1169338" y="2506264"/>
          <a:ext cx="8176922" cy="224236"/>
        </a:xfrm>
        <a:custGeom>
          <a:avLst/>
          <a:gdLst/>
          <a:ahLst/>
          <a:cxnLst/>
          <a:rect l="0" t="0" r="0" b="0"/>
          <a:pathLst>
            <a:path>
              <a:moveTo>
                <a:pt x="8176922" y="0"/>
              </a:moveTo>
              <a:lnTo>
                <a:pt x="8176922" y="129218"/>
              </a:lnTo>
              <a:lnTo>
                <a:pt x="0" y="129218"/>
              </a:lnTo>
              <a:lnTo>
                <a:pt x="0" y="224236"/>
              </a:lnTo>
            </a:path>
          </a:pathLst>
        </a:custGeom>
        <a:noFill/>
        <a:ln w="6350" cap="flat" cmpd="sng" algn="ctr">
          <a:solidFill>
            <a:schemeClr val="accent2">
              <a:hueOff val="-1078047"/>
              <a:satOff val="-62169"/>
              <a:lumOff val="639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53277" y="2617106"/>
        <a:ext cx="409044" cy="2550"/>
      </dsp:txXfrm>
    </dsp:sp>
    <dsp:sp modelId="{800058EE-F0DE-4C0B-86E3-B71A4AAC43EE}">
      <dsp:nvSpPr>
        <dsp:cNvPr id="0" name=""/>
        <dsp:cNvSpPr/>
      </dsp:nvSpPr>
      <dsp:spPr>
        <a:xfrm>
          <a:off x="8792269" y="1843273"/>
          <a:ext cx="1107984" cy="664790"/>
        </a:xfrm>
        <a:prstGeom prst="rect">
          <a:avLst/>
        </a:prstGeom>
        <a:solidFill>
          <a:schemeClr val="accent2">
            <a:hueOff val="-1039545"/>
            <a:satOff val="-59949"/>
            <a:lumOff val="616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Klimat społeczny</a:t>
          </a:r>
          <a:endParaRPr lang="en-US" sz="1200" kern="1200"/>
        </a:p>
      </dsp:txBody>
      <dsp:txXfrm>
        <a:off x="8792269" y="1843273"/>
        <a:ext cx="1107984" cy="664790"/>
      </dsp:txXfrm>
    </dsp:sp>
    <dsp:sp modelId="{6F717D0A-3FD3-4A0C-84CA-826BFB30B08A}">
      <dsp:nvSpPr>
        <dsp:cNvPr id="0" name=""/>
        <dsp:cNvSpPr/>
      </dsp:nvSpPr>
      <dsp:spPr>
        <a:xfrm>
          <a:off x="1721530" y="3049575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6350" cap="flat" cmpd="sng" algn="ctr">
          <a:solidFill>
            <a:schemeClr val="accent2">
              <a:hueOff val="-1131949"/>
              <a:satOff val="-65277"/>
              <a:lumOff val="671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27277" y="3094020"/>
        <a:ext cx="12741" cy="2550"/>
      </dsp:txXfrm>
    </dsp:sp>
    <dsp:sp modelId="{350CE0BC-AA77-4EFD-9A52-79332E9758D9}">
      <dsp:nvSpPr>
        <dsp:cNvPr id="0" name=""/>
        <dsp:cNvSpPr/>
      </dsp:nvSpPr>
      <dsp:spPr>
        <a:xfrm>
          <a:off x="615346" y="2762900"/>
          <a:ext cx="1107984" cy="664790"/>
        </a:xfrm>
        <a:prstGeom prst="rect">
          <a:avLst/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Wsparcie społeczne ze strony współpracowników </a:t>
          </a:r>
          <a:endParaRPr lang="en-US" sz="1200" kern="1200"/>
        </a:p>
      </dsp:txBody>
      <dsp:txXfrm>
        <a:off x="615346" y="2762900"/>
        <a:ext cx="1107984" cy="664790"/>
      </dsp:txXfrm>
    </dsp:sp>
    <dsp:sp modelId="{7387ED6F-2D9B-459A-9D8A-BE338D358295}">
      <dsp:nvSpPr>
        <dsp:cNvPr id="0" name=""/>
        <dsp:cNvSpPr/>
      </dsp:nvSpPr>
      <dsp:spPr>
        <a:xfrm>
          <a:off x="3084351" y="3049575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6350" cap="flat" cmpd="sng" algn="ctr">
          <a:solidFill>
            <a:schemeClr val="accent2">
              <a:hueOff val="-1185851"/>
              <a:satOff val="-68386"/>
              <a:lumOff val="703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90098" y="3094020"/>
        <a:ext cx="12741" cy="2550"/>
      </dsp:txXfrm>
    </dsp:sp>
    <dsp:sp modelId="{F8F60431-07A3-4382-A646-177919987C52}">
      <dsp:nvSpPr>
        <dsp:cNvPr id="0" name=""/>
        <dsp:cNvSpPr/>
      </dsp:nvSpPr>
      <dsp:spPr>
        <a:xfrm>
          <a:off x="1978167" y="2762900"/>
          <a:ext cx="1107984" cy="664790"/>
        </a:xfrm>
        <a:prstGeom prst="rect">
          <a:avLst/>
        </a:prstGeom>
        <a:solidFill>
          <a:schemeClr val="accent2">
            <a:hueOff val="-1143499"/>
            <a:satOff val="-65943"/>
            <a:lumOff val="677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Wsparcie społeczne ze strony przełożonego</a:t>
          </a:r>
          <a:endParaRPr lang="en-US" sz="1200" kern="1200"/>
        </a:p>
      </dsp:txBody>
      <dsp:txXfrm>
        <a:off x="1978167" y="2762900"/>
        <a:ext cx="1107984" cy="664790"/>
      </dsp:txXfrm>
    </dsp:sp>
    <dsp:sp modelId="{E622DE41-DCB8-4C46-B76A-FCBA20E43D82}">
      <dsp:nvSpPr>
        <dsp:cNvPr id="0" name=""/>
        <dsp:cNvSpPr/>
      </dsp:nvSpPr>
      <dsp:spPr>
        <a:xfrm>
          <a:off x="4447171" y="3049575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6350" cap="flat" cmpd="sng" algn="ctr">
          <a:solidFill>
            <a:schemeClr val="accent2">
              <a:hueOff val="-1239754"/>
              <a:satOff val="-71494"/>
              <a:lumOff val="735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552918" y="3094020"/>
        <a:ext cx="12741" cy="2550"/>
      </dsp:txXfrm>
    </dsp:sp>
    <dsp:sp modelId="{3207F959-5698-4428-9C40-2CBFDB845913}">
      <dsp:nvSpPr>
        <dsp:cNvPr id="0" name=""/>
        <dsp:cNvSpPr/>
      </dsp:nvSpPr>
      <dsp:spPr>
        <a:xfrm>
          <a:off x="3340987" y="2762900"/>
          <a:ext cx="1107984" cy="664790"/>
        </a:xfrm>
        <a:prstGeom prst="rect">
          <a:avLst/>
        </a:prstGeom>
        <a:solidFill>
          <a:schemeClr val="accent2">
            <a:hueOff val="-1195477"/>
            <a:satOff val="-68941"/>
            <a:lumOff val="708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Wykorzystanie umiejętności </a:t>
          </a:r>
          <a:endParaRPr lang="en-US" sz="1200" kern="1200"/>
        </a:p>
      </dsp:txBody>
      <dsp:txXfrm>
        <a:off x="3340987" y="2762900"/>
        <a:ext cx="1107984" cy="664790"/>
      </dsp:txXfrm>
    </dsp:sp>
    <dsp:sp modelId="{4E59190B-F7BF-473E-BD03-9B206EC28C2B}">
      <dsp:nvSpPr>
        <dsp:cNvPr id="0" name=""/>
        <dsp:cNvSpPr/>
      </dsp:nvSpPr>
      <dsp:spPr>
        <a:xfrm>
          <a:off x="5809992" y="3049575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6350" cap="flat" cmpd="sng" algn="ctr">
          <a:solidFill>
            <a:schemeClr val="accent2">
              <a:hueOff val="-1293656"/>
              <a:satOff val="-74603"/>
              <a:lumOff val="766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915739" y="3094020"/>
        <a:ext cx="12741" cy="2550"/>
      </dsp:txXfrm>
    </dsp:sp>
    <dsp:sp modelId="{F316117A-2A40-4A93-84D5-5DB76BE06E01}">
      <dsp:nvSpPr>
        <dsp:cNvPr id="0" name=""/>
        <dsp:cNvSpPr/>
      </dsp:nvSpPr>
      <dsp:spPr>
        <a:xfrm>
          <a:off x="4703807" y="2762900"/>
          <a:ext cx="1107984" cy="664790"/>
        </a:xfrm>
        <a:prstGeom prst="rect">
          <a:avLst/>
        </a:prstGeom>
        <a:solidFill>
          <a:schemeClr val="accent2">
            <a:hueOff val="-1247454"/>
            <a:satOff val="-71938"/>
            <a:lumOff val="739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Planowanie strategiczne</a:t>
          </a:r>
          <a:endParaRPr lang="en-US" sz="1200" kern="1200"/>
        </a:p>
      </dsp:txBody>
      <dsp:txXfrm>
        <a:off x="4703807" y="2762900"/>
        <a:ext cx="1107984" cy="664790"/>
      </dsp:txXfrm>
    </dsp:sp>
    <dsp:sp modelId="{930A47D4-A333-4F9A-8894-796BE9FC9E3B}">
      <dsp:nvSpPr>
        <dsp:cNvPr id="0" name=""/>
        <dsp:cNvSpPr/>
      </dsp:nvSpPr>
      <dsp:spPr>
        <a:xfrm>
          <a:off x="7172812" y="3049575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6350" cap="flat" cmpd="sng" algn="ctr">
          <a:solidFill>
            <a:schemeClr val="accent2">
              <a:hueOff val="-1347558"/>
              <a:satOff val="-77711"/>
              <a:lumOff val="798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278559" y="3094020"/>
        <a:ext cx="12741" cy="2550"/>
      </dsp:txXfrm>
    </dsp:sp>
    <dsp:sp modelId="{366E402D-0E35-4126-8AF3-527CF7C63D67}">
      <dsp:nvSpPr>
        <dsp:cNvPr id="0" name=""/>
        <dsp:cNvSpPr/>
      </dsp:nvSpPr>
      <dsp:spPr>
        <a:xfrm>
          <a:off x="6066628" y="2762900"/>
          <a:ext cx="1107984" cy="664790"/>
        </a:xfrm>
        <a:prstGeom prst="rect">
          <a:avLst/>
        </a:prstGeom>
        <a:solidFill>
          <a:schemeClr val="accent2">
            <a:hueOff val="-1299431"/>
            <a:satOff val="-74936"/>
            <a:lumOff val="770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Trening nadzorczy </a:t>
          </a:r>
          <a:endParaRPr lang="en-US" sz="1200" kern="1200"/>
        </a:p>
      </dsp:txBody>
      <dsp:txXfrm>
        <a:off x="6066628" y="2762900"/>
        <a:ext cx="1107984" cy="664790"/>
      </dsp:txXfrm>
    </dsp:sp>
    <dsp:sp modelId="{0DBC33B1-7C44-491C-BA34-79111F94EE7C}">
      <dsp:nvSpPr>
        <dsp:cNvPr id="0" name=""/>
        <dsp:cNvSpPr/>
      </dsp:nvSpPr>
      <dsp:spPr>
        <a:xfrm>
          <a:off x="8535632" y="3049575"/>
          <a:ext cx="22423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4236" y="45720"/>
              </a:lnTo>
            </a:path>
          </a:pathLst>
        </a:custGeom>
        <a:noFill/>
        <a:ln w="6350" cap="flat" cmpd="sng" algn="ctr">
          <a:solidFill>
            <a:schemeClr val="accent2">
              <a:hueOff val="-1401461"/>
              <a:satOff val="-80820"/>
              <a:lumOff val="8308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641380" y="3094020"/>
        <a:ext cx="12741" cy="2550"/>
      </dsp:txXfrm>
    </dsp:sp>
    <dsp:sp modelId="{4A2D90C8-2903-4885-BA1D-E04386816631}">
      <dsp:nvSpPr>
        <dsp:cNvPr id="0" name=""/>
        <dsp:cNvSpPr/>
      </dsp:nvSpPr>
      <dsp:spPr>
        <a:xfrm>
          <a:off x="7429448" y="2762900"/>
          <a:ext cx="1107984" cy="664790"/>
        </a:xfrm>
        <a:prstGeom prst="rect">
          <a:avLst/>
        </a:prstGeom>
        <a:solidFill>
          <a:schemeClr val="accent2">
            <a:hueOff val="-1351408"/>
            <a:satOff val="-77933"/>
            <a:lumOff val="801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Różnorodność zadań</a:t>
          </a:r>
          <a:endParaRPr lang="en-US" sz="1200" kern="1200"/>
        </a:p>
      </dsp:txBody>
      <dsp:txXfrm>
        <a:off x="7429448" y="2762900"/>
        <a:ext cx="1107984" cy="664790"/>
      </dsp:txXfrm>
    </dsp:sp>
    <dsp:sp modelId="{9AE8C964-F007-40CD-995E-924718094569}">
      <dsp:nvSpPr>
        <dsp:cNvPr id="0" name=""/>
        <dsp:cNvSpPr/>
      </dsp:nvSpPr>
      <dsp:spPr>
        <a:xfrm>
          <a:off x="1169338" y="3425891"/>
          <a:ext cx="8176922" cy="224236"/>
        </a:xfrm>
        <a:custGeom>
          <a:avLst/>
          <a:gdLst/>
          <a:ahLst/>
          <a:cxnLst/>
          <a:rect l="0" t="0" r="0" b="0"/>
          <a:pathLst>
            <a:path>
              <a:moveTo>
                <a:pt x="8176922" y="0"/>
              </a:moveTo>
              <a:lnTo>
                <a:pt x="8176922" y="129218"/>
              </a:lnTo>
              <a:lnTo>
                <a:pt x="0" y="129218"/>
              </a:lnTo>
              <a:lnTo>
                <a:pt x="0" y="224236"/>
              </a:lnTo>
            </a:path>
          </a:pathLst>
        </a:custGeom>
        <a:noFill/>
        <a:ln w="635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53277" y="3536733"/>
        <a:ext cx="409044" cy="2550"/>
      </dsp:txXfrm>
    </dsp:sp>
    <dsp:sp modelId="{3AB6BA72-33CF-4415-B7BE-E4F9EA868F90}">
      <dsp:nvSpPr>
        <dsp:cNvPr id="0" name=""/>
        <dsp:cNvSpPr/>
      </dsp:nvSpPr>
      <dsp:spPr>
        <a:xfrm>
          <a:off x="8792269" y="2762900"/>
          <a:ext cx="1107984" cy="664790"/>
        </a:xfrm>
        <a:prstGeom prst="rect">
          <a:avLst/>
        </a:prstGeom>
        <a:solidFill>
          <a:schemeClr val="accent2">
            <a:hueOff val="-1403386"/>
            <a:satOff val="-80931"/>
            <a:lumOff val="832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Spójność zespołu</a:t>
          </a:r>
          <a:endParaRPr lang="en-US" sz="1200" kern="1200"/>
        </a:p>
      </dsp:txBody>
      <dsp:txXfrm>
        <a:off x="8792269" y="2762900"/>
        <a:ext cx="1107984" cy="664790"/>
      </dsp:txXfrm>
    </dsp:sp>
    <dsp:sp modelId="{F47B5C29-A3F8-449F-A65B-A691245B77B0}">
      <dsp:nvSpPr>
        <dsp:cNvPr id="0" name=""/>
        <dsp:cNvSpPr/>
      </dsp:nvSpPr>
      <dsp:spPr>
        <a:xfrm>
          <a:off x="615346" y="3682527"/>
          <a:ext cx="1107984" cy="664790"/>
        </a:xfrm>
        <a:prstGeom prst="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4292" tIns="56989" rIns="54292" bIns="5698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200" kern="1200"/>
            <a:t>Harmonia w zespole </a:t>
          </a:r>
          <a:endParaRPr lang="en-US" sz="1200" kern="1200"/>
        </a:p>
      </dsp:txBody>
      <dsp:txXfrm>
        <a:off x="615346" y="3682527"/>
        <a:ext cx="1107984" cy="66479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2EB354-6D59-4DAA-BA9B-C25E55DCCB21}">
      <dsp:nvSpPr>
        <dsp:cNvPr id="0" name=""/>
        <dsp:cNvSpPr/>
      </dsp:nvSpPr>
      <dsp:spPr>
        <a:xfrm>
          <a:off x="3040792" y="870618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57014" y="912848"/>
        <a:ext cx="34897" cy="6979"/>
      </dsp:txXfrm>
    </dsp:sp>
    <dsp:sp modelId="{C7192ED6-34AE-4B6E-A92B-3B0AF9E56EEA}">
      <dsp:nvSpPr>
        <dsp:cNvPr id="0" name=""/>
        <dsp:cNvSpPr/>
      </dsp:nvSpPr>
      <dsp:spPr>
        <a:xfrm>
          <a:off x="8061" y="5979"/>
          <a:ext cx="3034531" cy="182071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/>
            <a:t>Zakłada się, że zasoby pracy mają potencjał motywacyjny i prowadzą do wysokiego poziomu zaangażowania w pracę (</a:t>
          </a:r>
          <a:r>
            <a:rPr lang="pl-PL" sz="1600" i="1" kern="1200"/>
            <a:t>engagement</a:t>
          </a:r>
          <a:r>
            <a:rPr lang="pl-PL" sz="1600" kern="1200"/>
            <a:t>), czego efektem są wysokie wyniki i efektywność. </a:t>
          </a:r>
          <a:endParaRPr lang="en-US" sz="1600" kern="1200"/>
        </a:p>
      </dsp:txBody>
      <dsp:txXfrm>
        <a:off x="8061" y="5979"/>
        <a:ext cx="3034531" cy="1820718"/>
      </dsp:txXfrm>
    </dsp:sp>
    <dsp:sp modelId="{C333FAAC-B8C2-4B28-ACED-15ABAAF80D5A}">
      <dsp:nvSpPr>
        <dsp:cNvPr id="0" name=""/>
        <dsp:cNvSpPr/>
      </dsp:nvSpPr>
      <dsp:spPr>
        <a:xfrm>
          <a:off x="6773265" y="870618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6350" cap="flat" cmpd="sng" algn="ctr">
          <a:solidFill>
            <a:schemeClr val="accent5">
              <a:hueOff val="-2252848"/>
              <a:satOff val="-5806"/>
              <a:lumOff val="-392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089488" y="912848"/>
        <a:ext cx="34897" cy="6979"/>
      </dsp:txXfrm>
    </dsp:sp>
    <dsp:sp modelId="{C143D7F2-F577-41AC-8210-11C26EC39C77}">
      <dsp:nvSpPr>
        <dsp:cNvPr id="0" name=""/>
        <dsp:cNvSpPr/>
      </dsp:nvSpPr>
      <dsp:spPr>
        <a:xfrm>
          <a:off x="3740534" y="5979"/>
          <a:ext cx="3034531" cy="1820718"/>
        </a:xfrm>
        <a:prstGeom prst="rect">
          <a:avLst/>
        </a:prstGeom>
        <a:solidFill>
          <a:schemeClr val="accent5">
            <a:hueOff val="-1689636"/>
            <a:satOff val="-4355"/>
            <a:lumOff val="-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/>
            <a:t>Zaangażowanie w pracę rozumiane jest jako stan psychiczny, w którym pracownicy czują się: </a:t>
          </a:r>
          <a:endParaRPr lang="en-US" sz="1600" kern="1200"/>
        </a:p>
      </dsp:txBody>
      <dsp:txXfrm>
        <a:off x="3740534" y="5979"/>
        <a:ext cx="3034531" cy="1820718"/>
      </dsp:txXfrm>
    </dsp:sp>
    <dsp:sp modelId="{07BA5F6F-60DB-4339-8F73-10C3B65D8352}">
      <dsp:nvSpPr>
        <dsp:cNvPr id="0" name=""/>
        <dsp:cNvSpPr/>
      </dsp:nvSpPr>
      <dsp:spPr>
        <a:xfrm>
          <a:off x="1525326" y="1824897"/>
          <a:ext cx="7464946" cy="667342"/>
        </a:xfrm>
        <a:custGeom>
          <a:avLst/>
          <a:gdLst/>
          <a:ahLst/>
          <a:cxnLst/>
          <a:rect l="0" t="0" r="0" b="0"/>
          <a:pathLst>
            <a:path>
              <a:moveTo>
                <a:pt x="7464946" y="0"/>
              </a:moveTo>
              <a:lnTo>
                <a:pt x="7464946" y="350771"/>
              </a:lnTo>
              <a:lnTo>
                <a:pt x="0" y="350771"/>
              </a:lnTo>
              <a:lnTo>
                <a:pt x="0" y="667342"/>
              </a:lnTo>
            </a:path>
          </a:pathLst>
        </a:custGeom>
        <a:noFill/>
        <a:ln w="6350" cap="flat" cmpd="sng" algn="ctr">
          <a:solidFill>
            <a:schemeClr val="accent5">
              <a:hueOff val="-4505695"/>
              <a:satOff val="-11613"/>
              <a:lumOff val="-7843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70362" y="2155079"/>
        <a:ext cx="374875" cy="6979"/>
      </dsp:txXfrm>
    </dsp:sp>
    <dsp:sp modelId="{76CE86B6-1DB9-4CB0-AF7B-FD7E28A3908E}">
      <dsp:nvSpPr>
        <dsp:cNvPr id="0" name=""/>
        <dsp:cNvSpPr/>
      </dsp:nvSpPr>
      <dsp:spPr>
        <a:xfrm>
          <a:off x="7473007" y="5979"/>
          <a:ext cx="3034531" cy="1820718"/>
        </a:xfrm>
        <a:prstGeom prst="rect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/>
            <a:t>pełni energii fizycznej (wigoru / </a:t>
          </a:r>
          <a:r>
            <a:rPr lang="pl-PL" sz="1600" i="1" kern="1200"/>
            <a:t>vigor</a:t>
          </a:r>
          <a:r>
            <a:rPr lang="pl-PL" sz="1600" kern="1200"/>
            <a:t>), </a:t>
          </a:r>
          <a:endParaRPr lang="en-US" sz="1600" kern="1200"/>
        </a:p>
      </dsp:txBody>
      <dsp:txXfrm>
        <a:off x="7473007" y="5979"/>
        <a:ext cx="3034531" cy="1820718"/>
      </dsp:txXfrm>
    </dsp:sp>
    <dsp:sp modelId="{4A7EDD4E-FEE8-444A-8257-C3AF49A1D12F}">
      <dsp:nvSpPr>
        <dsp:cNvPr id="0" name=""/>
        <dsp:cNvSpPr/>
      </dsp:nvSpPr>
      <dsp:spPr>
        <a:xfrm>
          <a:off x="3040792" y="3389279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635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57014" y="3431509"/>
        <a:ext cx="34897" cy="6979"/>
      </dsp:txXfrm>
    </dsp:sp>
    <dsp:sp modelId="{B53AE48B-E355-4A91-A238-13966AD3D636}">
      <dsp:nvSpPr>
        <dsp:cNvPr id="0" name=""/>
        <dsp:cNvSpPr/>
      </dsp:nvSpPr>
      <dsp:spPr>
        <a:xfrm>
          <a:off x="8061" y="2524640"/>
          <a:ext cx="3034531" cy="1820718"/>
        </a:xfrm>
        <a:prstGeom prst="rect">
          <a:avLst/>
        </a:prstGeom>
        <a:solidFill>
          <a:schemeClr val="accent5">
            <a:hueOff val="-5068907"/>
            <a:satOff val="-13064"/>
            <a:lumOff val="-882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/>
            <a:t>są entuzjastycznie nastawieni do swojej pracy i rzeczy, które w niej wykonują (oddanie się pracy / </a:t>
          </a:r>
          <a:r>
            <a:rPr lang="pl-PL" sz="1600" i="1" kern="1200"/>
            <a:t>dedication</a:t>
          </a:r>
          <a:r>
            <a:rPr lang="pl-PL" sz="1600" kern="1200"/>
            <a:t>), </a:t>
          </a:r>
          <a:endParaRPr lang="en-US" sz="1600" kern="1200"/>
        </a:p>
      </dsp:txBody>
      <dsp:txXfrm>
        <a:off x="8061" y="2524640"/>
        <a:ext cx="3034531" cy="1820718"/>
      </dsp:txXfrm>
    </dsp:sp>
    <dsp:sp modelId="{5DC75BD7-E4C9-4C6F-8C6F-21E23F5CC994}">
      <dsp:nvSpPr>
        <dsp:cNvPr id="0" name=""/>
        <dsp:cNvSpPr/>
      </dsp:nvSpPr>
      <dsp:spPr>
        <a:xfrm>
          <a:off x="3740534" y="2524640"/>
          <a:ext cx="3034531" cy="1820718"/>
        </a:xfrm>
        <a:prstGeom prst="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/>
            <a:t>i są tak pochłonięci swoją pracą, że czas zdaje się płynąć (zaabsorbowanie / </a:t>
          </a:r>
          <a:r>
            <a:rPr lang="pl-PL" sz="1600" i="1" kern="1200"/>
            <a:t>absorption</a:t>
          </a:r>
          <a:r>
            <a:rPr lang="pl-PL" sz="1600" kern="1200"/>
            <a:t>) </a:t>
          </a:r>
          <a:r>
            <a:rPr lang="en-US" sz="1600" kern="1200"/>
            <a:t>(Bakker &amp; Demerouti, 2017; Łaguna i in., 2015; Schaufeli, 2017).</a:t>
          </a:r>
        </a:p>
      </dsp:txBody>
      <dsp:txXfrm>
        <a:off x="3740534" y="2524640"/>
        <a:ext cx="3034531" cy="18207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1A29B21-5D8E-2699-A357-25E2AF4CF5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54102DE-3F90-F2C4-C717-64BB774F4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0191146-3218-5552-029F-8769C9506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A7D6-0CD4-4CAC-A10B-92FDEB2A52D4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3270383-1D32-B919-3633-16D65777B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B30864A-E180-9B38-3F6E-FA376AAE9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BBD47-4543-488B-A645-4B839B977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147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72AD396-E1F8-4EDF-7816-8BF8879A0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1C0F986-0BC9-1ED7-C013-8FF1EB1579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0CBA866-2CD4-6B87-70F5-65AA89125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A7D6-0CD4-4CAC-A10B-92FDEB2A52D4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C5C987C-A1E8-4AB7-A4D7-5F14E6B63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1E162AAE-65E3-1708-DF0B-4D27ED8B6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BBD47-4543-488B-A645-4B839B977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880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1C56CE5-0724-CD38-8A92-75BEF9E64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7E6E70D9-014D-AC24-C6E5-939115E09E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E488001-8D67-8812-9D9F-AD55D5D83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A7D6-0CD4-4CAC-A10B-92FDEB2A52D4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258017A-1B2A-AC5F-8325-C67ACADBE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A20F4D2-E86D-D498-57AD-26A3198A8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BBD47-4543-488B-A645-4B839B977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223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B04DB68-8FFB-8C34-F4F4-78C0A161E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0702DA0-47C6-A41C-30E1-5EE54CFA61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F99E572B-2F2F-C4D4-7E04-9FCE4376D3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49BEF7AD-DADC-F857-5741-3F68D09D3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A7D6-0CD4-4CAC-A10B-92FDEB2A52D4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BA7D3AF-8E38-92F9-70C1-505659A9E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D6A9B42-A821-88EC-4769-323BD2B75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BBD47-4543-488B-A645-4B839B977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029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C483678-4AA2-A597-94C9-C36606A25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0D31576-D1C9-B2B7-588D-D708B85C71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E38F47DA-E032-223E-37C9-442D4B1F7B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056EFDE8-18A9-4BC2-BA6A-2A08CA3DD3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D319A50C-44DB-357D-FC34-DE1DD78D37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C49859BA-92FB-8FB7-FA2E-0FEF02951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A7D6-0CD4-4CAC-A10B-92FDEB2A52D4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251BEFBC-DC63-558C-1DD5-4E5AECB7A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17F3EC80-D00B-E139-74BF-F0E1BF52A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BBD47-4543-488B-A645-4B839B977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831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179618E-9A5F-2915-B25A-B812B5453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D11CF78F-336D-6D5B-F175-76293AE47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A7D6-0CD4-4CAC-A10B-92FDEB2A52D4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3AADF494-2950-E35E-39F7-8DFC8FA92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1FBFFF2D-A373-41E8-14F9-01F3934A9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BBD47-4543-488B-A645-4B839B977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145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DD6E22EB-DD0F-D7AB-7C91-85E026E8D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A7D6-0CD4-4CAC-A10B-92FDEB2A52D4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8B339351-440C-EF02-6514-7777324D9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5F63D34C-B5B4-29C9-E5A0-6EF1D8DFE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BBD47-4543-488B-A645-4B839B977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331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5FD24A2-0CE3-FD25-B692-A35C53787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8E6BB79-B1F8-9F41-52E4-8B51A8180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F0891292-2FED-219F-6A33-9E1C0DD00E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6916D8E-D7BC-F29A-F478-DC11874B3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A7D6-0CD4-4CAC-A10B-92FDEB2A52D4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6437DF3C-E693-8469-8C8B-3D8124EE4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824EB6A5-F3D9-AA49-4CCB-E6BA5F19E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BBD47-4543-488B-A645-4B839B977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248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31D93B0-D226-E594-8F0E-152F97D94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B896D787-2835-2A78-F9BC-B279E6FF1C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31E71A0E-CAF5-4193-98B2-57C69E6A21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C77E6AD6-2124-AF8C-6375-56D1243BF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A7D6-0CD4-4CAC-A10B-92FDEB2A52D4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D1CB288-5DE1-E130-DAA0-539B0642B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7FBD1A6-BDED-28FD-8B5F-BF4CF7AE0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BBD47-4543-488B-A645-4B839B977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034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756C1F0-6703-12A6-C593-B1C0582BB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0AB9B2D2-6338-E2FD-9464-46F508FF48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017253E-D396-7DCB-570C-45B0912A1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A7D6-0CD4-4CAC-A10B-92FDEB2A52D4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3750F66-C12F-1E31-DBF2-2711B4208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CCF9A49B-9D5C-AC5F-C1BA-AD68E3A93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BBD47-4543-488B-A645-4B839B977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539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924CF682-E5A0-1B9C-D18F-D17F3A3A37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7EB63E5C-8A09-FE01-94A1-1B949F9245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27FDD94-E795-2BA1-773B-DEC837B1D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A7D6-0CD4-4CAC-A10B-92FDEB2A52D4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F2B7961-BCEF-E5C3-0B3F-3BC7B377C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C34402D9-5DC6-0627-5EFE-7E6F499C7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BBD47-4543-488B-A645-4B839B977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161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8BCF9F95-2E1C-E0A4-F0B6-08570B56D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642D4FE-86F3-B27E-8765-8CB55E5E5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C9EDA98-C964-C79A-5CFA-02C0868D8B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DFA7D6-0CD4-4CAC-A10B-92FDEB2A52D4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E7CA393-BF28-B743-C3B1-8142E2E8F1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3C3CDDF4-A5E1-8AA2-FC89-1CB576F643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8BBD47-4543-488B-A645-4B839B977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850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183F2B6-0CF2-6211-9184-60482EA2205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t="8907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B0222B5-B739-82A9-5CCC-C5585AE12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44663" y="-4344657"/>
            <a:ext cx="3512260" cy="12201589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46000"/>
                </a:srgbClr>
              </a:gs>
              <a:gs pos="100000">
                <a:srgbClr val="000000">
                  <a:alpha val="6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D8A8CB14-097F-F8CA-C0F0-A14D0D628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137434"/>
            <a:ext cx="7800660" cy="1520987"/>
          </a:xfrm>
        </p:spPr>
        <p:txBody>
          <a:bodyPr anchor="t">
            <a:normAutofit/>
          </a:bodyPr>
          <a:lstStyle/>
          <a:p>
            <a:pPr algn="l"/>
            <a:r>
              <a:rPr lang="pl-PL" sz="4000">
                <a:solidFill>
                  <a:srgbClr val="FFFFFF"/>
                </a:solidFill>
              </a:rPr>
              <a:t>Zarządzanie psychospołecznymi warunkami pracy – Model JD-R #2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E23E75-E7E9-4D9F-6D25-5512363F8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78570" y="-449383"/>
            <a:ext cx="2425271" cy="12201588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35000"/>
                </a:srgbClr>
              </a:gs>
              <a:gs pos="100000">
                <a:srgbClr val="000000">
                  <a:alpha val="4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1005D44-2921-AFA5-95CB-50D0492B1B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4293441"/>
            <a:ext cx="6295332" cy="1588514"/>
          </a:xfrm>
        </p:spPr>
        <p:txBody>
          <a:bodyPr anchor="b">
            <a:normAutofit/>
          </a:bodyPr>
          <a:lstStyle/>
          <a:p>
            <a:pPr algn="l"/>
            <a:r>
              <a:rPr lang="pl-PL" sz="1800">
                <a:solidFill>
                  <a:srgbClr val="FFFFFF"/>
                </a:solidFill>
              </a:rPr>
              <a:t>dr Mikołaj Stolarski</a:t>
            </a:r>
            <a:endParaRPr lang="en-US" sz="1800">
              <a:solidFill>
                <a:srgbClr val="FFFFFF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1B115DB-65EB-3FC3-7284-CFDF4ADC6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9609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CDF720C-BF8D-3257-2E7E-0B8C88946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pl-PL" sz="5400"/>
              <a:t>Agenda</a:t>
            </a:r>
            <a:endParaRPr lang="en-US" sz="5400"/>
          </a:p>
        </p:txBody>
      </p:sp>
      <p:pic>
        <p:nvPicPr>
          <p:cNvPr id="5" name="Picture 4" descr="Metalowe elementy do gry w kółko i krzyżyk">
            <a:extLst>
              <a:ext uri="{FF2B5EF4-FFF2-40B4-BE49-F238E27FC236}">
                <a16:creationId xmlns:a16="http://schemas.microsoft.com/office/drawing/2014/main" id="{36D7C79D-7409-8F69-3252-41D0484E676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765" r="31302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3E789C8-DF97-00DB-3027-5010C24DE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r>
              <a:rPr lang="pl-PL" sz="2200" dirty="0"/>
              <a:t>Przypomnienie – „Wymagające bingo”</a:t>
            </a:r>
          </a:p>
          <a:p>
            <a:r>
              <a:rPr lang="pl-PL" sz="2200" dirty="0"/>
              <a:t>Rok 2007</a:t>
            </a:r>
          </a:p>
          <a:p>
            <a:r>
              <a:rPr lang="pl-PL" sz="2200" dirty="0"/>
              <a:t>Rok 2017</a:t>
            </a:r>
          </a:p>
        </p:txBody>
      </p:sp>
    </p:spTree>
    <p:extLst>
      <p:ext uri="{BB962C8B-B14F-4D97-AF65-F5344CB8AC3E}">
        <p14:creationId xmlns:p14="http://schemas.microsoft.com/office/powerpoint/2010/main" val="389262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BA99A66D-F210-DFC0-3A99-8A43D3718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96" y="640080"/>
            <a:ext cx="6894576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/>
              <a:t>Przypomnienie</a:t>
            </a:r>
          </a:p>
        </p:txBody>
      </p:sp>
      <p:pic>
        <p:nvPicPr>
          <p:cNvPr id="4" name="Picture 3" descr="Na dzień kalendarzowy przypięto czerwony numer PIN">
            <a:extLst>
              <a:ext uri="{FF2B5EF4-FFF2-40B4-BE49-F238E27FC236}">
                <a16:creationId xmlns:a16="http://schemas.microsoft.com/office/drawing/2014/main" id="{91DE4E32-AB04-6689-F791-25AEE8020B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584" r="-1" b="-1"/>
          <a:stretch/>
        </p:blipFill>
        <p:spPr>
          <a:xfrm>
            <a:off x="20" y="10"/>
            <a:ext cx="4049786" cy="6857990"/>
          </a:xfrm>
          <a:custGeom>
            <a:avLst/>
            <a:gdLst/>
            <a:ahLst/>
            <a:cxnLst/>
            <a:rect l="l" t="t" r="r" b="b"/>
            <a:pathLst>
              <a:path w="4049806" h="6858000">
                <a:moveTo>
                  <a:pt x="0" y="0"/>
                </a:moveTo>
                <a:lnTo>
                  <a:pt x="4018525" y="0"/>
                </a:lnTo>
                <a:lnTo>
                  <a:pt x="4019816" y="10931"/>
                </a:lnTo>
                <a:cubicBezTo>
                  <a:pt x="4034945" y="94836"/>
                  <a:pt x="4032275" y="179884"/>
                  <a:pt x="4036343" y="264297"/>
                </a:cubicBezTo>
                <a:cubicBezTo>
                  <a:pt x="4041301" y="367652"/>
                  <a:pt x="4035072" y="471135"/>
                  <a:pt x="4032911" y="574617"/>
                </a:cubicBezTo>
                <a:cubicBezTo>
                  <a:pt x="4031004" y="662717"/>
                  <a:pt x="4022232" y="750690"/>
                  <a:pt x="4025029" y="838916"/>
                </a:cubicBezTo>
                <a:cubicBezTo>
                  <a:pt x="4025029" y="841968"/>
                  <a:pt x="4025029" y="845019"/>
                  <a:pt x="4025029" y="848070"/>
                </a:cubicBezTo>
                <a:cubicBezTo>
                  <a:pt x="4017020" y="945068"/>
                  <a:pt x="4017020" y="1042576"/>
                  <a:pt x="4025029" y="1139574"/>
                </a:cubicBezTo>
                <a:cubicBezTo>
                  <a:pt x="4027609" y="1179950"/>
                  <a:pt x="4026885" y="1220466"/>
                  <a:pt x="4022868" y="1260728"/>
                </a:cubicBezTo>
                <a:cubicBezTo>
                  <a:pt x="4019054" y="1311960"/>
                  <a:pt x="4006849" y="1364083"/>
                  <a:pt x="4015621" y="1414934"/>
                </a:cubicBezTo>
                <a:cubicBezTo>
                  <a:pt x="4021367" y="1456784"/>
                  <a:pt x="4024558" y="1498940"/>
                  <a:pt x="4025156" y="1541172"/>
                </a:cubicBezTo>
                <a:cubicBezTo>
                  <a:pt x="4029478" y="1635755"/>
                  <a:pt x="4025283" y="1730847"/>
                  <a:pt x="4023757" y="1825685"/>
                </a:cubicBezTo>
                <a:cubicBezTo>
                  <a:pt x="4021850" y="1936286"/>
                  <a:pt x="4024647" y="2046634"/>
                  <a:pt x="4015748" y="2157235"/>
                </a:cubicBezTo>
                <a:cubicBezTo>
                  <a:pt x="4010790" y="2246581"/>
                  <a:pt x="4010790" y="2336130"/>
                  <a:pt x="4015748" y="2425476"/>
                </a:cubicBezTo>
                <a:cubicBezTo>
                  <a:pt x="4018164" y="2507473"/>
                  <a:pt x="4030495" y="2588454"/>
                  <a:pt x="4028461" y="2671214"/>
                </a:cubicBezTo>
                <a:cubicBezTo>
                  <a:pt x="4026046" y="2767832"/>
                  <a:pt x="4014604" y="2863940"/>
                  <a:pt x="4018164" y="2960685"/>
                </a:cubicBezTo>
                <a:cubicBezTo>
                  <a:pt x="4019816" y="3006832"/>
                  <a:pt x="4019944" y="3052980"/>
                  <a:pt x="4020961" y="3099127"/>
                </a:cubicBezTo>
                <a:cubicBezTo>
                  <a:pt x="4021978" y="3154682"/>
                  <a:pt x="4032021" y="3210110"/>
                  <a:pt x="4026427" y="3265665"/>
                </a:cubicBezTo>
                <a:cubicBezTo>
                  <a:pt x="4017147" y="3358087"/>
                  <a:pt x="3993120" y="3448857"/>
                  <a:pt x="4008121" y="3543567"/>
                </a:cubicBezTo>
                <a:cubicBezTo>
                  <a:pt x="4016384" y="3595690"/>
                  <a:pt x="4025791" y="3647940"/>
                  <a:pt x="4030495" y="3700571"/>
                </a:cubicBezTo>
                <a:cubicBezTo>
                  <a:pt x="4034690" y="3747608"/>
                  <a:pt x="4045369" y="3795408"/>
                  <a:pt x="4037233" y="3842191"/>
                </a:cubicBezTo>
                <a:cubicBezTo>
                  <a:pt x="4030368" y="3882237"/>
                  <a:pt x="4034055" y="3922282"/>
                  <a:pt x="4028715" y="3962327"/>
                </a:cubicBezTo>
                <a:cubicBezTo>
                  <a:pt x="4021723" y="4014831"/>
                  <a:pt x="4017910" y="4068352"/>
                  <a:pt x="4012697" y="4121111"/>
                </a:cubicBezTo>
                <a:cubicBezTo>
                  <a:pt x="4007866" y="4169038"/>
                  <a:pt x="4004307" y="4216838"/>
                  <a:pt x="4017020" y="4261841"/>
                </a:cubicBezTo>
                <a:cubicBezTo>
                  <a:pt x="4048039" y="4375112"/>
                  <a:pt x="4031004" y="4487748"/>
                  <a:pt x="4019308" y="4600257"/>
                </a:cubicBezTo>
                <a:cubicBezTo>
                  <a:pt x="4013587" y="4655049"/>
                  <a:pt x="4005197" y="4712765"/>
                  <a:pt x="4017910" y="4762853"/>
                </a:cubicBezTo>
                <a:cubicBezTo>
                  <a:pt x="4041428" y="4851716"/>
                  <a:pt x="4022995" y="4936764"/>
                  <a:pt x="4012824" y="5021432"/>
                </a:cubicBezTo>
                <a:cubicBezTo>
                  <a:pt x="4002654" y="5106099"/>
                  <a:pt x="4000239" y="5189495"/>
                  <a:pt x="4018037" y="5272637"/>
                </a:cubicBezTo>
                <a:cubicBezTo>
                  <a:pt x="4030495" y="5331116"/>
                  <a:pt x="4030495" y="5390612"/>
                  <a:pt x="4032021" y="5449600"/>
                </a:cubicBezTo>
                <a:cubicBezTo>
                  <a:pt x="4032911" y="5486339"/>
                  <a:pt x="4019308" y="5523842"/>
                  <a:pt x="4010282" y="5560582"/>
                </a:cubicBezTo>
                <a:cubicBezTo>
                  <a:pt x="3994009" y="5626943"/>
                  <a:pt x="3988162" y="5694321"/>
                  <a:pt x="4010282" y="5759029"/>
                </a:cubicBezTo>
                <a:cubicBezTo>
                  <a:pt x="4040793" y="5848655"/>
                  <a:pt x="4058336" y="5938407"/>
                  <a:pt x="4045623" y="6033117"/>
                </a:cubicBezTo>
                <a:cubicBezTo>
                  <a:pt x="4038377" y="6091724"/>
                  <a:pt x="4036597" y="6151347"/>
                  <a:pt x="4025664" y="6209190"/>
                </a:cubicBezTo>
                <a:cubicBezTo>
                  <a:pt x="4007358" y="6304790"/>
                  <a:pt x="4013841" y="6399882"/>
                  <a:pt x="4028461" y="6494211"/>
                </a:cubicBezTo>
                <a:cubicBezTo>
                  <a:pt x="4038542" y="6573081"/>
                  <a:pt x="4039610" y="6652829"/>
                  <a:pt x="4031639" y="6731941"/>
                </a:cubicBezTo>
                <a:lnTo>
                  <a:pt x="4022913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0" name="sketchy line">
            <a:extLst>
              <a:ext uri="{FF2B5EF4-FFF2-40B4-BE49-F238E27FC236}">
                <a16:creationId xmlns:a16="http://schemas.microsoft.com/office/drawing/2014/main" id="{82580482-BA80-420A-8A05-C58E97F2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4409267"/>
            <a:ext cx="4242816" cy="18288"/>
          </a:xfrm>
          <a:custGeom>
            <a:avLst/>
            <a:gdLst>
              <a:gd name="connsiteX0" fmla="*/ 0 w 4242816"/>
              <a:gd name="connsiteY0" fmla="*/ 0 h 18288"/>
              <a:gd name="connsiteX1" fmla="*/ 690973 w 4242816"/>
              <a:gd name="connsiteY1" fmla="*/ 0 h 18288"/>
              <a:gd name="connsiteX2" fmla="*/ 1212233 w 4242816"/>
              <a:gd name="connsiteY2" fmla="*/ 0 h 18288"/>
              <a:gd name="connsiteX3" fmla="*/ 1860778 w 4242816"/>
              <a:gd name="connsiteY3" fmla="*/ 0 h 18288"/>
              <a:gd name="connsiteX4" fmla="*/ 2424466 w 4242816"/>
              <a:gd name="connsiteY4" fmla="*/ 0 h 18288"/>
              <a:gd name="connsiteX5" fmla="*/ 3115439 w 4242816"/>
              <a:gd name="connsiteY5" fmla="*/ 0 h 18288"/>
              <a:gd name="connsiteX6" fmla="*/ 3636699 w 4242816"/>
              <a:gd name="connsiteY6" fmla="*/ 0 h 18288"/>
              <a:gd name="connsiteX7" fmla="*/ 4242816 w 4242816"/>
              <a:gd name="connsiteY7" fmla="*/ 0 h 18288"/>
              <a:gd name="connsiteX8" fmla="*/ 4242816 w 4242816"/>
              <a:gd name="connsiteY8" fmla="*/ 18288 h 18288"/>
              <a:gd name="connsiteX9" fmla="*/ 3636699 w 4242816"/>
              <a:gd name="connsiteY9" fmla="*/ 18288 h 18288"/>
              <a:gd name="connsiteX10" fmla="*/ 3030583 w 4242816"/>
              <a:gd name="connsiteY10" fmla="*/ 18288 h 18288"/>
              <a:gd name="connsiteX11" fmla="*/ 2466894 w 4242816"/>
              <a:gd name="connsiteY11" fmla="*/ 18288 h 18288"/>
              <a:gd name="connsiteX12" fmla="*/ 1988062 w 4242816"/>
              <a:gd name="connsiteY12" fmla="*/ 18288 h 18288"/>
              <a:gd name="connsiteX13" fmla="*/ 1466802 w 4242816"/>
              <a:gd name="connsiteY13" fmla="*/ 18288 h 18288"/>
              <a:gd name="connsiteX14" fmla="*/ 860686 w 4242816"/>
              <a:gd name="connsiteY14" fmla="*/ 18288 h 18288"/>
              <a:gd name="connsiteX15" fmla="*/ 0 w 4242816"/>
              <a:gd name="connsiteY15" fmla="*/ 18288 h 18288"/>
              <a:gd name="connsiteX16" fmla="*/ 0 w 4242816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2816" h="18288" fill="none" extrusionOk="0">
                <a:moveTo>
                  <a:pt x="0" y="0"/>
                </a:moveTo>
                <a:cubicBezTo>
                  <a:pt x="249934" y="1471"/>
                  <a:pt x="379877" y="-29444"/>
                  <a:pt x="690973" y="0"/>
                </a:cubicBezTo>
                <a:cubicBezTo>
                  <a:pt x="1002069" y="29444"/>
                  <a:pt x="1021583" y="17501"/>
                  <a:pt x="1212233" y="0"/>
                </a:cubicBezTo>
                <a:cubicBezTo>
                  <a:pt x="1402883" y="-17501"/>
                  <a:pt x="1678760" y="5386"/>
                  <a:pt x="1860778" y="0"/>
                </a:cubicBezTo>
                <a:cubicBezTo>
                  <a:pt x="2042796" y="-5386"/>
                  <a:pt x="2245608" y="-22401"/>
                  <a:pt x="2424466" y="0"/>
                </a:cubicBezTo>
                <a:cubicBezTo>
                  <a:pt x="2603324" y="22401"/>
                  <a:pt x="2890020" y="33806"/>
                  <a:pt x="3115439" y="0"/>
                </a:cubicBezTo>
                <a:cubicBezTo>
                  <a:pt x="3340858" y="-33806"/>
                  <a:pt x="3428300" y="18628"/>
                  <a:pt x="3636699" y="0"/>
                </a:cubicBezTo>
                <a:cubicBezTo>
                  <a:pt x="3845098" y="-18628"/>
                  <a:pt x="4108824" y="5541"/>
                  <a:pt x="4242816" y="0"/>
                </a:cubicBezTo>
                <a:cubicBezTo>
                  <a:pt x="4242066" y="4160"/>
                  <a:pt x="4243125" y="10356"/>
                  <a:pt x="4242816" y="18288"/>
                </a:cubicBezTo>
                <a:cubicBezTo>
                  <a:pt x="4113424" y="32735"/>
                  <a:pt x="3768327" y="47567"/>
                  <a:pt x="3636699" y="18288"/>
                </a:cubicBezTo>
                <a:cubicBezTo>
                  <a:pt x="3505071" y="-10991"/>
                  <a:pt x="3294208" y="-4990"/>
                  <a:pt x="3030583" y="18288"/>
                </a:cubicBezTo>
                <a:cubicBezTo>
                  <a:pt x="2766958" y="41566"/>
                  <a:pt x="2649277" y="20974"/>
                  <a:pt x="2466894" y="18288"/>
                </a:cubicBezTo>
                <a:cubicBezTo>
                  <a:pt x="2284511" y="15602"/>
                  <a:pt x="2151277" y="1154"/>
                  <a:pt x="1988062" y="18288"/>
                </a:cubicBezTo>
                <a:cubicBezTo>
                  <a:pt x="1824847" y="35422"/>
                  <a:pt x="1691359" y="9265"/>
                  <a:pt x="1466802" y="18288"/>
                </a:cubicBezTo>
                <a:cubicBezTo>
                  <a:pt x="1242245" y="27311"/>
                  <a:pt x="1006161" y="36605"/>
                  <a:pt x="860686" y="18288"/>
                </a:cubicBezTo>
                <a:cubicBezTo>
                  <a:pt x="715211" y="-29"/>
                  <a:pt x="242774" y="46538"/>
                  <a:pt x="0" y="18288"/>
                </a:cubicBezTo>
                <a:cubicBezTo>
                  <a:pt x="-146" y="11482"/>
                  <a:pt x="-422" y="5192"/>
                  <a:pt x="0" y="0"/>
                </a:cubicBezTo>
                <a:close/>
              </a:path>
              <a:path w="4242816" h="18288" stroke="0" extrusionOk="0">
                <a:moveTo>
                  <a:pt x="0" y="0"/>
                </a:moveTo>
                <a:cubicBezTo>
                  <a:pt x="259751" y="-14018"/>
                  <a:pt x="356632" y="-15007"/>
                  <a:pt x="521260" y="0"/>
                </a:cubicBezTo>
                <a:cubicBezTo>
                  <a:pt x="685888" y="15007"/>
                  <a:pt x="885786" y="5167"/>
                  <a:pt x="1212233" y="0"/>
                </a:cubicBezTo>
                <a:cubicBezTo>
                  <a:pt x="1538680" y="-5167"/>
                  <a:pt x="1458849" y="7951"/>
                  <a:pt x="1691065" y="0"/>
                </a:cubicBezTo>
                <a:cubicBezTo>
                  <a:pt x="1923281" y="-7951"/>
                  <a:pt x="1985780" y="-16303"/>
                  <a:pt x="2169897" y="0"/>
                </a:cubicBezTo>
                <a:cubicBezTo>
                  <a:pt x="2354014" y="16303"/>
                  <a:pt x="2633054" y="-2739"/>
                  <a:pt x="2776014" y="0"/>
                </a:cubicBezTo>
                <a:cubicBezTo>
                  <a:pt x="2918974" y="2739"/>
                  <a:pt x="3112688" y="-15682"/>
                  <a:pt x="3339702" y="0"/>
                </a:cubicBezTo>
                <a:cubicBezTo>
                  <a:pt x="3566716" y="15682"/>
                  <a:pt x="4015278" y="-28467"/>
                  <a:pt x="4242816" y="0"/>
                </a:cubicBezTo>
                <a:cubicBezTo>
                  <a:pt x="4243501" y="7633"/>
                  <a:pt x="4242294" y="10002"/>
                  <a:pt x="4242816" y="18288"/>
                </a:cubicBezTo>
                <a:cubicBezTo>
                  <a:pt x="3924964" y="16283"/>
                  <a:pt x="3746362" y="-1805"/>
                  <a:pt x="3551843" y="18288"/>
                </a:cubicBezTo>
                <a:cubicBezTo>
                  <a:pt x="3357324" y="38381"/>
                  <a:pt x="3126422" y="47156"/>
                  <a:pt x="2860870" y="18288"/>
                </a:cubicBezTo>
                <a:cubicBezTo>
                  <a:pt x="2595318" y="-10580"/>
                  <a:pt x="2572437" y="11441"/>
                  <a:pt x="2297182" y="18288"/>
                </a:cubicBezTo>
                <a:cubicBezTo>
                  <a:pt x="2021927" y="25135"/>
                  <a:pt x="1916908" y="33601"/>
                  <a:pt x="1733493" y="18288"/>
                </a:cubicBezTo>
                <a:cubicBezTo>
                  <a:pt x="1550078" y="2975"/>
                  <a:pt x="1412440" y="27896"/>
                  <a:pt x="1212233" y="18288"/>
                </a:cubicBezTo>
                <a:cubicBezTo>
                  <a:pt x="1012026" y="8680"/>
                  <a:pt x="914386" y="13859"/>
                  <a:pt x="648545" y="18288"/>
                </a:cubicBezTo>
                <a:cubicBezTo>
                  <a:pt x="382704" y="22717"/>
                  <a:pt x="233522" y="39342"/>
                  <a:pt x="0" y="18288"/>
                </a:cubicBezTo>
                <a:cubicBezTo>
                  <a:pt x="-772" y="13661"/>
                  <a:pt x="-839" y="849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949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030CBADD-7AAB-4C44-D2DD-EC7E2640A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5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Rozwój</a:t>
            </a:r>
            <a:r>
              <a:rPr lang="en-US" sz="2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5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wypalenia</a:t>
            </a:r>
            <a:r>
              <a:rPr lang="en-US" sz="2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5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</a:t>
            </a:r>
            <a:r>
              <a:rPr lang="en-US" sz="2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5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braku</a:t>
            </a:r>
            <a:r>
              <a:rPr lang="en-US" sz="2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5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zaangażowania</a:t>
            </a:r>
            <a:r>
              <a:rPr lang="en-US" sz="2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5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według</a:t>
            </a:r>
            <a:r>
              <a:rPr lang="en-US" sz="2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5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Modelu</a:t>
            </a:r>
            <a:r>
              <a:rPr lang="en-US" sz="2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JD-R (Demerouti </a:t>
            </a:r>
            <a:r>
              <a:rPr lang="en-US" sz="25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</a:t>
            </a:r>
            <a:r>
              <a:rPr lang="en-US" sz="2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in., 2001)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D484D16-4DE9-2C52-CAF4-639508D578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85755" y="643466"/>
            <a:ext cx="5763821" cy="556873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60807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Obraz zawierający obraz, farba, Turkus, sztuka&#10;&#10;Opis wygenerowany automatycznie">
            <a:extLst>
              <a:ext uri="{FF2B5EF4-FFF2-40B4-BE49-F238E27FC236}">
                <a16:creationId xmlns:a16="http://schemas.microsoft.com/office/drawing/2014/main" id="{F643956C-FF18-8500-0E8D-9860E281F53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b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8450A515-3B4B-1E25-157B-63EFB92A3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l-PL" dirty="0"/>
              <a:t>Wymagania pracy – przykłady </a:t>
            </a:r>
            <a:br>
              <a:rPr lang="pl-PL" dirty="0"/>
            </a:br>
            <a:r>
              <a:rPr lang="pl-PL" dirty="0"/>
              <a:t>(</a:t>
            </a:r>
            <a:r>
              <a:rPr lang="pl-PL" dirty="0" err="1"/>
              <a:t>Schaufeli</a:t>
            </a:r>
            <a:r>
              <a:rPr lang="pl-PL" dirty="0"/>
              <a:t>, </a:t>
            </a:r>
            <a:r>
              <a:rPr lang="pl-PL" dirty="0" err="1"/>
              <a:t>Taris</a:t>
            </a:r>
            <a:r>
              <a:rPr lang="pl-PL" dirty="0"/>
              <a:t>, 2014)</a:t>
            </a:r>
            <a:endParaRPr lang="en-US" dirty="0"/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F9D3F73F-6242-0E1E-5866-5DBCD059D5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522580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806985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22B25BE9-836C-13C3-3033-FE23F9590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Kolejne elementy modelu JD-R</a:t>
            </a:r>
          </a:p>
        </p:txBody>
      </p:sp>
      <p:pic>
        <p:nvPicPr>
          <p:cNvPr id="6" name="Graphic 5" descr="Układanka — kontur">
            <a:extLst>
              <a:ext uri="{FF2B5EF4-FFF2-40B4-BE49-F238E27FC236}">
                <a16:creationId xmlns:a16="http://schemas.microsoft.com/office/drawing/2014/main" id="{B53FBD2C-C945-9D61-3BED-DFBAAF3AD2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3296" y="643466"/>
            <a:ext cx="5568739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284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7E365AD9-5965-6284-BC4F-F150B17A9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Rok</a:t>
            </a: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2007</a:t>
            </a:r>
            <a:r>
              <a:rPr lang="pl-PL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(</a:t>
            </a:r>
            <a:r>
              <a:rPr lang="pl-PL" sz="3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Bakker</a:t>
            </a:r>
            <a:r>
              <a:rPr lang="pl-PL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&amp; </a:t>
            </a:r>
            <a:r>
              <a:rPr lang="pl-PL" sz="3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Demerouti</a:t>
            </a:r>
            <a:r>
              <a:rPr lang="pl-PL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, 2007)</a:t>
            </a: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pic>
        <p:nvPicPr>
          <p:cNvPr id="4" name="Picture 52">
            <a:extLst>
              <a:ext uri="{FF2B5EF4-FFF2-40B4-BE49-F238E27FC236}">
                <a16:creationId xmlns:a16="http://schemas.microsoft.com/office/drawing/2014/main" id="{B9E37EA5-C380-79F1-2185-495F45EA41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77316" y="887861"/>
            <a:ext cx="6780700" cy="507994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04240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FA6826F9-D2E9-B0F3-F1AA-CE2889755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788" y="365125"/>
            <a:ext cx="4840010" cy="1807305"/>
          </a:xfrm>
        </p:spPr>
        <p:txBody>
          <a:bodyPr>
            <a:normAutofit/>
          </a:bodyPr>
          <a:lstStyle/>
          <a:p>
            <a:r>
              <a:rPr lang="pl-PL" sz="4100"/>
              <a:t>Wymagania pracy (</a:t>
            </a:r>
            <a:r>
              <a:rPr lang="pl-PL" sz="4100" err="1"/>
              <a:t>Bakker</a:t>
            </a:r>
            <a:r>
              <a:rPr lang="pl-PL" sz="4100"/>
              <a:t> &amp; </a:t>
            </a:r>
            <a:r>
              <a:rPr lang="pl-PL" sz="4100" err="1"/>
              <a:t>Demerouti</a:t>
            </a:r>
            <a:r>
              <a:rPr lang="pl-PL" sz="4100"/>
              <a:t>, 2007)  </a:t>
            </a:r>
            <a:endParaRPr lang="en-US" sz="4100"/>
          </a:p>
        </p:txBody>
      </p:sp>
      <p:pic>
        <p:nvPicPr>
          <p:cNvPr id="5" name="Picture 4" descr="Tło miejsca do pracy">
            <a:extLst>
              <a:ext uri="{FF2B5EF4-FFF2-40B4-BE49-F238E27FC236}">
                <a16:creationId xmlns:a16="http://schemas.microsoft.com/office/drawing/2014/main" id="{FA435FB3-402D-9AC5-7E7F-DD52B9DA620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467" r="-1" b="-1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5DC18D2-6476-23C1-27D8-FD7D11C9D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788" y="2333297"/>
            <a:ext cx="4840010" cy="38436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2000" dirty="0"/>
              <a:t>Wymagania pracy zostały zdefiniowane jako te fizyczne, psychologiczne, społeczne lub organizacyjne aspekty pracy, które wymagają stałego wysiłku fizycznego i/lub psychologicznego (poznawczego i emocjonalnego) lub umiejętności, a zatem wiążą się z pewnymi fizjologicznymi i/lub psychologicznymi kosztami 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33466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6DA20967-21C0-A42C-9DBF-31F1E1925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pl-PL" sz="4200" dirty="0"/>
              <a:t>Zasoby pracy (</a:t>
            </a:r>
            <a:r>
              <a:rPr lang="pl-PL" sz="4200" dirty="0" err="1"/>
              <a:t>Bakker</a:t>
            </a:r>
            <a:r>
              <a:rPr lang="pl-PL" sz="4200" dirty="0"/>
              <a:t> i </a:t>
            </a:r>
            <a:r>
              <a:rPr lang="pl-PL" sz="4200" dirty="0" err="1"/>
              <a:t>Demerouti</a:t>
            </a:r>
            <a:r>
              <a:rPr lang="pl-PL" sz="4200" dirty="0"/>
              <a:t>, 2007)</a:t>
            </a:r>
            <a:endParaRPr lang="en-US" sz="4200" dirty="0"/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D73685B-EF2B-E85C-FE2D-AA1B9EE5A9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20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Zasoby pracy to te fizyczne, psychologiczne, społeczne lub organizacyjne aspekty pracy, które mogą być związane z osiąganiem celów pracy, zmniejszeniem wymagań dotyczących pracy i związanych z nimi kosztami fizjologicznymi i psychologicznymi oraz stymulują rozwój osobisty, rozwój w organizacji i chęć do nauki (Bakker i Demerouti, 2007; Demerouti i in., 2001)</a:t>
            </a:r>
            <a:endParaRPr lang="en-US" sz="2000"/>
          </a:p>
        </p:txBody>
      </p:sp>
      <p:pic>
        <p:nvPicPr>
          <p:cNvPr id="5" name="Picture 4" descr="Biurko oświetlone słońcem">
            <a:extLst>
              <a:ext uri="{FF2B5EF4-FFF2-40B4-BE49-F238E27FC236}">
                <a16:creationId xmlns:a16="http://schemas.microsoft.com/office/drawing/2014/main" id="{903A8E22-A439-B640-A334-55CA01A141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402" r="20645" b="-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13118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83797DB-BE1C-25B1-3E12-273F37CC6C3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413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6802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2AFD3179-D085-B69E-3746-8988B80B1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l-PL" dirty="0"/>
              <a:t>Zasoby pracy (</a:t>
            </a:r>
            <a:r>
              <a:rPr lang="pl-PL" dirty="0" err="1"/>
              <a:t>Schaufeli</a:t>
            </a:r>
            <a:r>
              <a:rPr lang="pl-PL" dirty="0"/>
              <a:t>, </a:t>
            </a:r>
            <a:r>
              <a:rPr lang="pl-PL" dirty="0" err="1"/>
              <a:t>Taris</a:t>
            </a:r>
            <a:r>
              <a:rPr lang="pl-PL" dirty="0"/>
              <a:t>, 2014)</a:t>
            </a:r>
            <a:endParaRPr lang="en-US" dirty="0"/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F4C4B4ED-8CEA-D367-FF68-08A7C11820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922456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96512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368C028B-87CD-1F88-7A77-E2F1B39FA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Rok</a:t>
            </a: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2017</a:t>
            </a:r>
            <a:r>
              <a:rPr lang="pl-PL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(</a:t>
            </a:r>
            <a:r>
              <a:rPr lang="pl-PL" sz="3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Bakker</a:t>
            </a:r>
            <a:r>
              <a:rPr lang="pl-PL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&amp; </a:t>
            </a:r>
            <a:r>
              <a:rPr lang="pl-PL" sz="3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Demerouti</a:t>
            </a:r>
            <a:r>
              <a:rPr lang="pl-PL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) </a:t>
            </a: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pic>
        <p:nvPicPr>
          <p:cNvPr id="4" name="Picture 59">
            <a:extLst>
              <a:ext uri="{FF2B5EF4-FFF2-40B4-BE49-F238E27FC236}">
                <a16:creationId xmlns:a16="http://schemas.microsoft.com/office/drawing/2014/main" id="{75518AD7-096C-74D6-980E-5609436FAB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77316" y="930702"/>
            <a:ext cx="6780700" cy="4994267"/>
          </a:xfrm>
          <a:prstGeom prst="rect">
            <a:avLst/>
          </a:prstGeom>
          <a:noFill/>
        </p:spPr>
      </p:pic>
      <p:sp>
        <p:nvSpPr>
          <p:cNvPr id="6" name="Prostokąt 5">
            <a:extLst>
              <a:ext uri="{FF2B5EF4-FFF2-40B4-BE49-F238E27FC236}">
                <a16:creationId xmlns:a16="http://schemas.microsoft.com/office/drawing/2014/main" id="{3E12AA2D-7245-4939-BB01-CB35374FFF62}"/>
              </a:ext>
            </a:extLst>
          </p:cNvPr>
          <p:cNvSpPr/>
          <p:nvPr/>
        </p:nvSpPr>
        <p:spPr>
          <a:xfrm>
            <a:off x="8248650" y="3569494"/>
            <a:ext cx="161925" cy="190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>
                <a:solidFill>
                  <a:schemeClr val="tx1"/>
                </a:solidFill>
              </a:rPr>
              <a:t>-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36482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6F842210-C462-E2B2-9EF1-D146E5AA0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pl-PL" sz="3600">
                <a:solidFill>
                  <a:schemeClr val="tx2"/>
                </a:solidFill>
              </a:rPr>
              <a:t>Zasoby osobiste</a:t>
            </a:r>
            <a:endParaRPr lang="en-US" sz="3600">
              <a:solidFill>
                <a:schemeClr val="tx2"/>
              </a:solidFill>
            </a:endParaRPr>
          </a:p>
        </p:txBody>
      </p:sp>
      <p:pic>
        <p:nvPicPr>
          <p:cNvPr id="7" name="Graphic 6" descr="Użytkownik">
            <a:extLst>
              <a:ext uri="{FF2B5EF4-FFF2-40B4-BE49-F238E27FC236}">
                <a16:creationId xmlns:a16="http://schemas.microsoft.com/office/drawing/2014/main" id="{A278802D-3EFD-8FAF-131D-5B836A9F9D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5E5CD31-9ED1-4235-D009-AE9EDF71B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l-PL" sz="1800">
                <a:solidFill>
                  <a:schemeClr val="tx2"/>
                </a:solidFill>
              </a:rPr>
              <a:t>cechy psychologiczne lub aspekty osobowości, które są ogólnie związane z odpornością i odnoszą się do zdolności kontrolowania i skutecznego wpływania na otoczenie. Podobnie jak zasoby pracy są one związane z możliwością osiągania celów w pracy oraz stymulują rozwój osobisty (Schaufeli i Taris, 2014)</a:t>
            </a:r>
          </a:p>
          <a:p>
            <a:pPr marL="0" indent="0">
              <a:buNone/>
            </a:pPr>
            <a:r>
              <a:rPr lang="pl-PL" sz="1800">
                <a:solidFill>
                  <a:schemeClr val="tx2"/>
                </a:solidFill>
              </a:rPr>
              <a:t> </a:t>
            </a:r>
            <a:endParaRPr lang="en-US" sz="180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778769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 descr="Obraz zawierający rozmycie, Wielobarwność, niebieskie, woda&#10;&#10;Opis wygenerowany automatycznie">
            <a:extLst>
              <a:ext uri="{FF2B5EF4-FFF2-40B4-BE49-F238E27FC236}">
                <a16:creationId xmlns:a16="http://schemas.microsoft.com/office/drawing/2014/main" id="{1C648ABC-F9BF-67AF-22B1-745BDC166F8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t="14449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3CC93171-7DF2-8DFF-6905-912E1CAEF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l-PL"/>
              <a:t>Proces motywacyjny</a:t>
            </a:r>
            <a:endParaRPr lang="en-US"/>
          </a:p>
        </p:txBody>
      </p:sp>
      <p:graphicFrame>
        <p:nvGraphicFramePr>
          <p:cNvPr id="27" name="Symbol zastępczy zawartości 2">
            <a:extLst>
              <a:ext uri="{FF2B5EF4-FFF2-40B4-BE49-F238E27FC236}">
                <a16:creationId xmlns:a16="http://schemas.microsoft.com/office/drawing/2014/main" id="{C2A507F3-2691-371C-00D6-9982933CB8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759806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02871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3510204-BCAC-6015-463A-458E6372B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Rok</a:t>
            </a: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2023 (Bakker </a:t>
            </a:r>
            <a:r>
              <a:rPr lang="pl-PL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 in., 2023</a:t>
            </a: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) 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0969324A-441D-6D22-6FA7-D8369F6DE5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003736"/>
            <a:ext cx="6780700" cy="4848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5913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4F9058EA-9280-F15A-B413-D0FB32B3D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716" y="499397"/>
            <a:ext cx="5929422" cy="1640180"/>
          </a:xfrm>
        </p:spPr>
        <p:txBody>
          <a:bodyPr anchor="b">
            <a:normAutofit/>
          </a:bodyPr>
          <a:lstStyle/>
          <a:p>
            <a:r>
              <a:rPr lang="pl-PL" sz="4000"/>
              <a:t>Bibliografia</a:t>
            </a:r>
            <a:endParaRPr lang="en-US" sz="400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EC4A081-D362-1EB1-6008-EEBC87BFCD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9717" y="2423821"/>
            <a:ext cx="5929422" cy="3519780"/>
          </a:xfrm>
        </p:spPr>
        <p:txBody>
          <a:bodyPr>
            <a:normAutofit/>
          </a:bodyPr>
          <a:lstStyle/>
          <a:p>
            <a:pPr marL="304800" indent="-304800">
              <a:spcAft>
                <a:spcPts val="800"/>
              </a:spcAft>
            </a:pPr>
            <a:r>
              <a:rPr lang="en-US" sz="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Bakker, A. B., &amp; Demerouti, E. (2007). The Job Demands‐Resources model: state of the art. </a:t>
            </a:r>
            <a:r>
              <a:rPr lang="en-US" sz="800" i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Journal of Managerial Psychology</a:t>
            </a:r>
            <a:r>
              <a:rPr lang="en-US" sz="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i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22</a:t>
            </a:r>
            <a:r>
              <a:rPr lang="en-US" sz="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(3), 309–328. https://doi.org/10.1108/02683940710733115</a:t>
            </a:r>
            <a:endParaRPr lang="en-US" sz="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04800" indent="-304800">
              <a:spcAft>
                <a:spcPts val="800"/>
              </a:spcAft>
            </a:pPr>
            <a:r>
              <a:rPr lang="en-US" sz="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Bakker, A. B., &amp; Demerouti, E. (2017). Job demands–resources theory: Taking stock and looking forward. </a:t>
            </a:r>
            <a:r>
              <a:rPr lang="en-US" sz="800" i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Journal of Occupational Health Psychology</a:t>
            </a:r>
            <a:r>
              <a:rPr lang="en-US" sz="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i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22</a:t>
            </a:r>
            <a:r>
              <a:rPr lang="en-US" sz="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(3), 273–285. https://doi.org/10.1037/ocp0000056</a:t>
            </a:r>
            <a:endParaRPr lang="en-US" sz="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04800" indent="-304800">
              <a:spcAft>
                <a:spcPts val="800"/>
              </a:spcAft>
            </a:pPr>
            <a:r>
              <a:rPr lang="en-US" sz="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Bakker, A. B., Demerouti, E., &amp; Sanz-Vergel, A. (2023). Job Demands-Resources Theory: Ten Years Later. W </a:t>
            </a:r>
            <a:r>
              <a:rPr lang="en-US" sz="800" i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Annual Review of Organizational Psychology and Organizational Behavior</a:t>
            </a:r>
            <a:r>
              <a:rPr lang="en-US" sz="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(T. 10, ss. 25–53). Annual Reviews. https://doi.org/10.1146/annurev-orgpsych-120920-053933</a:t>
            </a:r>
            <a:endParaRPr lang="en-US" sz="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04800" indent="-304800">
              <a:spcAft>
                <a:spcPts val="800"/>
              </a:spcAft>
            </a:pPr>
            <a:r>
              <a:rPr lang="en-US" sz="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Łaguna, M., Mielniczuk, E., Żaliński, A., &amp; Wałachowska, K. (2015). Przywiązanie do organizacji i zaangażowaniew pracę – Koncepcje teoretyczne i problemy terminologiczne. </a:t>
            </a:r>
            <a:r>
              <a:rPr lang="en-US" sz="800" i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Medycyna Pracy</a:t>
            </a:r>
            <a:r>
              <a:rPr lang="en-US" sz="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i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66</a:t>
            </a:r>
            <a:r>
              <a:rPr lang="en-US" sz="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(2), 277–284. https://doi.org/10.13075/mp.5893.00169</a:t>
            </a:r>
            <a:endParaRPr lang="en-US" sz="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04800" indent="-304800">
              <a:spcAft>
                <a:spcPts val="800"/>
              </a:spcAft>
            </a:pPr>
            <a:r>
              <a:rPr lang="en-US" sz="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Schaufeli, W. B. (2017). Applying the Job Demands-Resources model: A ‘how to’ guide to measuring and tackling work engagement and burnout. </a:t>
            </a:r>
            <a:r>
              <a:rPr lang="en-US" sz="800" i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Organizational Dynamics</a:t>
            </a:r>
            <a:r>
              <a:rPr lang="en-US" sz="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i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46</a:t>
            </a:r>
            <a:r>
              <a:rPr lang="en-US" sz="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120–132. https://doi.org/10.1016/j.orgdyn.2017.04.008</a:t>
            </a:r>
            <a:endParaRPr lang="en-US" sz="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04800" indent="-304800">
              <a:spcAft>
                <a:spcPts val="800"/>
              </a:spcAft>
            </a:pPr>
            <a:r>
              <a:rPr lang="en-US" sz="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Schaufeli, W. B., &amp; Taris, T. W. (2014). A critical review of the Job Demands-Resources Model: Implications for improving work and health. W G. F. Bauer &amp; O. Hämmig (Red.), </a:t>
            </a:r>
            <a:r>
              <a:rPr lang="en-US" sz="800" i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Bridging Occupational, Organizational and Public Health: A Transdisciplinary Approach</a:t>
            </a:r>
            <a:r>
              <a:rPr lang="en-US" sz="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(ss. 43–68). Springer Netherlands. https://doi.org/10.1007/978-94-007-5640-3_4</a:t>
            </a:r>
            <a:endParaRPr lang="en-US" sz="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Graphic 6" descr="Programista">
            <a:extLst>
              <a:ext uri="{FF2B5EF4-FFF2-40B4-BE49-F238E27FC236}">
                <a16:creationId xmlns:a16="http://schemas.microsoft.com/office/drawing/2014/main" id="{E6D6693F-C348-F757-6061-AC65B82E3A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45506" y="1492624"/>
            <a:ext cx="3765176" cy="3765176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61707E60-CEC9-4661-AA82-69242EB4B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F035CD8-AE30-4146-96F2-036B0CE5E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46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435975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EB11955F91DFE44BEC86CDA30304B31" ma:contentTypeVersion="4" ma:contentTypeDescription="Utwórz nowy dokument." ma:contentTypeScope="" ma:versionID="f762e421d56ba27da72bdf3b38c6fea3">
  <xsd:schema xmlns:xsd="http://www.w3.org/2001/XMLSchema" xmlns:xs="http://www.w3.org/2001/XMLSchema" xmlns:p="http://schemas.microsoft.com/office/2006/metadata/properties" xmlns:ns2="ba5819a6-7136-4c3f-9dbe-52a5cf23e21d" targetNamespace="http://schemas.microsoft.com/office/2006/metadata/properties" ma:root="true" ma:fieldsID="c735be2237df17b11d43c468b2d312c4" ns2:_="">
    <xsd:import namespace="ba5819a6-7136-4c3f-9dbe-52a5cf23e21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5819a6-7136-4c3f-9dbe-52a5cf23e2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A897EA8-A311-4AC1-B4BA-6BD5D2F6F885}"/>
</file>

<file path=customXml/itemProps2.xml><?xml version="1.0" encoding="utf-8"?>
<ds:datastoreItem xmlns:ds="http://schemas.openxmlformats.org/officeDocument/2006/customXml" ds:itemID="{779CFF10-619C-4CFD-958A-A4A5B445984A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BFB12E50-C954-498B-90D9-7F6540FD0F9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827</Words>
  <Application>Microsoft Office PowerPoint</Application>
  <PresentationFormat>Panoramiczny</PresentationFormat>
  <Paragraphs>92</Paragraphs>
  <Slides>15</Slides>
  <Notes>0</Notes>
  <HiddenSlides>0</HiddenSlides>
  <MMClips>0</MMClips>
  <ScaleCrop>false</ScaleCrop>
  <HeadingPairs>
    <vt:vector size="4" baseType="variant">
      <vt:variant>
        <vt:lpstr>Motyw</vt:lpstr>
      </vt:variant>
      <vt:variant>
        <vt:i4>1</vt:i4>
      </vt:variant>
      <vt:variant>
        <vt:lpstr>Tytuły slajdów</vt:lpstr>
      </vt:variant>
      <vt:variant>
        <vt:i4>15</vt:i4>
      </vt:variant>
    </vt:vector>
  </HeadingPairs>
  <TitlesOfParts>
    <vt:vector size="16" baseType="lpstr">
      <vt:lpstr>Motyw pakietu Office</vt:lpstr>
      <vt:lpstr>Zarządzanie psychospołecznymi warunkami pracy – Model JD-R #2</vt:lpstr>
      <vt:lpstr>Agenda</vt:lpstr>
      <vt:lpstr>Przypomnienie</vt:lpstr>
      <vt:lpstr>Rozwój wypalenia i braku zaangażowania według Modelu JD-R (Demerouti i in., 2001)</vt:lpstr>
      <vt:lpstr>Wymagania pracy – przykłady  (Schaufeli, Taris, 2014)</vt:lpstr>
      <vt:lpstr>Kolejne elementy modelu JD-R</vt:lpstr>
      <vt:lpstr>Rok 2007 (Bakker &amp; Demerouti, 2007) </vt:lpstr>
      <vt:lpstr>Wymagania pracy (Bakker &amp; Demerouti, 2007)  </vt:lpstr>
      <vt:lpstr>Zasoby pracy (Bakker i Demerouti, 2007)</vt:lpstr>
      <vt:lpstr>Zasoby pracy (Schaufeli, Taris, 2014)</vt:lpstr>
      <vt:lpstr>Rok 2017 (Bakker &amp; Demerouti)  </vt:lpstr>
      <vt:lpstr>Zasoby osobiste</vt:lpstr>
      <vt:lpstr>Proces motywacyjny</vt:lpstr>
      <vt:lpstr>Rok 2023 (Bakker i in., 2023) </vt:lpstr>
      <vt:lpstr>Bibliografia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Zarządzanie psychospołecznymi warunkami pracy – Model JD-R #2</dc:title>
  <dc:creator>Mikołaj Stolarski</dc:creator>
  <cp:lastModifiedBy>Mikołaj Stolarski</cp:lastModifiedBy>
  <cp:revision>3</cp:revision>
  <dcterms:created xsi:type="dcterms:W3CDTF">2023-11-25T22:35:03Z</dcterms:created>
  <dcterms:modified xsi:type="dcterms:W3CDTF">2023-12-27T22:06:29Z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0x0101007EB11955F91DFE44BEC86CDA30304B31</vt:lpwstr>
  </property>
  <property fmtid="{D5CDD505-2E9C-101B-9397-08002B2CF9AE}" pid="3" name="Order">
    <vt:r8>5600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</Properties>
</file>