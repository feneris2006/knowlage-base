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84" r:id="rId7"/>
    <p:sldId id="285" r:id="rId8"/>
    <p:sldId id="286" r:id="rId9"/>
    <p:sldId id="288" r:id="rId10"/>
    <p:sldId id="287" r:id="rId11"/>
    <p:sldId id="289" r:id="rId12"/>
    <p:sldId id="290" r:id="rId13"/>
    <p:sldId id="260" r:id="rId14"/>
    <p:sldId id="261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AB1ACFF4-0603-4EA1-ACD2-C6F475040EE8}">
          <p14:sldIdLst>
            <p14:sldId id="256"/>
            <p14:sldId id="257"/>
            <p14:sldId id="284"/>
            <p14:sldId id="285"/>
            <p14:sldId id="286"/>
            <p14:sldId id="288"/>
            <p14:sldId id="287"/>
            <p14:sldId id="289"/>
            <p14:sldId id="290"/>
            <p14:sldId id="260"/>
            <p14:sldId id="261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0B973-117F-4DE8-BC54-9D50671F9025}" v="1" dt="2023-12-10T14:43:27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dalena Knigawka" userId="S::116254@uksw.edu.pl::004da07c-c404-4ceb-a7f0-f4136b90c73c" providerId="AD" clId="Web-{3D90B973-117F-4DE8-BC54-9D50671F9025}"/>
    <pc:docChg chg="sldOrd">
      <pc:chgData name="Magdalena Knigawka" userId="S::116254@uksw.edu.pl::004da07c-c404-4ceb-a7f0-f4136b90c73c" providerId="AD" clId="Web-{3D90B973-117F-4DE8-BC54-9D50671F9025}" dt="2023-12-10T14:43:27.643" v="0"/>
      <pc:docMkLst>
        <pc:docMk/>
      </pc:docMkLst>
      <pc:sldChg chg="ord">
        <pc:chgData name="Magdalena Knigawka" userId="S::116254@uksw.edu.pl::004da07c-c404-4ceb-a7f0-f4136b90c73c" providerId="AD" clId="Web-{3D90B973-117F-4DE8-BC54-9D50671F9025}" dt="2023-12-10T14:43:27.643" v="0"/>
        <pc:sldMkLst>
          <pc:docMk/>
          <pc:sldMk cId="1843951243" sldId="287"/>
        </pc:sldMkLst>
      </pc:sldChg>
    </pc:docChg>
  </pc:docChgLst>
  <pc:docChgLst>
    <pc:chgData name="Adrianna Kalinowska" userId="S::116230@uksw.edu.pl::11c6cb95-0847-4265-9483-be224112050a" providerId="AD" clId="Web-{AC04E84C-442E-4357-8CCE-83C37656CC35}"/>
    <pc:docChg chg="modSld">
      <pc:chgData name="Adrianna Kalinowska" userId="S::116230@uksw.edu.pl::11c6cb95-0847-4265-9483-be224112050a" providerId="AD" clId="Web-{AC04E84C-442E-4357-8CCE-83C37656CC35}" dt="2023-11-14T08:16:22.091" v="1" actId="1076"/>
      <pc:docMkLst>
        <pc:docMk/>
      </pc:docMkLst>
      <pc:sldChg chg="modSp">
        <pc:chgData name="Adrianna Kalinowska" userId="S::116230@uksw.edu.pl::11c6cb95-0847-4265-9483-be224112050a" providerId="AD" clId="Web-{AC04E84C-442E-4357-8CCE-83C37656CC35}" dt="2023-11-14T08:16:22.091" v="1" actId="1076"/>
        <pc:sldMkLst>
          <pc:docMk/>
          <pc:sldMk cId="1772764256" sldId="286"/>
        </pc:sldMkLst>
        <pc:graphicFrameChg chg="mod">
          <ac:chgData name="Adrianna Kalinowska" userId="S::116230@uksw.edu.pl::11c6cb95-0847-4265-9483-be224112050a" providerId="AD" clId="Web-{AC04E84C-442E-4357-8CCE-83C37656CC35}" dt="2023-11-14T08:16:22.091" v="1" actId="1076"/>
          <ac:graphicFrameMkLst>
            <pc:docMk/>
            <pc:sldMk cId="1772764256" sldId="286"/>
            <ac:graphicFrameMk id="5" creationId="{E0575929-DBEF-2307-013E-EE5DA5EC93C7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D81B3-32FB-4048-9274-8FFF876620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A243BAE-EC30-4EF8-959D-3975AE48DB24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Model JD-R został po raz pierwszy zaprezentowany w literaturze anglojęzycznej przez Evangelię Demerouti i in., w 2001 roku. </a:t>
          </a:r>
          <a:endParaRPr lang="en-US"/>
        </a:p>
      </dgm:t>
    </dgm:pt>
    <dgm:pt modelId="{AFADDD27-350F-4791-928B-57CCC8DEC4B5}" type="parTrans" cxnId="{2854A5EA-BE74-4929-AD91-5E842C8AEEEF}">
      <dgm:prSet/>
      <dgm:spPr/>
      <dgm:t>
        <a:bodyPr/>
        <a:lstStyle/>
        <a:p>
          <a:endParaRPr lang="en-US"/>
        </a:p>
      </dgm:t>
    </dgm:pt>
    <dgm:pt modelId="{FA223234-A46E-4478-A88F-B47D99169F8F}" type="sibTrans" cxnId="{2854A5EA-BE74-4929-AD91-5E842C8AEEE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2B89B5-36ED-434E-B0F6-4836D95A8451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Celem modelu było opisanie zjawiska wypalenia (</a:t>
          </a:r>
          <a:r>
            <a:rPr lang="pl-PL" i="1" err="1"/>
            <a:t>burnout</a:t>
          </a:r>
          <a:r>
            <a:rPr lang="pl-PL"/>
            <a:t>), rozumianego jako syndrom emocjonalnego wyczerpania (</a:t>
          </a:r>
          <a:r>
            <a:rPr lang="pl-PL" i="1" err="1"/>
            <a:t>emotional</a:t>
          </a:r>
          <a:r>
            <a:rPr lang="pl-PL" i="1"/>
            <a:t> </a:t>
          </a:r>
          <a:r>
            <a:rPr lang="pl-PL" i="1" err="1"/>
            <a:t>exhaustion</a:t>
          </a:r>
          <a:r>
            <a:rPr lang="pl-PL"/>
            <a:t>), depersonalizacji (</a:t>
          </a:r>
          <a:r>
            <a:rPr lang="pl-PL" err="1"/>
            <a:t>depersonalization</a:t>
          </a:r>
          <a:r>
            <a:rPr lang="pl-PL"/>
            <a:t>) oraz zmniejszonej skuteczności  osobistej w pracy (</a:t>
          </a:r>
          <a:r>
            <a:rPr lang="pl-PL" i="1" err="1"/>
            <a:t>reduced</a:t>
          </a:r>
          <a:r>
            <a:rPr lang="pl-PL" i="1"/>
            <a:t> </a:t>
          </a:r>
          <a:r>
            <a:rPr lang="pl-PL" i="1" err="1"/>
            <a:t>personal</a:t>
          </a:r>
          <a:r>
            <a:rPr lang="pl-PL" i="1"/>
            <a:t> </a:t>
          </a:r>
          <a:r>
            <a:rPr lang="pl-PL" i="1" err="1"/>
            <a:t>accomplishment</a:t>
          </a:r>
          <a:r>
            <a:rPr lang="pl-PL"/>
            <a:t>), które mogą wystąpić wśród pracowników  wykonujących pracę z „innymi ludźmi”. </a:t>
          </a:r>
          <a:endParaRPr lang="en-US"/>
        </a:p>
      </dgm:t>
    </dgm:pt>
    <dgm:pt modelId="{39A884B0-6D9E-45EA-9254-A0FAF828B054}" type="parTrans" cxnId="{1312D0F7-4331-43DF-81CA-A789C0AEDB3A}">
      <dgm:prSet/>
      <dgm:spPr/>
      <dgm:t>
        <a:bodyPr/>
        <a:lstStyle/>
        <a:p>
          <a:endParaRPr lang="en-US"/>
        </a:p>
      </dgm:t>
    </dgm:pt>
    <dgm:pt modelId="{6723BAA3-5A11-47CB-A4FB-E5326D719FE4}" type="sibTrans" cxnId="{1312D0F7-4331-43DF-81CA-A789C0AEDB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FC9A3B-A6A4-496B-A019-C00E9234503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Wyczerpanie emocjonalne odnosi się do długotrwałej i nadmiernej reakcji emocjonalnej związanej z emocjonalnymi wymaganiami w pracy. </a:t>
          </a:r>
          <a:endParaRPr lang="en-US"/>
        </a:p>
      </dgm:t>
    </dgm:pt>
    <dgm:pt modelId="{FFB6F7D5-4FC3-4660-8000-50F482501955}" type="parTrans" cxnId="{4C551C83-E472-41DD-A9D7-42CD940A8B9C}">
      <dgm:prSet/>
      <dgm:spPr/>
      <dgm:t>
        <a:bodyPr/>
        <a:lstStyle/>
        <a:p>
          <a:endParaRPr lang="en-US"/>
        </a:p>
      </dgm:t>
    </dgm:pt>
    <dgm:pt modelId="{9B0C9931-7FA1-4756-AC62-FF92157B6BCD}" type="sibTrans" cxnId="{4C551C83-E472-41DD-A9D7-42CD940A8B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06A8D4-4190-410C-A9EC-EFA4E2552D3F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Depersonalizacja charakteryzuje się zdystansowaniem oraz cynizmem w stosunku do innych osób, a zmniejszona skuteczność osobista w pracy odnosi się do samooceny, że dana osoba nie jest już w stanie wystarczająco efektywnie wykonywać swoich obowiązków (Maslach, 1982 za: Demerouti i in., 2001). </a:t>
          </a:r>
          <a:endParaRPr lang="en-US"/>
        </a:p>
      </dgm:t>
    </dgm:pt>
    <dgm:pt modelId="{4B9E6446-4361-4369-8D23-73331E072681}" type="parTrans" cxnId="{480CEC65-6420-49D7-B0A4-99B30072BD02}">
      <dgm:prSet/>
      <dgm:spPr/>
      <dgm:t>
        <a:bodyPr/>
        <a:lstStyle/>
        <a:p>
          <a:endParaRPr lang="en-US"/>
        </a:p>
      </dgm:t>
    </dgm:pt>
    <dgm:pt modelId="{2BDC4091-582E-4D53-9DC8-808F5A3CE0BF}" type="sibTrans" cxnId="{480CEC65-6420-49D7-B0A4-99B30072BD02}">
      <dgm:prSet/>
      <dgm:spPr/>
      <dgm:t>
        <a:bodyPr/>
        <a:lstStyle/>
        <a:p>
          <a:endParaRPr lang="en-US"/>
        </a:p>
      </dgm:t>
    </dgm:pt>
    <dgm:pt modelId="{E13D1EB8-F918-402A-B064-C97FA0AD731C}" type="pres">
      <dgm:prSet presAssocID="{057D81B3-32FB-4048-9274-8FFF87662059}" presName="root" presStyleCnt="0">
        <dgm:presLayoutVars>
          <dgm:dir/>
          <dgm:resizeHandles val="exact"/>
        </dgm:presLayoutVars>
      </dgm:prSet>
      <dgm:spPr/>
    </dgm:pt>
    <dgm:pt modelId="{B9C66777-0FA6-410E-B434-C9A53A82DC1F}" type="pres">
      <dgm:prSet presAssocID="{6A243BAE-EC30-4EF8-959D-3975AE48DB24}" presName="compNode" presStyleCnt="0"/>
      <dgm:spPr/>
    </dgm:pt>
    <dgm:pt modelId="{A27FBCDF-4CFD-4771-9FA9-2E4D7561D84B}" type="pres">
      <dgm:prSet presAssocID="{6A243BAE-EC30-4EF8-959D-3975AE48DB24}" presName="bgRect" presStyleLbl="bgShp" presStyleIdx="0" presStyleCnt="4"/>
      <dgm:spPr/>
    </dgm:pt>
    <dgm:pt modelId="{3C9510A0-9FFF-416D-891B-31807A4F12FC}" type="pres">
      <dgm:prSet presAssocID="{6A243BAE-EC30-4EF8-959D-3975AE48DB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a"/>
        </a:ext>
      </dgm:extLst>
    </dgm:pt>
    <dgm:pt modelId="{BEDEDC93-EE08-498D-AE6C-04F829F378D0}" type="pres">
      <dgm:prSet presAssocID="{6A243BAE-EC30-4EF8-959D-3975AE48DB24}" presName="spaceRect" presStyleCnt="0"/>
      <dgm:spPr/>
    </dgm:pt>
    <dgm:pt modelId="{8947F421-6E91-451D-B315-26180E72DF8C}" type="pres">
      <dgm:prSet presAssocID="{6A243BAE-EC30-4EF8-959D-3975AE48DB24}" presName="parTx" presStyleLbl="revTx" presStyleIdx="0" presStyleCnt="4">
        <dgm:presLayoutVars>
          <dgm:chMax val="0"/>
          <dgm:chPref val="0"/>
        </dgm:presLayoutVars>
      </dgm:prSet>
      <dgm:spPr/>
    </dgm:pt>
    <dgm:pt modelId="{E178C7E4-2F5C-4C58-9B7C-6F29C5BE82D6}" type="pres">
      <dgm:prSet presAssocID="{FA223234-A46E-4478-A88F-B47D99169F8F}" presName="sibTrans" presStyleCnt="0"/>
      <dgm:spPr/>
    </dgm:pt>
    <dgm:pt modelId="{FBD69D20-944B-4202-9A6C-4A0BF0D305F1}" type="pres">
      <dgm:prSet presAssocID="{522B89B5-36ED-434E-B0F6-4836D95A8451}" presName="compNode" presStyleCnt="0"/>
      <dgm:spPr/>
    </dgm:pt>
    <dgm:pt modelId="{5523B9D3-5888-409D-B426-F7C4417378CA}" type="pres">
      <dgm:prSet presAssocID="{522B89B5-36ED-434E-B0F6-4836D95A8451}" presName="bgRect" presStyleLbl="bgShp" presStyleIdx="1" presStyleCnt="4"/>
      <dgm:spPr/>
    </dgm:pt>
    <dgm:pt modelId="{2D303AE4-CF8C-452C-B912-A2E0A759657C}" type="pres">
      <dgm:prSet presAssocID="{522B89B5-36ED-434E-B0F6-4836D95A84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ksplozja"/>
        </a:ext>
      </dgm:extLst>
    </dgm:pt>
    <dgm:pt modelId="{552DDE50-19B3-4965-BAD4-EBE72A45728B}" type="pres">
      <dgm:prSet presAssocID="{522B89B5-36ED-434E-B0F6-4836D95A8451}" presName="spaceRect" presStyleCnt="0"/>
      <dgm:spPr/>
    </dgm:pt>
    <dgm:pt modelId="{A729E8BF-C581-4DDF-BEFD-78EE7063E3C8}" type="pres">
      <dgm:prSet presAssocID="{522B89B5-36ED-434E-B0F6-4836D95A8451}" presName="parTx" presStyleLbl="revTx" presStyleIdx="1" presStyleCnt="4">
        <dgm:presLayoutVars>
          <dgm:chMax val="0"/>
          <dgm:chPref val="0"/>
        </dgm:presLayoutVars>
      </dgm:prSet>
      <dgm:spPr/>
    </dgm:pt>
    <dgm:pt modelId="{02ED91BA-7287-44D2-A46F-70808FD41D34}" type="pres">
      <dgm:prSet presAssocID="{6723BAA3-5A11-47CB-A4FB-E5326D719FE4}" presName="sibTrans" presStyleCnt="0"/>
      <dgm:spPr/>
    </dgm:pt>
    <dgm:pt modelId="{6C5E5FBA-BEB5-4D86-889F-C5BAE469B0AF}" type="pres">
      <dgm:prSet presAssocID="{A9FC9A3B-A6A4-496B-A019-C00E92345038}" presName="compNode" presStyleCnt="0"/>
      <dgm:spPr/>
    </dgm:pt>
    <dgm:pt modelId="{D4F6C1F7-A034-49AF-9F2D-21A8EEE343E8}" type="pres">
      <dgm:prSet presAssocID="{A9FC9A3B-A6A4-496B-A019-C00E92345038}" presName="bgRect" presStyleLbl="bgShp" presStyleIdx="2" presStyleCnt="4"/>
      <dgm:spPr/>
    </dgm:pt>
    <dgm:pt modelId="{8C464B98-196B-4790-BF40-1471047E2A25}" type="pres">
      <dgm:prSet presAssocID="{A9FC9A3B-A6A4-496B-A019-C00E923450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ry Face with No Fill"/>
        </a:ext>
      </dgm:extLst>
    </dgm:pt>
    <dgm:pt modelId="{296A2891-35C3-4D72-AC80-3F3711133FCD}" type="pres">
      <dgm:prSet presAssocID="{A9FC9A3B-A6A4-496B-A019-C00E92345038}" presName="spaceRect" presStyleCnt="0"/>
      <dgm:spPr/>
    </dgm:pt>
    <dgm:pt modelId="{95B05C81-39A5-4443-A951-7DE0E0BE5901}" type="pres">
      <dgm:prSet presAssocID="{A9FC9A3B-A6A4-496B-A019-C00E92345038}" presName="parTx" presStyleLbl="revTx" presStyleIdx="2" presStyleCnt="4">
        <dgm:presLayoutVars>
          <dgm:chMax val="0"/>
          <dgm:chPref val="0"/>
        </dgm:presLayoutVars>
      </dgm:prSet>
      <dgm:spPr/>
    </dgm:pt>
    <dgm:pt modelId="{29366815-5788-4EA5-968A-3789AFF6E75D}" type="pres">
      <dgm:prSet presAssocID="{9B0C9931-7FA1-4756-AC62-FF92157B6BCD}" presName="sibTrans" presStyleCnt="0"/>
      <dgm:spPr/>
    </dgm:pt>
    <dgm:pt modelId="{A5E3C5C7-F1D7-4E88-8A1C-BDFA4859157A}" type="pres">
      <dgm:prSet presAssocID="{8A06A8D4-4190-410C-A9EC-EFA4E2552D3F}" presName="compNode" presStyleCnt="0"/>
      <dgm:spPr/>
    </dgm:pt>
    <dgm:pt modelId="{844D2261-238D-4EEE-B55B-8A306A4528AE}" type="pres">
      <dgm:prSet presAssocID="{8A06A8D4-4190-410C-A9EC-EFA4E2552D3F}" presName="bgRect" presStyleLbl="bgShp" presStyleIdx="3" presStyleCnt="4"/>
      <dgm:spPr/>
    </dgm:pt>
    <dgm:pt modelId="{CD243CF4-D03C-4719-83B5-9119BBDC4A39}" type="pres">
      <dgm:prSet presAssocID="{8A06A8D4-4190-410C-A9EC-EFA4E2552D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851EC0CB-4AF2-425C-A2B6-EADA942C9837}" type="pres">
      <dgm:prSet presAssocID="{8A06A8D4-4190-410C-A9EC-EFA4E2552D3F}" presName="spaceRect" presStyleCnt="0"/>
      <dgm:spPr/>
    </dgm:pt>
    <dgm:pt modelId="{007D0314-E10F-496F-A95D-B162EA1A1A3D}" type="pres">
      <dgm:prSet presAssocID="{8A06A8D4-4190-410C-A9EC-EFA4E2552D3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754150E-F279-49D2-A0D7-DF581BF1F17F}" type="presOf" srcId="{A9FC9A3B-A6A4-496B-A019-C00E92345038}" destId="{95B05C81-39A5-4443-A951-7DE0E0BE5901}" srcOrd="0" destOrd="0" presId="urn:microsoft.com/office/officeart/2018/2/layout/IconVerticalSolidList"/>
    <dgm:cxn modelId="{DD3CE127-9614-43C7-ACE9-8DB26A0AF798}" type="presOf" srcId="{057D81B3-32FB-4048-9274-8FFF87662059}" destId="{E13D1EB8-F918-402A-B064-C97FA0AD731C}" srcOrd="0" destOrd="0" presId="urn:microsoft.com/office/officeart/2018/2/layout/IconVerticalSolidList"/>
    <dgm:cxn modelId="{480CEC65-6420-49D7-B0A4-99B30072BD02}" srcId="{057D81B3-32FB-4048-9274-8FFF87662059}" destId="{8A06A8D4-4190-410C-A9EC-EFA4E2552D3F}" srcOrd="3" destOrd="0" parTransId="{4B9E6446-4361-4369-8D23-73331E072681}" sibTransId="{2BDC4091-582E-4D53-9DC8-808F5A3CE0BF}"/>
    <dgm:cxn modelId="{B3237471-C284-42C6-9589-0CCF27B81941}" type="presOf" srcId="{8A06A8D4-4190-410C-A9EC-EFA4E2552D3F}" destId="{007D0314-E10F-496F-A95D-B162EA1A1A3D}" srcOrd="0" destOrd="0" presId="urn:microsoft.com/office/officeart/2018/2/layout/IconVerticalSolidList"/>
    <dgm:cxn modelId="{353E4F7D-6806-4879-AA55-0663213025B1}" type="presOf" srcId="{6A243BAE-EC30-4EF8-959D-3975AE48DB24}" destId="{8947F421-6E91-451D-B315-26180E72DF8C}" srcOrd="0" destOrd="0" presId="urn:microsoft.com/office/officeart/2018/2/layout/IconVerticalSolidList"/>
    <dgm:cxn modelId="{4C551C83-E472-41DD-A9D7-42CD940A8B9C}" srcId="{057D81B3-32FB-4048-9274-8FFF87662059}" destId="{A9FC9A3B-A6A4-496B-A019-C00E92345038}" srcOrd="2" destOrd="0" parTransId="{FFB6F7D5-4FC3-4660-8000-50F482501955}" sibTransId="{9B0C9931-7FA1-4756-AC62-FF92157B6BCD}"/>
    <dgm:cxn modelId="{70792AE2-E2DE-4799-9691-55C16EB32CDC}" type="presOf" srcId="{522B89B5-36ED-434E-B0F6-4836D95A8451}" destId="{A729E8BF-C581-4DDF-BEFD-78EE7063E3C8}" srcOrd="0" destOrd="0" presId="urn:microsoft.com/office/officeart/2018/2/layout/IconVerticalSolidList"/>
    <dgm:cxn modelId="{2854A5EA-BE74-4929-AD91-5E842C8AEEEF}" srcId="{057D81B3-32FB-4048-9274-8FFF87662059}" destId="{6A243BAE-EC30-4EF8-959D-3975AE48DB24}" srcOrd="0" destOrd="0" parTransId="{AFADDD27-350F-4791-928B-57CCC8DEC4B5}" sibTransId="{FA223234-A46E-4478-A88F-B47D99169F8F}"/>
    <dgm:cxn modelId="{1312D0F7-4331-43DF-81CA-A789C0AEDB3A}" srcId="{057D81B3-32FB-4048-9274-8FFF87662059}" destId="{522B89B5-36ED-434E-B0F6-4836D95A8451}" srcOrd="1" destOrd="0" parTransId="{39A884B0-6D9E-45EA-9254-A0FAF828B054}" sibTransId="{6723BAA3-5A11-47CB-A4FB-E5326D719FE4}"/>
    <dgm:cxn modelId="{379248ED-E784-4B1A-94A0-AE0911192E30}" type="presParOf" srcId="{E13D1EB8-F918-402A-B064-C97FA0AD731C}" destId="{B9C66777-0FA6-410E-B434-C9A53A82DC1F}" srcOrd="0" destOrd="0" presId="urn:microsoft.com/office/officeart/2018/2/layout/IconVerticalSolidList"/>
    <dgm:cxn modelId="{A1591FFD-69A5-4544-A640-0FA587D13F0A}" type="presParOf" srcId="{B9C66777-0FA6-410E-B434-C9A53A82DC1F}" destId="{A27FBCDF-4CFD-4771-9FA9-2E4D7561D84B}" srcOrd="0" destOrd="0" presId="urn:microsoft.com/office/officeart/2018/2/layout/IconVerticalSolidList"/>
    <dgm:cxn modelId="{97B7F7B2-0366-40C0-BE8B-0A067CD51BF0}" type="presParOf" srcId="{B9C66777-0FA6-410E-B434-C9A53A82DC1F}" destId="{3C9510A0-9FFF-416D-891B-31807A4F12FC}" srcOrd="1" destOrd="0" presId="urn:microsoft.com/office/officeart/2018/2/layout/IconVerticalSolidList"/>
    <dgm:cxn modelId="{8CB6721C-1F16-4555-9045-D027E4FBA503}" type="presParOf" srcId="{B9C66777-0FA6-410E-B434-C9A53A82DC1F}" destId="{BEDEDC93-EE08-498D-AE6C-04F829F378D0}" srcOrd="2" destOrd="0" presId="urn:microsoft.com/office/officeart/2018/2/layout/IconVerticalSolidList"/>
    <dgm:cxn modelId="{4FF2836F-C489-4E9C-8268-15D12B3A52D4}" type="presParOf" srcId="{B9C66777-0FA6-410E-B434-C9A53A82DC1F}" destId="{8947F421-6E91-451D-B315-26180E72DF8C}" srcOrd="3" destOrd="0" presId="urn:microsoft.com/office/officeart/2018/2/layout/IconVerticalSolidList"/>
    <dgm:cxn modelId="{37B632B1-2AE0-400C-A741-0333BF05CC00}" type="presParOf" srcId="{E13D1EB8-F918-402A-B064-C97FA0AD731C}" destId="{E178C7E4-2F5C-4C58-9B7C-6F29C5BE82D6}" srcOrd="1" destOrd="0" presId="urn:microsoft.com/office/officeart/2018/2/layout/IconVerticalSolidList"/>
    <dgm:cxn modelId="{F1735422-6F4B-4AE6-BA6D-C0F577CA8E69}" type="presParOf" srcId="{E13D1EB8-F918-402A-B064-C97FA0AD731C}" destId="{FBD69D20-944B-4202-9A6C-4A0BF0D305F1}" srcOrd="2" destOrd="0" presId="urn:microsoft.com/office/officeart/2018/2/layout/IconVerticalSolidList"/>
    <dgm:cxn modelId="{1AE29952-A119-4F85-99E1-F46C9CEF484E}" type="presParOf" srcId="{FBD69D20-944B-4202-9A6C-4A0BF0D305F1}" destId="{5523B9D3-5888-409D-B426-F7C4417378CA}" srcOrd="0" destOrd="0" presId="urn:microsoft.com/office/officeart/2018/2/layout/IconVerticalSolidList"/>
    <dgm:cxn modelId="{6A5C8846-A090-41D7-811D-B83A9F1078E8}" type="presParOf" srcId="{FBD69D20-944B-4202-9A6C-4A0BF0D305F1}" destId="{2D303AE4-CF8C-452C-B912-A2E0A759657C}" srcOrd="1" destOrd="0" presId="urn:microsoft.com/office/officeart/2018/2/layout/IconVerticalSolidList"/>
    <dgm:cxn modelId="{F6FA2F81-5902-4033-A811-4A1C26165BC3}" type="presParOf" srcId="{FBD69D20-944B-4202-9A6C-4A0BF0D305F1}" destId="{552DDE50-19B3-4965-BAD4-EBE72A45728B}" srcOrd="2" destOrd="0" presId="urn:microsoft.com/office/officeart/2018/2/layout/IconVerticalSolidList"/>
    <dgm:cxn modelId="{CB4EC79B-7039-4BEA-918E-423B2DF634C1}" type="presParOf" srcId="{FBD69D20-944B-4202-9A6C-4A0BF0D305F1}" destId="{A729E8BF-C581-4DDF-BEFD-78EE7063E3C8}" srcOrd="3" destOrd="0" presId="urn:microsoft.com/office/officeart/2018/2/layout/IconVerticalSolidList"/>
    <dgm:cxn modelId="{92664D8F-5ED1-45EF-A73C-3BF38D4A3D04}" type="presParOf" srcId="{E13D1EB8-F918-402A-B064-C97FA0AD731C}" destId="{02ED91BA-7287-44D2-A46F-70808FD41D34}" srcOrd="3" destOrd="0" presId="urn:microsoft.com/office/officeart/2018/2/layout/IconVerticalSolidList"/>
    <dgm:cxn modelId="{BFB0ACAD-E9C3-4B1A-B070-FA3A79FBCDAC}" type="presParOf" srcId="{E13D1EB8-F918-402A-B064-C97FA0AD731C}" destId="{6C5E5FBA-BEB5-4D86-889F-C5BAE469B0AF}" srcOrd="4" destOrd="0" presId="urn:microsoft.com/office/officeart/2018/2/layout/IconVerticalSolidList"/>
    <dgm:cxn modelId="{A336AD2A-AFB8-43E1-91D5-E036E616593E}" type="presParOf" srcId="{6C5E5FBA-BEB5-4D86-889F-C5BAE469B0AF}" destId="{D4F6C1F7-A034-49AF-9F2D-21A8EEE343E8}" srcOrd="0" destOrd="0" presId="urn:microsoft.com/office/officeart/2018/2/layout/IconVerticalSolidList"/>
    <dgm:cxn modelId="{A4FF939E-277E-4950-8C07-E89E3E165889}" type="presParOf" srcId="{6C5E5FBA-BEB5-4D86-889F-C5BAE469B0AF}" destId="{8C464B98-196B-4790-BF40-1471047E2A25}" srcOrd="1" destOrd="0" presId="urn:microsoft.com/office/officeart/2018/2/layout/IconVerticalSolidList"/>
    <dgm:cxn modelId="{DBBBA942-E740-4F1B-BCD6-14B2F324CBB4}" type="presParOf" srcId="{6C5E5FBA-BEB5-4D86-889F-C5BAE469B0AF}" destId="{296A2891-35C3-4D72-AC80-3F3711133FCD}" srcOrd="2" destOrd="0" presId="urn:microsoft.com/office/officeart/2018/2/layout/IconVerticalSolidList"/>
    <dgm:cxn modelId="{9E8D3C1F-FE4B-44B6-A11E-13A4367703B0}" type="presParOf" srcId="{6C5E5FBA-BEB5-4D86-889F-C5BAE469B0AF}" destId="{95B05C81-39A5-4443-A951-7DE0E0BE5901}" srcOrd="3" destOrd="0" presId="urn:microsoft.com/office/officeart/2018/2/layout/IconVerticalSolidList"/>
    <dgm:cxn modelId="{9F781976-EE9B-4D10-BE50-B9EA1BA8D6E7}" type="presParOf" srcId="{E13D1EB8-F918-402A-B064-C97FA0AD731C}" destId="{29366815-5788-4EA5-968A-3789AFF6E75D}" srcOrd="5" destOrd="0" presId="urn:microsoft.com/office/officeart/2018/2/layout/IconVerticalSolidList"/>
    <dgm:cxn modelId="{E7656573-5886-40A3-880F-B14E0CA7F76A}" type="presParOf" srcId="{E13D1EB8-F918-402A-B064-C97FA0AD731C}" destId="{A5E3C5C7-F1D7-4E88-8A1C-BDFA4859157A}" srcOrd="6" destOrd="0" presId="urn:microsoft.com/office/officeart/2018/2/layout/IconVerticalSolidList"/>
    <dgm:cxn modelId="{716BEE2F-0656-4FB4-8B96-34F55BFCC98B}" type="presParOf" srcId="{A5E3C5C7-F1D7-4E88-8A1C-BDFA4859157A}" destId="{844D2261-238D-4EEE-B55B-8A306A4528AE}" srcOrd="0" destOrd="0" presId="urn:microsoft.com/office/officeart/2018/2/layout/IconVerticalSolidList"/>
    <dgm:cxn modelId="{CD575699-C993-4776-944E-E59E9AAC5952}" type="presParOf" srcId="{A5E3C5C7-F1D7-4E88-8A1C-BDFA4859157A}" destId="{CD243CF4-D03C-4719-83B5-9119BBDC4A39}" srcOrd="1" destOrd="0" presId="urn:microsoft.com/office/officeart/2018/2/layout/IconVerticalSolidList"/>
    <dgm:cxn modelId="{541BAE27-6DD7-4D58-A1B2-A542A867AE74}" type="presParOf" srcId="{A5E3C5C7-F1D7-4E88-8A1C-BDFA4859157A}" destId="{851EC0CB-4AF2-425C-A2B6-EADA942C9837}" srcOrd="2" destOrd="0" presId="urn:microsoft.com/office/officeart/2018/2/layout/IconVerticalSolidList"/>
    <dgm:cxn modelId="{305B1098-6CE8-4F26-8A83-6401124C4E09}" type="presParOf" srcId="{A5E3C5C7-F1D7-4E88-8A1C-BDFA4859157A}" destId="{007D0314-E10F-496F-A95D-B162EA1A1A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C64818-9E2A-433F-AEDC-54947AE3336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46F312C-FC17-4560-A041-31863DE9E91B}">
      <dgm:prSet/>
      <dgm:spPr/>
      <dgm:t>
        <a:bodyPr/>
        <a:lstStyle/>
        <a:p>
          <a:r>
            <a:rPr lang="pl-PL"/>
            <a:t>W modelu JD-R wyróżnia się dwa rodzaje czynników kształtujących środowisko pracy. </a:t>
          </a:r>
          <a:endParaRPr lang="en-US"/>
        </a:p>
      </dgm:t>
    </dgm:pt>
    <dgm:pt modelId="{DA59AF9B-7C60-481D-9743-D618F4D51CC1}" type="parTrans" cxnId="{2277A547-F80F-48F7-8360-96C0D1B632F5}">
      <dgm:prSet/>
      <dgm:spPr/>
      <dgm:t>
        <a:bodyPr/>
        <a:lstStyle/>
        <a:p>
          <a:endParaRPr lang="en-US"/>
        </a:p>
      </dgm:t>
    </dgm:pt>
    <dgm:pt modelId="{3DDD0958-CC07-43B4-BCE3-3392CFEA14F1}" type="sibTrans" cxnId="{2277A547-F80F-48F7-8360-96C0D1B632F5}">
      <dgm:prSet/>
      <dgm:spPr/>
      <dgm:t>
        <a:bodyPr/>
        <a:lstStyle/>
        <a:p>
          <a:endParaRPr lang="en-US"/>
        </a:p>
      </dgm:t>
    </dgm:pt>
    <dgm:pt modelId="{300464E2-EB85-442F-8591-CE26F73FEDF9}">
      <dgm:prSet/>
      <dgm:spPr/>
      <dgm:t>
        <a:bodyPr/>
        <a:lstStyle/>
        <a:p>
          <a:r>
            <a:rPr lang="pl-PL"/>
            <a:t>Pierwszym z nich są wymagania pracy (</a:t>
          </a:r>
          <a:r>
            <a:rPr lang="pl-PL" i="1" err="1"/>
            <a:t>job</a:t>
          </a:r>
          <a:r>
            <a:rPr lang="pl-PL" i="1"/>
            <a:t> </a:t>
          </a:r>
          <a:r>
            <a:rPr lang="pl-PL" i="1" err="1"/>
            <a:t>demands</a:t>
          </a:r>
          <a:r>
            <a:rPr lang="pl-PL"/>
            <a:t>), czyli te fizyczne, społeczne lub organizacyjne aspekty pracy, które wymagają trwałego wysiłku fizycznego lub umysłowego, a zatem są związane z pewnymi kosztami fizjologicznymi i psychologicznymi (takimi jak np. wyczerpanie).</a:t>
          </a:r>
          <a:endParaRPr lang="en-US"/>
        </a:p>
      </dgm:t>
    </dgm:pt>
    <dgm:pt modelId="{A588ABBB-AF88-4945-87BC-DACED5E6B15A}" type="parTrans" cxnId="{1F6203C5-5889-4C17-9F27-0BF73B66BD03}">
      <dgm:prSet/>
      <dgm:spPr/>
      <dgm:t>
        <a:bodyPr/>
        <a:lstStyle/>
        <a:p>
          <a:endParaRPr lang="en-US"/>
        </a:p>
      </dgm:t>
    </dgm:pt>
    <dgm:pt modelId="{7F120560-2877-4625-81D7-1FA57FF29FA4}" type="sibTrans" cxnId="{1F6203C5-5889-4C17-9F27-0BF73B66BD03}">
      <dgm:prSet/>
      <dgm:spPr/>
      <dgm:t>
        <a:bodyPr/>
        <a:lstStyle/>
        <a:p>
          <a:endParaRPr lang="en-US"/>
        </a:p>
      </dgm:t>
    </dgm:pt>
    <dgm:pt modelId="{2D059A3D-1604-4247-AB9F-9AACCDC095D5}">
      <dgm:prSet/>
      <dgm:spPr/>
      <dgm:t>
        <a:bodyPr/>
        <a:lstStyle/>
        <a:p>
          <a:r>
            <a:rPr lang="pl-PL"/>
            <a:t>Drugi to zasoby pracy (</a:t>
          </a:r>
          <a:r>
            <a:rPr lang="pl-PL" i="1" err="1"/>
            <a:t>job</a:t>
          </a:r>
          <a:r>
            <a:rPr lang="pl-PL" i="1"/>
            <a:t> </a:t>
          </a:r>
          <a:r>
            <a:rPr lang="pl-PL" i="1" err="1"/>
            <a:t>resources</a:t>
          </a:r>
          <a:r>
            <a:rPr lang="pl-PL"/>
            <a:t>), czyli fizyczne, psychologiczne, społeczne lub organizacyjne aspekty pracy, które wiążą się z osiąganiem celów w pracy, zmniejszaniem poziomu wymagań w pracy i związanych z nimi kosztów fizjologicznych i psychologicznych lub stymulacją rozwoju osobistego, rozwoju w organizacji i chęci do nauki.</a:t>
          </a:r>
          <a:endParaRPr lang="en-US"/>
        </a:p>
      </dgm:t>
    </dgm:pt>
    <dgm:pt modelId="{C4C02640-5177-4413-A8C3-49CBD4249751}" type="parTrans" cxnId="{78D231F1-E7F1-46D8-8DBA-68030BAC4EFA}">
      <dgm:prSet/>
      <dgm:spPr/>
      <dgm:t>
        <a:bodyPr/>
        <a:lstStyle/>
        <a:p>
          <a:endParaRPr lang="en-US"/>
        </a:p>
      </dgm:t>
    </dgm:pt>
    <dgm:pt modelId="{9AE9EE24-EE4A-432C-94BB-E239ECAADB2C}" type="sibTrans" cxnId="{78D231F1-E7F1-46D8-8DBA-68030BAC4EFA}">
      <dgm:prSet/>
      <dgm:spPr/>
      <dgm:t>
        <a:bodyPr/>
        <a:lstStyle/>
        <a:p>
          <a:endParaRPr lang="en-US"/>
        </a:p>
      </dgm:t>
    </dgm:pt>
    <dgm:pt modelId="{B84B3889-9DAF-4BC2-9D38-E41FF28AE5C2}" type="pres">
      <dgm:prSet presAssocID="{72C64818-9E2A-433F-AEDC-54947AE33367}" presName="linear" presStyleCnt="0">
        <dgm:presLayoutVars>
          <dgm:animLvl val="lvl"/>
          <dgm:resizeHandles val="exact"/>
        </dgm:presLayoutVars>
      </dgm:prSet>
      <dgm:spPr/>
    </dgm:pt>
    <dgm:pt modelId="{BD09F356-1427-4994-A41D-EA325F236374}" type="pres">
      <dgm:prSet presAssocID="{946F312C-FC17-4560-A041-31863DE9E91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6204B79-6226-4E82-9F81-69F2EA3BA1E5}" type="pres">
      <dgm:prSet presAssocID="{946F312C-FC17-4560-A041-31863DE9E91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E5F2E1A-931F-4389-B4CB-509297E2C38D}" type="presOf" srcId="{2D059A3D-1604-4247-AB9F-9AACCDC095D5}" destId="{46204B79-6226-4E82-9F81-69F2EA3BA1E5}" srcOrd="0" destOrd="1" presId="urn:microsoft.com/office/officeart/2005/8/layout/vList2"/>
    <dgm:cxn modelId="{D4659537-FB7A-48DD-9595-A64E40802C21}" type="presOf" srcId="{72C64818-9E2A-433F-AEDC-54947AE33367}" destId="{B84B3889-9DAF-4BC2-9D38-E41FF28AE5C2}" srcOrd="0" destOrd="0" presId="urn:microsoft.com/office/officeart/2005/8/layout/vList2"/>
    <dgm:cxn modelId="{C853D460-C609-4D11-A136-373BB6735F81}" type="presOf" srcId="{946F312C-FC17-4560-A041-31863DE9E91B}" destId="{BD09F356-1427-4994-A41D-EA325F236374}" srcOrd="0" destOrd="0" presId="urn:microsoft.com/office/officeart/2005/8/layout/vList2"/>
    <dgm:cxn modelId="{2277A547-F80F-48F7-8360-96C0D1B632F5}" srcId="{72C64818-9E2A-433F-AEDC-54947AE33367}" destId="{946F312C-FC17-4560-A041-31863DE9E91B}" srcOrd="0" destOrd="0" parTransId="{DA59AF9B-7C60-481D-9743-D618F4D51CC1}" sibTransId="{3DDD0958-CC07-43B4-BCE3-3392CFEA14F1}"/>
    <dgm:cxn modelId="{1F6203C5-5889-4C17-9F27-0BF73B66BD03}" srcId="{946F312C-FC17-4560-A041-31863DE9E91B}" destId="{300464E2-EB85-442F-8591-CE26F73FEDF9}" srcOrd="0" destOrd="0" parTransId="{A588ABBB-AF88-4945-87BC-DACED5E6B15A}" sibTransId="{7F120560-2877-4625-81D7-1FA57FF29FA4}"/>
    <dgm:cxn modelId="{0E6C4ACB-EA15-4F17-A597-CE768210E6BE}" type="presOf" srcId="{300464E2-EB85-442F-8591-CE26F73FEDF9}" destId="{46204B79-6226-4E82-9F81-69F2EA3BA1E5}" srcOrd="0" destOrd="0" presId="urn:microsoft.com/office/officeart/2005/8/layout/vList2"/>
    <dgm:cxn modelId="{78D231F1-E7F1-46D8-8DBA-68030BAC4EFA}" srcId="{946F312C-FC17-4560-A041-31863DE9E91B}" destId="{2D059A3D-1604-4247-AB9F-9AACCDC095D5}" srcOrd="1" destOrd="0" parTransId="{C4C02640-5177-4413-A8C3-49CBD4249751}" sibTransId="{9AE9EE24-EE4A-432C-94BB-E239ECAADB2C}"/>
    <dgm:cxn modelId="{CDF46663-1BF1-4DE4-A6B3-109DDB0B6822}" type="presParOf" srcId="{B84B3889-9DAF-4BC2-9D38-E41FF28AE5C2}" destId="{BD09F356-1427-4994-A41D-EA325F236374}" srcOrd="0" destOrd="0" presId="urn:microsoft.com/office/officeart/2005/8/layout/vList2"/>
    <dgm:cxn modelId="{68F28300-0C5E-4496-9E0C-3C2A89545750}" type="presParOf" srcId="{B84B3889-9DAF-4BC2-9D38-E41FF28AE5C2}" destId="{46204B79-6226-4E82-9F81-69F2EA3BA1E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70DAB9-474B-408B-B744-5C9F7F0F8394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6D7F150-8D81-4E84-8730-BE0FC3D70B2E}">
      <dgm:prSet/>
      <dgm:spPr/>
      <dgm:t>
        <a:bodyPr/>
        <a:lstStyle/>
        <a:p>
          <a:r>
            <a:rPr lang="pl-PL"/>
            <a:t>Wymagania poznawcze </a:t>
          </a:r>
          <a:endParaRPr lang="en-US"/>
        </a:p>
      </dgm:t>
    </dgm:pt>
    <dgm:pt modelId="{87953A8A-13E2-467C-985C-42A4D2F6AF86}" type="parTrans" cxnId="{ADCEF5FA-7A4B-4A59-A3D5-51170BD8FC34}">
      <dgm:prSet/>
      <dgm:spPr/>
      <dgm:t>
        <a:bodyPr/>
        <a:lstStyle/>
        <a:p>
          <a:endParaRPr lang="en-US"/>
        </a:p>
      </dgm:t>
    </dgm:pt>
    <dgm:pt modelId="{CE20F345-3B34-4CB3-B025-C5920D264FE6}" type="sibTrans" cxnId="{ADCEF5FA-7A4B-4A59-A3D5-51170BD8FC34}">
      <dgm:prSet/>
      <dgm:spPr/>
      <dgm:t>
        <a:bodyPr/>
        <a:lstStyle/>
        <a:p>
          <a:endParaRPr lang="en-US"/>
        </a:p>
      </dgm:t>
    </dgm:pt>
    <dgm:pt modelId="{0698A27D-20BC-4F35-8CE0-B5FA9AC1D514}">
      <dgm:prSet/>
      <dgm:spPr/>
      <dgm:t>
        <a:bodyPr/>
        <a:lstStyle/>
        <a:p>
          <a:r>
            <a:rPr lang="pl-PL"/>
            <a:t>Złożoność</a:t>
          </a:r>
          <a:endParaRPr lang="en-US"/>
        </a:p>
      </dgm:t>
    </dgm:pt>
    <dgm:pt modelId="{2A2FF68E-4524-43EB-8234-A8D4ECC47938}" type="parTrans" cxnId="{CE66869A-F823-47B8-8F51-06A8F9406D28}">
      <dgm:prSet/>
      <dgm:spPr/>
      <dgm:t>
        <a:bodyPr/>
        <a:lstStyle/>
        <a:p>
          <a:endParaRPr lang="en-US"/>
        </a:p>
      </dgm:t>
    </dgm:pt>
    <dgm:pt modelId="{7F18229F-1467-41B2-BBA2-0C7FC5A9CEC2}" type="sibTrans" cxnId="{CE66869A-F823-47B8-8F51-06A8F9406D28}">
      <dgm:prSet/>
      <dgm:spPr/>
      <dgm:t>
        <a:bodyPr/>
        <a:lstStyle/>
        <a:p>
          <a:endParaRPr lang="en-US"/>
        </a:p>
      </dgm:t>
    </dgm:pt>
    <dgm:pt modelId="{D0EEC17B-5B03-4457-A9D3-38B2BCF20F5E}">
      <dgm:prSet/>
      <dgm:spPr/>
      <dgm:t>
        <a:bodyPr/>
        <a:lstStyle/>
        <a:p>
          <a:r>
            <a:rPr lang="pl-PL"/>
            <a:t>Problemy z komputerem</a:t>
          </a:r>
          <a:endParaRPr lang="en-US"/>
        </a:p>
      </dgm:t>
    </dgm:pt>
    <dgm:pt modelId="{B2A0637A-60C7-4A61-98EF-7C334CF83B4F}" type="parTrans" cxnId="{B7627E6E-947E-4804-8CB9-167513003D11}">
      <dgm:prSet/>
      <dgm:spPr/>
      <dgm:t>
        <a:bodyPr/>
        <a:lstStyle/>
        <a:p>
          <a:endParaRPr lang="en-US"/>
        </a:p>
      </dgm:t>
    </dgm:pt>
    <dgm:pt modelId="{312C6B11-8F76-48BE-A4FB-B470C020C1D7}" type="sibTrans" cxnId="{B7627E6E-947E-4804-8CB9-167513003D11}">
      <dgm:prSet/>
      <dgm:spPr/>
      <dgm:t>
        <a:bodyPr/>
        <a:lstStyle/>
        <a:p>
          <a:endParaRPr lang="en-US"/>
        </a:p>
      </dgm:t>
    </dgm:pt>
    <dgm:pt modelId="{B8CEFEE3-9944-4DF5-A520-5927A9FF13A9}">
      <dgm:prSet/>
      <dgm:spPr/>
      <dgm:t>
        <a:bodyPr/>
        <a:lstStyle/>
        <a:p>
          <a:r>
            <a:rPr lang="pl-PL"/>
            <a:t>Wymagające kontakty z pacjentami </a:t>
          </a:r>
          <a:endParaRPr lang="en-US"/>
        </a:p>
      </dgm:t>
    </dgm:pt>
    <dgm:pt modelId="{071B1AAE-4E1F-4365-9851-9472E5A9CAFD}" type="parTrans" cxnId="{03151817-1398-4682-9638-4C3D4358F8A5}">
      <dgm:prSet/>
      <dgm:spPr/>
      <dgm:t>
        <a:bodyPr/>
        <a:lstStyle/>
        <a:p>
          <a:endParaRPr lang="en-US"/>
        </a:p>
      </dgm:t>
    </dgm:pt>
    <dgm:pt modelId="{22894D43-8958-480B-BFB6-95CAAF06C736}" type="sibTrans" cxnId="{03151817-1398-4682-9638-4C3D4358F8A5}">
      <dgm:prSet/>
      <dgm:spPr/>
      <dgm:t>
        <a:bodyPr/>
        <a:lstStyle/>
        <a:p>
          <a:endParaRPr lang="en-US"/>
        </a:p>
      </dgm:t>
    </dgm:pt>
    <dgm:pt modelId="{E4A26EFC-E2A9-4913-9BF8-BC77EC16800B}">
      <dgm:prSet/>
      <dgm:spPr/>
      <dgm:t>
        <a:bodyPr/>
        <a:lstStyle/>
        <a:p>
          <a:r>
            <a:rPr lang="pl-PL"/>
            <a:t>Wymagania emocjonalne </a:t>
          </a:r>
          <a:endParaRPr lang="en-US"/>
        </a:p>
      </dgm:t>
    </dgm:pt>
    <dgm:pt modelId="{CE1EF33C-E502-4BE5-A0CC-BEE78FA37A6E}" type="parTrans" cxnId="{8C7BE993-4536-4036-A997-19F5BD97D259}">
      <dgm:prSet/>
      <dgm:spPr/>
      <dgm:t>
        <a:bodyPr/>
        <a:lstStyle/>
        <a:p>
          <a:endParaRPr lang="en-US"/>
        </a:p>
      </dgm:t>
    </dgm:pt>
    <dgm:pt modelId="{F482ECC1-4748-4FAD-96AF-24C2BC117806}" type="sibTrans" cxnId="{8C7BE993-4536-4036-A997-19F5BD97D259}">
      <dgm:prSet/>
      <dgm:spPr/>
      <dgm:t>
        <a:bodyPr/>
        <a:lstStyle/>
        <a:p>
          <a:endParaRPr lang="en-US"/>
        </a:p>
      </dgm:t>
    </dgm:pt>
    <dgm:pt modelId="{8257D588-1897-424C-9831-1588E9F9D9CB}">
      <dgm:prSet/>
      <dgm:spPr/>
      <dgm:t>
        <a:bodyPr/>
        <a:lstStyle/>
        <a:p>
          <a:r>
            <a:rPr lang="pl-PL"/>
            <a:t>Dysonans emocjonalny</a:t>
          </a:r>
          <a:endParaRPr lang="en-US"/>
        </a:p>
      </dgm:t>
    </dgm:pt>
    <dgm:pt modelId="{A99E1C44-36C6-4B0F-9C0A-90B2057578A1}" type="parTrans" cxnId="{2BE399F2-57BE-46EA-852D-46C265C3F000}">
      <dgm:prSet/>
      <dgm:spPr/>
      <dgm:t>
        <a:bodyPr/>
        <a:lstStyle/>
        <a:p>
          <a:endParaRPr lang="en-US"/>
        </a:p>
      </dgm:t>
    </dgm:pt>
    <dgm:pt modelId="{6A0F0A44-0DB0-4EB9-A1DA-D4E51314A4B5}" type="sibTrans" cxnId="{2BE399F2-57BE-46EA-852D-46C265C3F000}">
      <dgm:prSet/>
      <dgm:spPr/>
      <dgm:t>
        <a:bodyPr/>
        <a:lstStyle/>
        <a:p>
          <a:endParaRPr lang="en-US"/>
        </a:p>
      </dgm:t>
    </dgm:pt>
    <dgm:pt modelId="{5980B160-1DBC-4055-BF62-C56236B68F55}">
      <dgm:prSet/>
      <dgm:spPr/>
      <dgm:t>
        <a:bodyPr/>
        <a:lstStyle/>
        <a:p>
          <a:r>
            <a:rPr lang="pl-PL"/>
            <a:t>Konflikt interpersonalny </a:t>
          </a:r>
          <a:endParaRPr lang="en-US"/>
        </a:p>
      </dgm:t>
    </dgm:pt>
    <dgm:pt modelId="{E3F60754-CB45-4484-9F50-C07D8ABF2F3A}" type="parTrans" cxnId="{94F65642-B2FF-463C-A655-D9C8C36A9874}">
      <dgm:prSet/>
      <dgm:spPr/>
      <dgm:t>
        <a:bodyPr/>
        <a:lstStyle/>
        <a:p>
          <a:endParaRPr lang="en-US"/>
        </a:p>
      </dgm:t>
    </dgm:pt>
    <dgm:pt modelId="{86158EA7-5722-40A9-A896-C59325D06197}" type="sibTrans" cxnId="{94F65642-B2FF-463C-A655-D9C8C36A9874}">
      <dgm:prSet/>
      <dgm:spPr/>
      <dgm:t>
        <a:bodyPr/>
        <a:lstStyle/>
        <a:p>
          <a:endParaRPr lang="en-US"/>
        </a:p>
      </dgm:t>
    </dgm:pt>
    <dgm:pt modelId="{753D0F90-501B-411E-8965-4019CD1B5100}">
      <dgm:prSet/>
      <dgm:spPr/>
      <dgm:t>
        <a:bodyPr/>
        <a:lstStyle/>
        <a:p>
          <a:r>
            <a:rPr lang="pl-PL"/>
            <a:t>Niepewność pracy</a:t>
          </a:r>
          <a:endParaRPr lang="en-US"/>
        </a:p>
      </dgm:t>
    </dgm:pt>
    <dgm:pt modelId="{E932BECB-8234-4E8E-A8E8-ACD03FCA1CD7}" type="parTrans" cxnId="{2A6CF967-6063-4612-A990-AFE09504EE97}">
      <dgm:prSet/>
      <dgm:spPr/>
      <dgm:t>
        <a:bodyPr/>
        <a:lstStyle/>
        <a:p>
          <a:endParaRPr lang="en-US"/>
        </a:p>
      </dgm:t>
    </dgm:pt>
    <dgm:pt modelId="{12E400CF-BE32-4554-AFA3-A85F45058A19}" type="sibTrans" cxnId="{2A6CF967-6063-4612-A990-AFE09504EE97}">
      <dgm:prSet/>
      <dgm:spPr/>
      <dgm:t>
        <a:bodyPr/>
        <a:lstStyle/>
        <a:p>
          <a:endParaRPr lang="en-US"/>
        </a:p>
      </dgm:t>
    </dgm:pt>
    <dgm:pt modelId="{6FB9A5C6-6429-424E-88F0-CB3A07C5F47C}">
      <dgm:prSet/>
      <dgm:spPr/>
      <dgm:t>
        <a:bodyPr/>
        <a:lstStyle/>
        <a:p>
          <a:r>
            <a:rPr lang="pl-PL"/>
            <a:t>Negatywny wpływ rodziny na pracę </a:t>
          </a:r>
          <a:endParaRPr lang="en-US"/>
        </a:p>
      </dgm:t>
    </dgm:pt>
    <dgm:pt modelId="{52AD8374-84DF-4F44-9879-B6724FCDDD29}" type="parTrans" cxnId="{19E4FC32-6CED-46F7-9790-A2EB26E7D77D}">
      <dgm:prSet/>
      <dgm:spPr/>
      <dgm:t>
        <a:bodyPr/>
        <a:lstStyle/>
        <a:p>
          <a:endParaRPr lang="en-US"/>
        </a:p>
      </dgm:t>
    </dgm:pt>
    <dgm:pt modelId="{47CF4BBC-DC96-402E-B402-EE7C36C8CD52}" type="sibTrans" cxnId="{19E4FC32-6CED-46F7-9790-A2EB26E7D77D}">
      <dgm:prSet/>
      <dgm:spPr/>
      <dgm:t>
        <a:bodyPr/>
        <a:lstStyle/>
        <a:p>
          <a:endParaRPr lang="en-US"/>
        </a:p>
      </dgm:t>
    </dgm:pt>
    <dgm:pt modelId="{F53D6C8D-0FF3-4936-A3DB-9F9C412200A7}">
      <dgm:prSet/>
      <dgm:spPr/>
      <dgm:t>
        <a:bodyPr/>
        <a:lstStyle/>
        <a:p>
          <a:r>
            <a:rPr lang="pl-PL"/>
            <a:t>Nękanie przez pacjentów</a:t>
          </a:r>
          <a:endParaRPr lang="en-US"/>
        </a:p>
      </dgm:t>
    </dgm:pt>
    <dgm:pt modelId="{63B738B4-16A1-4A75-A30F-0DAA923D9A7F}" type="parTrans" cxnId="{E45340F4-B910-466A-B266-25052A9CBEFA}">
      <dgm:prSet/>
      <dgm:spPr/>
      <dgm:t>
        <a:bodyPr/>
        <a:lstStyle/>
        <a:p>
          <a:endParaRPr lang="en-US"/>
        </a:p>
      </dgm:t>
    </dgm:pt>
    <dgm:pt modelId="{E807844A-CA2F-4FAF-8426-04C592EDED2A}" type="sibTrans" cxnId="{E45340F4-B910-466A-B266-25052A9CBEFA}">
      <dgm:prSet/>
      <dgm:spPr/>
      <dgm:t>
        <a:bodyPr/>
        <a:lstStyle/>
        <a:p>
          <a:endParaRPr lang="en-US"/>
        </a:p>
      </dgm:t>
    </dgm:pt>
    <dgm:pt modelId="{E30295C9-ECCC-4BBA-9C5F-C4CCF76B8198}">
      <dgm:prSet/>
      <dgm:spPr/>
      <dgm:t>
        <a:bodyPr/>
        <a:lstStyle/>
        <a:p>
          <a:r>
            <a:rPr lang="pl-PL"/>
            <a:t>Wymagania dotyczące wydajności </a:t>
          </a:r>
          <a:endParaRPr lang="en-US"/>
        </a:p>
      </dgm:t>
    </dgm:pt>
    <dgm:pt modelId="{CC327C16-6973-422A-9822-6AD43997B308}" type="parTrans" cxnId="{5CD12A82-5827-4DD6-82D1-C97A9AD6C238}">
      <dgm:prSet/>
      <dgm:spPr/>
      <dgm:t>
        <a:bodyPr/>
        <a:lstStyle/>
        <a:p>
          <a:endParaRPr lang="en-US"/>
        </a:p>
      </dgm:t>
    </dgm:pt>
    <dgm:pt modelId="{8106B48E-1C46-4134-9616-16F852F30BB4}" type="sibTrans" cxnId="{5CD12A82-5827-4DD6-82D1-C97A9AD6C238}">
      <dgm:prSet/>
      <dgm:spPr/>
      <dgm:t>
        <a:bodyPr/>
        <a:lstStyle/>
        <a:p>
          <a:endParaRPr lang="en-US"/>
        </a:p>
      </dgm:t>
    </dgm:pt>
    <dgm:pt modelId="{F17FB1AC-BA17-49A5-91BF-1288534CEEDA}">
      <dgm:prSet/>
      <dgm:spPr/>
      <dgm:t>
        <a:bodyPr/>
        <a:lstStyle/>
        <a:p>
          <a:r>
            <a:rPr lang="pl-PL"/>
            <a:t>Wymagania fizyczne</a:t>
          </a:r>
          <a:endParaRPr lang="en-US"/>
        </a:p>
      </dgm:t>
    </dgm:pt>
    <dgm:pt modelId="{D34F3048-1765-40A2-8C0B-F6631F127DF0}" type="parTrans" cxnId="{FD03D6D4-BC4E-464C-8C94-EE9C2B4FF961}">
      <dgm:prSet/>
      <dgm:spPr/>
      <dgm:t>
        <a:bodyPr/>
        <a:lstStyle/>
        <a:p>
          <a:endParaRPr lang="en-US"/>
        </a:p>
      </dgm:t>
    </dgm:pt>
    <dgm:pt modelId="{E12E5351-CD54-4B6F-96DD-8AE197871B0A}" type="sibTrans" cxnId="{FD03D6D4-BC4E-464C-8C94-EE9C2B4FF961}">
      <dgm:prSet/>
      <dgm:spPr/>
      <dgm:t>
        <a:bodyPr/>
        <a:lstStyle/>
        <a:p>
          <a:endParaRPr lang="en-US"/>
        </a:p>
      </dgm:t>
    </dgm:pt>
    <dgm:pt modelId="{CB72A307-FCF2-4439-B147-9C2ED73C33DD}">
      <dgm:prSet/>
      <dgm:spPr/>
      <dgm:t>
        <a:bodyPr/>
        <a:lstStyle/>
        <a:p>
          <a:r>
            <a:rPr lang="pl-PL"/>
            <a:t>Problemy z planowaniem </a:t>
          </a:r>
          <a:endParaRPr lang="en-US"/>
        </a:p>
      </dgm:t>
    </dgm:pt>
    <dgm:pt modelId="{66A5C4AB-3740-45E8-9193-1518A6D5D998}" type="parTrans" cxnId="{642D98A5-3B5D-4AC9-A5F1-AD442D7B7768}">
      <dgm:prSet/>
      <dgm:spPr/>
      <dgm:t>
        <a:bodyPr/>
        <a:lstStyle/>
        <a:p>
          <a:endParaRPr lang="en-US"/>
        </a:p>
      </dgm:t>
    </dgm:pt>
    <dgm:pt modelId="{D37DF02B-2917-4951-9834-0960307A512B}" type="sibTrans" cxnId="{642D98A5-3B5D-4AC9-A5F1-AD442D7B7768}">
      <dgm:prSet/>
      <dgm:spPr/>
      <dgm:t>
        <a:bodyPr/>
        <a:lstStyle/>
        <a:p>
          <a:endParaRPr lang="en-US"/>
        </a:p>
      </dgm:t>
    </dgm:pt>
    <dgm:pt modelId="{C034A247-2A8F-4DA6-8282-0DD0FD576812}">
      <dgm:prSet/>
      <dgm:spPr/>
      <dgm:t>
        <a:bodyPr/>
        <a:lstStyle/>
        <a:p>
          <a:r>
            <a:rPr lang="pl-PL"/>
            <a:t>Niewłaściwe zachowanie uczniów </a:t>
          </a:r>
          <a:endParaRPr lang="en-US"/>
        </a:p>
      </dgm:t>
    </dgm:pt>
    <dgm:pt modelId="{05A2A123-ABD6-489D-A4B2-BC5D0B8E30E0}" type="parTrans" cxnId="{C13BB96F-2804-470F-85CB-3F12945C33C7}">
      <dgm:prSet/>
      <dgm:spPr/>
      <dgm:t>
        <a:bodyPr/>
        <a:lstStyle/>
        <a:p>
          <a:endParaRPr lang="en-US"/>
        </a:p>
      </dgm:t>
    </dgm:pt>
    <dgm:pt modelId="{1712CBCC-43DB-40B6-8F6A-C8B8E4D69015}" type="sibTrans" cxnId="{C13BB96F-2804-470F-85CB-3F12945C33C7}">
      <dgm:prSet/>
      <dgm:spPr/>
      <dgm:t>
        <a:bodyPr/>
        <a:lstStyle/>
        <a:p>
          <a:endParaRPr lang="en-US"/>
        </a:p>
      </dgm:t>
    </dgm:pt>
    <dgm:pt modelId="{C21E9E75-641C-4F16-89FA-BB96EFD9460D}">
      <dgm:prSet/>
      <dgm:spPr/>
      <dgm:t>
        <a:bodyPr/>
        <a:lstStyle/>
        <a:p>
          <a:r>
            <a:rPr lang="pl-PL"/>
            <a:t>Jakościowe obciążenie pracą </a:t>
          </a:r>
          <a:endParaRPr lang="en-US"/>
        </a:p>
      </dgm:t>
    </dgm:pt>
    <dgm:pt modelId="{6AAA08E3-5B83-4966-8B0F-785F51048F51}" type="parTrans" cxnId="{0B7AD5AD-FA8D-4FD8-922E-5BA6A41832A7}">
      <dgm:prSet/>
      <dgm:spPr/>
      <dgm:t>
        <a:bodyPr/>
        <a:lstStyle/>
        <a:p>
          <a:endParaRPr lang="en-US"/>
        </a:p>
      </dgm:t>
    </dgm:pt>
    <dgm:pt modelId="{0BB10618-07C4-4CEC-9B2A-7813DAA92515}" type="sibTrans" cxnId="{0B7AD5AD-FA8D-4FD8-922E-5BA6A41832A7}">
      <dgm:prSet/>
      <dgm:spPr/>
      <dgm:t>
        <a:bodyPr/>
        <a:lstStyle/>
        <a:p>
          <a:endParaRPr lang="en-US"/>
        </a:p>
      </dgm:t>
    </dgm:pt>
    <dgm:pt modelId="{C8B66170-6A4F-4160-83EC-23C89AF02421}">
      <dgm:prSet/>
      <dgm:spPr/>
      <dgm:t>
        <a:bodyPr/>
        <a:lstStyle/>
        <a:p>
          <a:r>
            <a:rPr lang="pl-PL"/>
            <a:t>Reorganizacja</a:t>
          </a:r>
          <a:endParaRPr lang="en-US"/>
        </a:p>
      </dgm:t>
    </dgm:pt>
    <dgm:pt modelId="{E5D558EA-CF02-450D-A360-83D92124BF2D}" type="parTrans" cxnId="{87791F39-5A29-44A4-9EA7-DFD06B0CD788}">
      <dgm:prSet/>
      <dgm:spPr/>
      <dgm:t>
        <a:bodyPr/>
        <a:lstStyle/>
        <a:p>
          <a:endParaRPr lang="en-US"/>
        </a:p>
      </dgm:t>
    </dgm:pt>
    <dgm:pt modelId="{A279D397-3BE2-4B4E-AFED-A8598757F763}" type="sibTrans" cxnId="{87791F39-5A29-44A4-9EA7-DFD06B0CD788}">
      <dgm:prSet/>
      <dgm:spPr/>
      <dgm:t>
        <a:bodyPr/>
        <a:lstStyle/>
        <a:p>
          <a:endParaRPr lang="en-US"/>
        </a:p>
      </dgm:t>
    </dgm:pt>
    <dgm:pt modelId="{AA03AA72-2CCB-4534-89DE-8F8DF46A2F40}">
      <dgm:prSet/>
      <dgm:spPr/>
      <dgm:t>
        <a:bodyPr/>
        <a:lstStyle/>
        <a:p>
          <a:r>
            <a:rPr lang="pl-PL"/>
            <a:t>Wynagrodzenie </a:t>
          </a:r>
          <a:endParaRPr lang="en-US"/>
        </a:p>
      </dgm:t>
    </dgm:pt>
    <dgm:pt modelId="{31F897C3-AF28-49CE-8F0C-7597AF8AAA9F}" type="parTrans" cxnId="{AAD59D05-3097-458F-A33B-C34EDADECE49}">
      <dgm:prSet/>
      <dgm:spPr/>
      <dgm:t>
        <a:bodyPr/>
        <a:lstStyle/>
        <a:p>
          <a:endParaRPr lang="en-US"/>
        </a:p>
      </dgm:t>
    </dgm:pt>
    <dgm:pt modelId="{7C760E63-CCF5-4BE4-B5A3-EAF550463638}" type="sibTrans" cxnId="{AAD59D05-3097-458F-A33B-C34EDADECE49}">
      <dgm:prSet/>
      <dgm:spPr/>
      <dgm:t>
        <a:bodyPr/>
        <a:lstStyle/>
        <a:p>
          <a:endParaRPr lang="en-US"/>
        </a:p>
      </dgm:t>
    </dgm:pt>
    <dgm:pt modelId="{70CE89C8-3403-4758-8D32-F5CD8AADBE96}">
      <dgm:prSet/>
      <dgm:spPr/>
      <dgm:t>
        <a:bodyPr/>
        <a:lstStyle/>
        <a:p>
          <a:r>
            <a:rPr lang="pl-PL"/>
            <a:t>Odpowiedzialność</a:t>
          </a:r>
          <a:endParaRPr lang="en-US"/>
        </a:p>
      </dgm:t>
    </dgm:pt>
    <dgm:pt modelId="{CCA05187-69AB-4E24-AAA7-D07E7EAE89A1}" type="parTrans" cxnId="{7180621F-50D3-41A1-85C3-817E90DB82F5}">
      <dgm:prSet/>
      <dgm:spPr/>
      <dgm:t>
        <a:bodyPr/>
        <a:lstStyle/>
        <a:p>
          <a:endParaRPr lang="en-US"/>
        </a:p>
      </dgm:t>
    </dgm:pt>
    <dgm:pt modelId="{B7062899-D82D-444E-943E-E9B605024F8F}" type="sibTrans" cxnId="{7180621F-50D3-41A1-85C3-817E90DB82F5}">
      <dgm:prSet/>
      <dgm:spPr/>
      <dgm:t>
        <a:bodyPr/>
        <a:lstStyle/>
        <a:p>
          <a:endParaRPr lang="en-US"/>
        </a:p>
      </dgm:t>
    </dgm:pt>
    <dgm:pt modelId="{0B787AF9-4ED2-4967-A08E-32DD7712265B}">
      <dgm:prSet/>
      <dgm:spPr/>
      <dgm:t>
        <a:bodyPr/>
        <a:lstStyle/>
        <a:p>
          <a:r>
            <a:rPr lang="pl-PL"/>
            <a:t>Ryzyko i zagrożenia </a:t>
          </a:r>
          <a:endParaRPr lang="en-US"/>
        </a:p>
      </dgm:t>
    </dgm:pt>
    <dgm:pt modelId="{B106E564-E74F-4EB7-9AAC-A1896127E324}" type="parTrans" cxnId="{271265A7-4C37-484D-ADCB-A6C80128F0EB}">
      <dgm:prSet/>
      <dgm:spPr/>
      <dgm:t>
        <a:bodyPr/>
        <a:lstStyle/>
        <a:p>
          <a:endParaRPr lang="en-US"/>
        </a:p>
      </dgm:t>
    </dgm:pt>
    <dgm:pt modelId="{E6F7C2BD-7FA1-4E7F-99F7-9789BC2CD5F6}" type="sibTrans" cxnId="{271265A7-4C37-484D-ADCB-A6C80128F0EB}">
      <dgm:prSet/>
      <dgm:spPr/>
      <dgm:t>
        <a:bodyPr/>
        <a:lstStyle/>
        <a:p>
          <a:endParaRPr lang="en-US"/>
        </a:p>
      </dgm:t>
    </dgm:pt>
    <dgm:pt modelId="{2C720791-EB37-4792-88BD-3E7B6AC90A75}">
      <dgm:prSet/>
      <dgm:spPr/>
      <dgm:t>
        <a:bodyPr/>
        <a:lstStyle/>
        <a:p>
          <a:r>
            <a:rPr lang="pl-PL"/>
            <a:t>Niejednoznaczność roli</a:t>
          </a:r>
          <a:endParaRPr lang="en-US"/>
        </a:p>
      </dgm:t>
    </dgm:pt>
    <dgm:pt modelId="{49FDA34A-9A1E-4FF1-8730-8803F816FB41}" type="parTrans" cxnId="{EFE7D211-9595-4BE1-BE05-336A80C46648}">
      <dgm:prSet/>
      <dgm:spPr/>
      <dgm:t>
        <a:bodyPr/>
        <a:lstStyle/>
        <a:p>
          <a:endParaRPr lang="en-US"/>
        </a:p>
      </dgm:t>
    </dgm:pt>
    <dgm:pt modelId="{01871FAE-32E3-42A6-9E72-F274F2193803}" type="sibTrans" cxnId="{EFE7D211-9595-4BE1-BE05-336A80C46648}">
      <dgm:prSet/>
      <dgm:spPr/>
      <dgm:t>
        <a:bodyPr/>
        <a:lstStyle/>
        <a:p>
          <a:endParaRPr lang="en-US"/>
        </a:p>
      </dgm:t>
    </dgm:pt>
    <dgm:pt modelId="{D2AD6EF0-6241-4C01-AA75-364AD1EDC5B2}">
      <dgm:prSet/>
      <dgm:spPr/>
      <dgm:t>
        <a:bodyPr/>
        <a:lstStyle/>
        <a:p>
          <a:r>
            <a:rPr lang="pl-PL"/>
            <a:t>Konflikt ról</a:t>
          </a:r>
          <a:endParaRPr lang="en-US"/>
        </a:p>
      </dgm:t>
    </dgm:pt>
    <dgm:pt modelId="{3D0346B9-A236-4303-9E66-8982807561C9}" type="parTrans" cxnId="{F78E47E2-C868-44E9-8AE5-D1CADA5EC067}">
      <dgm:prSet/>
      <dgm:spPr/>
      <dgm:t>
        <a:bodyPr/>
        <a:lstStyle/>
        <a:p>
          <a:endParaRPr lang="en-US"/>
        </a:p>
      </dgm:t>
    </dgm:pt>
    <dgm:pt modelId="{3CAF4F50-8C2B-477D-BBFF-0BCF82B7C0FC}" type="sibTrans" cxnId="{F78E47E2-C868-44E9-8AE5-D1CADA5EC067}">
      <dgm:prSet/>
      <dgm:spPr/>
      <dgm:t>
        <a:bodyPr/>
        <a:lstStyle/>
        <a:p>
          <a:endParaRPr lang="en-US"/>
        </a:p>
      </dgm:t>
    </dgm:pt>
    <dgm:pt modelId="{6BE454A2-5DAF-455D-ABCD-4E8294E2866B}">
      <dgm:prSet/>
      <dgm:spPr/>
      <dgm:t>
        <a:bodyPr/>
        <a:lstStyle/>
        <a:p>
          <a:r>
            <a:rPr lang="pl-PL"/>
            <a:t>Molestowanie seksualne</a:t>
          </a:r>
          <a:endParaRPr lang="en-US"/>
        </a:p>
      </dgm:t>
    </dgm:pt>
    <dgm:pt modelId="{97937CDA-4686-4611-96FD-996117E9E33D}" type="parTrans" cxnId="{906BD5B8-0E05-4193-BFEB-984A251FA018}">
      <dgm:prSet/>
      <dgm:spPr/>
      <dgm:t>
        <a:bodyPr/>
        <a:lstStyle/>
        <a:p>
          <a:endParaRPr lang="en-US"/>
        </a:p>
      </dgm:t>
    </dgm:pt>
    <dgm:pt modelId="{C8A7CABC-E057-4521-AAF2-844AB829F1D7}" type="sibTrans" cxnId="{906BD5B8-0E05-4193-BFEB-984A251FA018}">
      <dgm:prSet/>
      <dgm:spPr/>
      <dgm:t>
        <a:bodyPr/>
        <a:lstStyle/>
        <a:p>
          <a:endParaRPr lang="en-US"/>
        </a:p>
      </dgm:t>
    </dgm:pt>
    <dgm:pt modelId="{73939A15-EF66-44A7-A9AC-52291DC15F66}">
      <dgm:prSet/>
      <dgm:spPr/>
      <dgm:t>
        <a:bodyPr/>
        <a:lstStyle/>
        <a:p>
          <a:r>
            <a:rPr lang="pl-PL"/>
            <a:t>Presja czasu</a:t>
          </a:r>
          <a:endParaRPr lang="en-US"/>
        </a:p>
      </dgm:t>
    </dgm:pt>
    <dgm:pt modelId="{4DFD1DA4-1FBE-4F82-9B02-E0484F225E30}" type="parTrans" cxnId="{75709E10-1EA8-4C7C-A7B9-98BF1594191A}">
      <dgm:prSet/>
      <dgm:spPr/>
      <dgm:t>
        <a:bodyPr/>
        <a:lstStyle/>
        <a:p>
          <a:endParaRPr lang="en-US"/>
        </a:p>
      </dgm:t>
    </dgm:pt>
    <dgm:pt modelId="{A2D8B8E2-BF2B-4E72-9E2D-F66EB2A645FC}" type="sibTrans" cxnId="{75709E10-1EA8-4C7C-A7B9-98BF1594191A}">
      <dgm:prSet/>
      <dgm:spPr/>
      <dgm:t>
        <a:bodyPr/>
        <a:lstStyle/>
        <a:p>
          <a:endParaRPr lang="en-US"/>
        </a:p>
      </dgm:t>
    </dgm:pt>
    <dgm:pt modelId="{D1574EB2-1A54-4CA9-A92C-44305E996E0A}">
      <dgm:prSet/>
      <dgm:spPr/>
      <dgm:t>
        <a:bodyPr/>
        <a:lstStyle/>
        <a:p>
          <a:r>
            <a:rPr lang="pl-PL"/>
            <a:t>Niekorzystny harmonogram pracy zmianowej </a:t>
          </a:r>
          <a:endParaRPr lang="en-US"/>
        </a:p>
      </dgm:t>
    </dgm:pt>
    <dgm:pt modelId="{ED56F48A-5B04-4CA4-9CF5-2E1CAB0C23C1}" type="parTrans" cxnId="{6CEC90D1-FAFB-49BC-AC10-47F46BEFC293}">
      <dgm:prSet/>
      <dgm:spPr/>
      <dgm:t>
        <a:bodyPr/>
        <a:lstStyle/>
        <a:p>
          <a:endParaRPr lang="en-US"/>
        </a:p>
      </dgm:t>
    </dgm:pt>
    <dgm:pt modelId="{4DC96330-8A36-48E0-B98D-51D63C040417}" type="sibTrans" cxnId="{6CEC90D1-FAFB-49BC-AC10-47F46BEFC293}">
      <dgm:prSet/>
      <dgm:spPr/>
      <dgm:t>
        <a:bodyPr/>
        <a:lstStyle/>
        <a:p>
          <a:endParaRPr lang="en-US"/>
        </a:p>
      </dgm:t>
    </dgm:pt>
    <dgm:pt modelId="{9C834BC6-C2BD-4535-9DD9-C919DB79520B}">
      <dgm:prSet/>
      <dgm:spPr/>
      <dgm:t>
        <a:bodyPr/>
        <a:lstStyle/>
        <a:p>
          <a:r>
            <a:rPr lang="pl-PL"/>
            <a:t>Niekorzystne warunki pracy</a:t>
          </a:r>
          <a:endParaRPr lang="en-US"/>
        </a:p>
      </dgm:t>
    </dgm:pt>
    <dgm:pt modelId="{11FBB3A7-A82D-4660-806F-EF6DBF46928F}" type="parTrans" cxnId="{1C885438-D571-48F2-AD75-F97291DCAD1A}">
      <dgm:prSet/>
      <dgm:spPr/>
      <dgm:t>
        <a:bodyPr/>
        <a:lstStyle/>
        <a:p>
          <a:endParaRPr lang="en-US"/>
        </a:p>
      </dgm:t>
    </dgm:pt>
    <dgm:pt modelId="{006E0E95-4625-45B6-B52A-ABEE89172A0E}" type="sibTrans" cxnId="{1C885438-D571-48F2-AD75-F97291DCAD1A}">
      <dgm:prSet/>
      <dgm:spPr/>
      <dgm:t>
        <a:bodyPr/>
        <a:lstStyle/>
        <a:p>
          <a:endParaRPr lang="en-US"/>
        </a:p>
      </dgm:t>
    </dgm:pt>
    <dgm:pt modelId="{E155CC50-90E3-4366-9ED1-CF6F7C1A8D2B}">
      <dgm:prSet/>
      <dgm:spPr/>
      <dgm:t>
        <a:bodyPr/>
        <a:lstStyle/>
        <a:p>
          <a:r>
            <a:rPr lang="pl-PL"/>
            <a:t>Presja pracy</a:t>
          </a:r>
          <a:endParaRPr lang="en-US"/>
        </a:p>
      </dgm:t>
    </dgm:pt>
    <dgm:pt modelId="{BE097DCF-86EF-493B-9CC0-0129C6AA5201}" type="parTrans" cxnId="{578988BB-8D7F-482E-A5F6-1C2C4304B59E}">
      <dgm:prSet/>
      <dgm:spPr/>
      <dgm:t>
        <a:bodyPr/>
        <a:lstStyle/>
        <a:p>
          <a:endParaRPr lang="en-US"/>
        </a:p>
      </dgm:t>
    </dgm:pt>
    <dgm:pt modelId="{36C97DFA-197E-407B-B883-3544A99BDA97}" type="sibTrans" cxnId="{578988BB-8D7F-482E-A5F6-1C2C4304B59E}">
      <dgm:prSet/>
      <dgm:spPr/>
      <dgm:t>
        <a:bodyPr/>
        <a:lstStyle/>
        <a:p>
          <a:endParaRPr lang="en-US"/>
        </a:p>
      </dgm:t>
    </dgm:pt>
    <dgm:pt modelId="{CB93CD78-D8D3-4B3A-A39A-A5412D156BBF}">
      <dgm:prSet/>
      <dgm:spPr/>
      <dgm:t>
        <a:bodyPr/>
        <a:lstStyle/>
        <a:p>
          <a:r>
            <a:rPr lang="pl-PL"/>
            <a:t>Konflikt praca-dom </a:t>
          </a:r>
          <a:endParaRPr lang="en-US"/>
        </a:p>
      </dgm:t>
    </dgm:pt>
    <dgm:pt modelId="{3C9229F0-2E60-4E42-996A-C9EBAE229DF2}" type="parTrans" cxnId="{614F86A9-DA24-495E-B5A3-1D937C40F313}">
      <dgm:prSet/>
      <dgm:spPr/>
      <dgm:t>
        <a:bodyPr/>
        <a:lstStyle/>
        <a:p>
          <a:endParaRPr lang="en-US"/>
        </a:p>
      </dgm:t>
    </dgm:pt>
    <dgm:pt modelId="{28CFF317-DC71-4911-83E9-160D64D9A853}" type="sibTrans" cxnId="{614F86A9-DA24-495E-B5A3-1D937C40F313}">
      <dgm:prSet/>
      <dgm:spPr/>
      <dgm:t>
        <a:bodyPr/>
        <a:lstStyle/>
        <a:p>
          <a:endParaRPr lang="en-US"/>
        </a:p>
      </dgm:t>
    </dgm:pt>
    <dgm:pt modelId="{4A236221-5AF7-4D5A-832A-6F6128087BBC}">
      <dgm:prSet/>
      <dgm:spPr/>
      <dgm:t>
        <a:bodyPr/>
        <a:lstStyle/>
        <a:p>
          <a:r>
            <a:rPr lang="pl-PL"/>
            <a:t>Przeciążenie pracą</a:t>
          </a:r>
          <a:endParaRPr lang="en-US"/>
        </a:p>
      </dgm:t>
    </dgm:pt>
    <dgm:pt modelId="{9F697945-8587-4FDB-A58E-144E6496A810}" type="parTrans" cxnId="{291FA244-690C-4C61-8BA7-F1AE32E4C7A6}">
      <dgm:prSet/>
      <dgm:spPr/>
      <dgm:t>
        <a:bodyPr/>
        <a:lstStyle/>
        <a:p>
          <a:endParaRPr lang="en-US"/>
        </a:p>
      </dgm:t>
    </dgm:pt>
    <dgm:pt modelId="{50EB3118-B7F1-490F-A3F4-9C4B02A872E9}" type="sibTrans" cxnId="{291FA244-690C-4C61-8BA7-F1AE32E4C7A6}">
      <dgm:prSet/>
      <dgm:spPr/>
      <dgm:t>
        <a:bodyPr/>
        <a:lstStyle/>
        <a:p>
          <a:endParaRPr lang="en-US"/>
        </a:p>
      </dgm:t>
    </dgm:pt>
    <dgm:pt modelId="{0DF516C1-A93C-456E-A136-1769394048D6}" type="pres">
      <dgm:prSet presAssocID="{D570DAB9-474B-408B-B744-5C9F7F0F8394}" presName="diagram" presStyleCnt="0">
        <dgm:presLayoutVars>
          <dgm:dir/>
          <dgm:resizeHandles val="exact"/>
        </dgm:presLayoutVars>
      </dgm:prSet>
      <dgm:spPr/>
    </dgm:pt>
    <dgm:pt modelId="{C0EE5DB7-1446-40AB-95C4-E3FEA4D70F68}" type="pres">
      <dgm:prSet presAssocID="{A6D7F150-8D81-4E84-8730-BE0FC3D70B2E}" presName="node" presStyleLbl="node1" presStyleIdx="0" presStyleCnt="28">
        <dgm:presLayoutVars>
          <dgm:bulletEnabled val="1"/>
        </dgm:presLayoutVars>
      </dgm:prSet>
      <dgm:spPr/>
    </dgm:pt>
    <dgm:pt modelId="{92C09FAE-2E35-4FE3-81E0-27686E2D5D7B}" type="pres">
      <dgm:prSet presAssocID="{CE20F345-3B34-4CB3-B025-C5920D264FE6}" presName="sibTrans" presStyleCnt="0"/>
      <dgm:spPr/>
    </dgm:pt>
    <dgm:pt modelId="{F25CD3B1-35EA-4E11-85B2-B02CE16BBFB9}" type="pres">
      <dgm:prSet presAssocID="{0698A27D-20BC-4F35-8CE0-B5FA9AC1D514}" presName="node" presStyleLbl="node1" presStyleIdx="1" presStyleCnt="28">
        <dgm:presLayoutVars>
          <dgm:bulletEnabled val="1"/>
        </dgm:presLayoutVars>
      </dgm:prSet>
      <dgm:spPr/>
    </dgm:pt>
    <dgm:pt modelId="{67827959-F993-41D7-89EE-7CD25559AB7B}" type="pres">
      <dgm:prSet presAssocID="{7F18229F-1467-41B2-BBA2-0C7FC5A9CEC2}" presName="sibTrans" presStyleCnt="0"/>
      <dgm:spPr/>
    </dgm:pt>
    <dgm:pt modelId="{7C183AF6-BC16-4D23-85AD-86EA1EBB4F92}" type="pres">
      <dgm:prSet presAssocID="{D0EEC17B-5B03-4457-A9D3-38B2BCF20F5E}" presName="node" presStyleLbl="node1" presStyleIdx="2" presStyleCnt="28">
        <dgm:presLayoutVars>
          <dgm:bulletEnabled val="1"/>
        </dgm:presLayoutVars>
      </dgm:prSet>
      <dgm:spPr/>
    </dgm:pt>
    <dgm:pt modelId="{A4C65B1A-1162-4896-8522-733120A618B6}" type="pres">
      <dgm:prSet presAssocID="{312C6B11-8F76-48BE-A4FB-B470C020C1D7}" presName="sibTrans" presStyleCnt="0"/>
      <dgm:spPr/>
    </dgm:pt>
    <dgm:pt modelId="{5098C00F-603C-4E7C-A853-D83CADE42A3A}" type="pres">
      <dgm:prSet presAssocID="{B8CEFEE3-9944-4DF5-A520-5927A9FF13A9}" presName="node" presStyleLbl="node1" presStyleIdx="3" presStyleCnt="28">
        <dgm:presLayoutVars>
          <dgm:bulletEnabled val="1"/>
        </dgm:presLayoutVars>
      </dgm:prSet>
      <dgm:spPr/>
    </dgm:pt>
    <dgm:pt modelId="{D292974C-D6F5-44BF-88ED-98DA91A61866}" type="pres">
      <dgm:prSet presAssocID="{22894D43-8958-480B-BFB6-95CAAF06C736}" presName="sibTrans" presStyleCnt="0"/>
      <dgm:spPr/>
    </dgm:pt>
    <dgm:pt modelId="{BF1AACEF-2751-444D-B7CD-1DB8A8E4AA1C}" type="pres">
      <dgm:prSet presAssocID="{E4A26EFC-E2A9-4913-9BF8-BC77EC16800B}" presName="node" presStyleLbl="node1" presStyleIdx="4" presStyleCnt="28">
        <dgm:presLayoutVars>
          <dgm:bulletEnabled val="1"/>
        </dgm:presLayoutVars>
      </dgm:prSet>
      <dgm:spPr/>
    </dgm:pt>
    <dgm:pt modelId="{77553939-93DD-4730-BAC3-D9E652AD25C9}" type="pres">
      <dgm:prSet presAssocID="{F482ECC1-4748-4FAD-96AF-24C2BC117806}" presName="sibTrans" presStyleCnt="0"/>
      <dgm:spPr/>
    </dgm:pt>
    <dgm:pt modelId="{53951E76-3617-49B9-AEDC-4AFFA04F1C62}" type="pres">
      <dgm:prSet presAssocID="{8257D588-1897-424C-9831-1588E9F9D9CB}" presName="node" presStyleLbl="node1" presStyleIdx="5" presStyleCnt="28">
        <dgm:presLayoutVars>
          <dgm:bulletEnabled val="1"/>
        </dgm:presLayoutVars>
      </dgm:prSet>
      <dgm:spPr/>
    </dgm:pt>
    <dgm:pt modelId="{69CEEC1E-D054-4851-817B-3F1F60B775FF}" type="pres">
      <dgm:prSet presAssocID="{6A0F0A44-0DB0-4EB9-A1DA-D4E51314A4B5}" presName="sibTrans" presStyleCnt="0"/>
      <dgm:spPr/>
    </dgm:pt>
    <dgm:pt modelId="{DD5F5D21-CBFE-4AFD-9175-473BF3595FD3}" type="pres">
      <dgm:prSet presAssocID="{5980B160-1DBC-4055-BF62-C56236B68F55}" presName="node" presStyleLbl="node1" presStyleIdx="6" presStyleCnt="28">
        <dgm:presLayoutVars>
          <dgm:bulletEnabled val="1"/>
        </dgm:presLayoutVars>
      </dgm:prSet>
      <dgm:spPr/>
    </dgm:pt>
    <dgm:pt modelId="{ECF5BEAC-DD40-4D53-A23D-01C8D4E407A6}" type="pres">
      <dgm:prSet presAssocID="{86158EA7-5722-40A9-A896-C59325D06197}" presName="sibTrans" presStyleCnt="0"/>
      <dgm:spPr/>
    </dgm:pt>
    <dgm:pt modelId="{B92D62ED-ADDA-408B-B90D-7B8F27B83BA7}" type="pres">
      <dgm:prSet presAssocID="{753D0F90-501B-411E-8965-4019CD1B5100}" presName="node" presStyleLbl="node1" presStyleIdx="7" presStyleCnt="28">
        <dgm:presLayoutVars>
          <dgm:bulletEnabled val="1"/>
        </dgm:presLayoutVars>
      </dgm:prSet>
      <dgm:spPr/>
    </dgm:pt>
    <dgm:pt modelId="{89E2E9B0-F1D7-43F0-92F4-4A553F0695CE}" type="pres">
      <dgm:prSet presAssocID="{12E400CF-BE32-4554-AFA3-A85F45058A19}" presName="sibTrans" presStyleCnt="0"/>
      <dgm:spPr/>
    </dgm:pt>
    <dgm:pt modelId="{3C41F541-0CE5-4343-B276-613773EBF8F6}" type="pres">
      <dgm:prSet presAssocID="{6FB9A5C6-6429-424E-88F0-CB3A07C5F47C}" presName="node" presStyleLbl="node1" presStyleIdx="8" presStyleCnt="28">
        <dgm:presLayoutVars>
          <dgm:bulletEnabled val="1"/>
        </dgm:presLayoutVars>
      </dgm:prSet>
      <dgm:spPr/>
    </dgm:pt>
    <dgm:pt modelId="{7F86D04B-7DDB-4DFD-B971-191F9EC6040E}" type="pres">
      <dgm:prSet presAssocID="{47CF4BBC-DC96-402E-B402-EE7C36C8CD52}" presName="sibTrans" presStyleCnt="0"/>
      <dgm:spPr/>
    </dgm:pt>
    <dgm:pt modelId="{006ACDF0-7AAB-40DA-8B91-247EBB0882E9}" type="pres">
      <dgm:prSet presAssocID="{F53D6C8D-0FF3-4936-A3DB-9F9C412200A7}" presName="node" presStyleLbl="node1" presStyleIdx="9" presStyleCnt="28">
        <dgm:presLayoutVars>
          <dgm:bulletEnabled val="1"/>
        </dgm:presLayoutVars>
      </dgm:prSet>
      <dgm:spPr/>
    </dgm:pt>
    <dgm:pt modelId="{79B314E2-A43D-4DCF-B559-4F69C7126A54}" type="pres">
      <dgm:prSet presAssocID="{E807844A-CA2F-4FAF-8426-04C592EDED2A}" presName="sibTrans" presStyleCnt="0"/>
      <dgm:spPr/>
    </dgm:pt>
    <dgm:pt modelId="{710CEEE3-1C35-473C-A404-4A78E15C99AF}" type="pres">
      <dgm:prSet presAssocID="{E30295C9-ECCC-4BBA-9C5F-C4CCF76B8198}" presName="node" presStyleLbl="node1" presStyleIdx="10" presStyleCnt="28">
        <dgm:presLayoutVars>
          <dgm:bulletEnabled val="1"/>
        </dgm:presLayoutVars>
      </dgm:prSet>
      <dgm:spPr/>
    </dgm:pt>
    <dgm:pt modelId="{9206CB50-B80C-40FD-A9DD-2A04559FE57B}" type="pres">
      <dgm:prSet presAssocID="{8106B48E-1C46-4134-9616-16F852F30BB4}" presName="sibTrans" presStyleCnt="0"/>
      <dgm:spPr/>
    </dgm:pt>
    <dgm:pt modelId="{4C08AA46-19C9-4D69-9485-1AD6665A0317}" type="pres">
      <dgm:prSet presAssocID="{F17FB1AC-BA17-49A5-91BF-1288534CEEDA}" presName="node" presStyleLbl="node1" presStyleIdx="11" presStyleCnt="28">
        <dgm:presLayoutVars>
          <dgm:bulletEnabled val="1"/>
        </dgm:presLayoutVars>
      </dgm:prSet>
      <dgm:spPr/>
    </dgm:pt>
    <dgm:pt modelId="{913B7705-5B3C-4F44-9A3C-5D57F65165EC}" type="pres">
      <dgm:prSet presAssocID="{E12E5351-CD54-4B6F-96DD-8AE197871B0A}" presName="sibTrans" presStyleCnt="0"/>
      <dgm:spPr/>
    </dgm:pt>
    <dgm:pt modelId="{0CEC3852-09BB-40A6-8CAA-72F43C523EEC}" type="pres">
      <dgm:prSet presAssocID="{CB72A307-FCF2-4439-B147-9C2ED73C33DD}" presName="node" presStyleLbl="node1" presStyleIdx="12" presStyleCnt="28">
        <dgm:presLayoutVars>
          <dgm:bulletEnabled val="1"/>
        </dgm:presLayoutVars>
      </dgm:prSet>
      <dgm:spPr/>
    </dgm:pt>
    <dgm:pt modelId="{6A0B0CAF-3D0D-4D1B-ADCC-314FE2CBC34E}" type="pres">
      <dgm:prSet presAssocID="{D37DF02B-2917-4951-9834-0960307A512B}" presName="sibTrans" presStyleCnt="0"/>
      <dgm:spPr/>
    </dgm:pt>
    <dgm:pt modelId="{95E8D88E-2CD7-4BEA-9C01-0183B4894B43}" type="pres">
      <dgm:prSet presAssocID="{C034A247-2A8F-4DA6-8282-0DD0FD576812}" presName="node" presStyleLbl="node1" presStyleIdx="13" presStyleCnt="28">
        <dgm:presLayoutVars>
          <dgm:bulletEnabled val="1"/>
        </dgm:presLayoutVars>
      </dgm:prSet>
      <dgm:spPr/>
    </dgm:pt>
    <dgm:pt modelId="{4B4FC917-E40C-4FB3-968A-18BFB7098669}" type="pres">
      <dgm:prSet presAssocID="{1712CBCC-43DB-40B6-8F6A-C8B8E4D69015}" presName="sibTrans" presStyleCnt="0"/>
      <dgm:spPr/>
    </dgm:pt>
    <dgm:pt modelId="{2EA3C2B3-6B7B-46CA-9156-97BA63B12F32}" type="pres">
      <dgm:prSet presAssocID="{C21E9E75-641C-4F16-89FA-BB96EFD9460D}" presName="node" presStyleLbl="node1" presStyleIdx="14" presStyleCnt="28">
        <dgm:presLayoutVars>
          <dgm:bulletEnabled val="1"/>
        </dgm:presLayoutVars>
      </dgm:prSet>
      <dgm:spPr/>
    </dgm:pt>
    <dgm:pt modelId="{3D693948-7529-4CFD-825D-A5AFFBC2F55B}" type="pres">
      <dgm:prSet presAssocID="{0BB10618-07C4-4CEC-9B2A-7813DAA92515}" presName="sibTrans" presStyleCnt="0"/>
      <dgm:spPr/>
    </dgm:pt>
    <dgm:pt modelId="{D4698F7E-3722-46E3-8D8E-343C4D07FDD7}" type="pres">
      <dgm:prSet presAssocID="{C8B66170-6A4F-4160-83EC-23C89AF02421}" presName="node" presStyleLbl="node1" presStyleIdx="15" presStyleCnt="28">
        <dgm:presLayoutVars>
          <dgm:bulletEnabled val="1"/>
        </dgm:presLayoutVars>
      </dgm:prSet>
      <dgm:spPr/>
    </dgm:pt>
    <dgm:pt modelId="{7A6FFA08-688A-47A5-971C-FA54419ECE33}" type="pres">
      <dgm:prSet presAssocID="{A279D397-3BE2-4B4E-AFED-A8598757F763}" presName="sibTrans" presStyleCnt="0"/>
      <dgm:spPr/>
    </dgm:pt>
    <dgm:pt modelId="{6F28ACBD-F20C-4336-A00C-FC83924316D3}" type="pres">
      <dgm:prSet presAssocID="{AA03AA72-2CCB-4534-89DE-8F8DF46A2F40}" presName="node" presStyleLbl="node1" presStyleIdx="16" presStyleCnt="28">
        <dgm:presLayoutVars>
          <dgm:bulletEnabled val="1"/>
        </dgm:presLayoutVars>
      </dgm:prSet>
      <dgm:spPr/>
    </dgm:pt>
    <dgm:pt modelId="{D76CBE5D-B341-4953-A902-DEEAB21B4F89}" type="pres">
      <dgm:prSet presAssocID="{7C760E63-CCF5-4BE4-B5A3-EAF550463638}" presName="sibTrans" presStyleCnt="0"/>
      <dgm:spPr/>
    </dgm:pt>
    <dgm:pt modelId="{9EA1BB98-F815-49A8-A2B4-88D2AC20CBB2}" type="pres">
      <dgm:prSet presAssocID="{70CE89C8-3403-4758-8D32-F5CD8AADBE96}" presName="node" presStyleLbl="node1" presStyleIdx="17" presStyleCnt="28">
        <dgm:presLayoutVars>
          <dgm:bulletEnabled val="1"/>
        </dgm:presLayoutVars>
      </dgm:prSet>
      <dgm:spPr/>
    </dgm:pt>
    <dgm:pt modelId="{FCC79848-7665-4FDC-BDD3-96CFDA56088F}" type="pres">
      <dgm:prSet presAssocID="{B7062899-D82D-444E-943E-E9B605024F8F}" presName="sibTrans" presStyleCnt="0"/>
      <dgm:spPr/>
    </dgm:pt>
    <dgm:pt modelId="{15354AC3-2DC0-4970-AE66-993CBAC77490}" type="pres">
      <dgm:prSet presAssocID="{0B787AF9-4ED2-4967-A08E-32DD7712265B}" presName="node" presStyleLbl="node1" presStyleIdx="18" presStyleCnt="28">
        <dgm:presLayoutVars>
          <dgm:bulletEnabled val="1"/>
        </dgm:presLayoutVars>
      </dgm:prSet>
      <dgm:spPr/>
    </dgm:pt>
    <dgm:pt modelId="{0E41BFEA-568D-42A2-958D-7436F987BC4C}" type="pres">
      <dgm:prSet presAssocID="{E6F7C2BD-7FA1-4E7F-99F7-9789BC2CD5F6}" presName="sibTrans" presStyleCnt="0"/>
      <dgm:spPr/>
    </dgm:pt>
    <dgm:pt modelId="{6169F0F6-3F45-4A90-80AF-C5D7E08F54EC}" type="pres">
      <dgm:prSet presAssocID="{2C720791-EB37-4792-88BD-3E7B6AC90A75}" presName="node" presStyleLbl="node1" presStyleIdx="19" presStyleCnt="28">
        <dgm:presLayoutVars>
          <dgm:bulletEnabled val="1"/>
        </dgm:presLayoutVars>
      </dgm:prSet>
      <dgm:spPr/>
    </dgm:pt>
    <dgm:pt modelId="{22053A62-9404-424C-B2F2-54B2CEA82EE1}" type="pres">
      <dgm:prSet presAssocID="{01871FAE-32E3-42A6-9E72-F274F2193803}" presName="sibTrans" presStyleCnt="0"/>
      <dgm:spPr/>
    </dgm:pt>
    <dgm:pt modelId="{C19E8E59-ED11-4FD9-961A-498B039D6066}" type="pres">
      <dgm:prSet presAssocID="{D2AD6EF0-6241-4C01-AA75-364AD1EDC5B2}" presName="node" presStyleLbl="node1" presStyleIdx="20" presStyleCnt="28">
        <dgm:presLayoutVars>
          <dgm:bulletEnabled val="1"/>
        </dgm:presLayoutVars>
      </dgm:prSet>
      <dgm:spPr/>
    </dgm:pt>
    <dgm:pt modelId="{A158FAD5-FE9D-47CA-8037-E6B4538AFE43}" type="pres">
      <dgm:prSet presAssocID="{3CAF4F50-8C2B-477D-BBFF-0BCF82B7C0FC}" presName="sibTrans" presStyleCnt="0"/>
      <dgm:spPr/>
    </dgm:pt>
    <dgm:pt modelId="{B56B4E27-6E6F-4E9D-8B93-8CA27874A10E}" type="pres">
      <dgm:prSet presAssocID="{6BE454A2-5DAF-455D-ABCD-4E8294E2866B}" presName="node" presStyleLbl="node1" presStyleIdx="21" presStyleCnt="28">
        <dgm:presLayoutVars>
          <dgm:bulletEnabled val="1"/>
        </dgm:presLayoutVars>
      </dgm:prSet>
      <dgm:spPr/>
    </dgm:pt>
    <dgm:pt modelId="{5232E724-B2CC-4FC3-BE7C-3ED71950B7FA}" type="pres">
      <dgm:prSet presAssocID="{C8A7CABC-E057-4521-AAF2-844AB829F1D7}" presName="sibTrans" presStyleCnt="0"/>
      <dgm:spPr/>
    </dgm:pt>
    <dgm:pt modelId="{1DA84840-D3FB-44DC-BA6B-837D88F72676}" type="pres">
      <dgm:prSet presAssocID="{73939A15-EF66-44A7-A9AC-52291DC15F66}" presName="node" presStyleLbl="node1" presStyleIdx="22" presStyleCnt="28">
        <dgm:presLayoutVars>
          <dgm:bulletEnabled val="1"/>
        </dgm:presLayoutVars>
      </dgm:prSet>
      <dgm:spPr/>
    </dgm:pt>
    <dgm:pt modelId="{FFDFC2D2-5294-43A4-8245-DCE43A3297B2}" type="pres">
      <dgm:prSet presAssocID="{A2D8B8E2-BF2B-4E72-9E2D-F66EB2A645FC}" presName="sibTrans" presStyleCnt="0"/>
      <dgm:spPr/>
    </dgm:pt>
    <dgm:pt modelId="{7EFE99B5-52B7-4FC8-9E41-AEA816F887CB}" type="pres">
      <dgm:prSet presAssocID="{D1574EB2-1A54-4CA9-A92C-44305E996E0A}" presName="node" presStyleLbl="node1" presStyleIdx="23" presStyleCnt="28">
        <dgm:presLayoutVars>
          <dgm:bulletEnabled val="1"/>
        </dgm:presLayoutVars>
      </dgm:prSet>
      <dgm:spPr/>
    </dgm:pt>
    <dgm:pt modelId="{90C1D3C8-BF9C-4FEA-8319-DECEBC4ECA61}" type="pres">
      <dgm:prSet presAssocID="{4DC96330-8A36-48E0-B98D-51D63C040417}" presName="sibTrans" presStyleCnt="0"/>
      <dgm:spPr/>
    </dgm:pt>
    <dgm:pt modelId="{2126FB32-53CD-4EC6-973C-636F23FF4564}" type="pres">
      <dgm:prSet presAssocID="{9C834BC6-C2BD-4535-9DD9-C919DB79520B}" presName="node" presStyleLbl="node1" presStyleIdx="24" presStyleCnt="28">
        <dgm:presLayoutVars>
          <dgm:bulletEnabled val="1"/>
        </dgm:presLayoutVars>
      </dgm:prSet>
      <dgm:spPr/>
    </dgm:pt>
    <dgm:pt modelId="{FE156851-0080-4074-955E-5DE0FDB74F2A}" type="pres">
      <dgm:prSet presAssocID="{006E0E95-4625-45B6-B52A-ABEE89172A0E}" presName="sibTrans" presStyleCnt="0"/>
      <dgm:spPr/>
    </dgm:pt>
    <dgm:pt modelId="{F74F87F4-50E7-4F5A-B34D-1DE32A820D49}" type="pres">
      <dgm:prSet presAssocID="{E155CC50-90E3-4366-9ED1-CF6F7C1A8D2B}" presName="node" presStyleLbl="node1" presStyleIdx="25" presStyleCnt="28">
        <dgm:presLayoutVars>
          <dgm:bulletEnabled val="1"/>
        </dgm:presLayoutVars>
      </dgm:prSet>
      <dgm:spPr/>
    </dgm:pt>
    <dgm:pt modelId="{E410721C-52A2-4D82-9895-965273C2ED60}" type="pres">
      <dgm:prSet presAssocID="{36C97DFA-197E-407B-B883-3544A99BDA97}" presName="sibTrans" presStyleCnt="0"/>
      <dgm:spPr/>
    </dgm:pt>
    <dgm:pt modelId="{72950626-5E8D-4A72-8160-7C91A1CD5672}" type="pres">
      <dgm:prSet presAssocID="{CB93CD78-D8D3-4B3A-A39A-A5412D156BBF}" presName="node" presStyleLbl="node1" presStyleIdx="26" presStyleCnt="28">
        <dgm:presLayoutVars>
          <dgm:bulletEnabled val="1"/>
        </dgm:presLayoutVars>
      </dgm:prSet>
      <dgm:spPr/>
    </dgm:pt>
    <dgm:pt modelId="{EF5A3A3C-A162-4FC8-A1F4-173BD65589DE}" type="pres">
      <dgm:prSet presAssocID="{28CFF317-DC71-4911-83E9-160D64D9A853}" presName="sibTrans" presStyleCnt="0"/>
      <dgm:spPr/>
    </dgm:pt>
    <dgm:pt modelId="{331D65C2-AF28-4DE5-87E6-5D78C94A78AF}" type="pres">
      <dgm:prSet presAssocID="{4A236221-5AF7-4D5A-832A-6F6128087BBC}" presName="node" presStyleLbl="node1" presStyleIdx="27" presStyleCnt="28">
        <dgm:presLayoutVars>
          <dgm:bulletEnabled val="1"/>
        </dgm:presLayoutVars>
      </dgm:prSet>
      <dgm:spPr/>
    </dgm:pt>
  </dgm:ptLst>
  <dgm:cxnLst>
    <dgm:cxn modelId="{AAD59D05-3097-458F-A33B-C34EDADECE49}" srcId="{D570DAB9-474B-408B-B744-5C9F7F0F8394}" destId="{AA03AA72-2CCB-4534-89DE-8F8DF46A2F40}" srcOrd="16" destOrd="0" parTransId="{31F897C3-AF28-49CE-8F0C-7597AF8AAA9F}" sibTransId="{7C760E63-CCF5-4BE4-B5A3-EAF550463638}"/>
    <dgm:cxn modelId="{75709E10-1EA8-4C7C-A7B9-98BF1594191A}" srcId="{D570DAB9-474B-408B-B744-5C9F7F0F8394}" destId="{73939A15-EF66-44A7-A9AC-52291DC15F66}" srcOrd="22" destOrd="0" parTransId="{4DFD1DA4-1FBE-4F82-9B02-E0484F225E30}" sibTransId="{A2D8B8E2-BF2B-4E72-9E2D-F66EB2A645FC}"/>
    <dgm:cxn modelId="{EFE7D211-9595-4BE1-BE05-336A80C46648}" srcId="{D570DAB9-474B-408B-B744-5C9F7F0F8394}" destId="{2C720791-EB37-4792-88BD-3E7B6AC90A75}" srcOrd="19" destOrd="0" parTransId="{49FDA34A-9A1E-4FF1-8730-8803F816FB41}" sibTransId="{01871FAE-32E3-42A6-9E72-F274F2193803}"/>
    <dgm:cxn modelId="{03151817-1398-4682-9638-4C3D4358F8A5}" srcId="{D570DAB9-474B-408B-B744-5C9F7F0F8394}" destId="{B8CEFEE3-9944-4DF5-A520-5927A9FF13A9}" srcOrd="3" destOrd="0" parTransId="{071B1AAE-4E1F-4365-9851-9472E5A9CAFD}" sibTransId="{22894D43-8958-480B-BFB6-95CAAF06C736}"/>
    <dgm:cxn modelId="{4B9BF318-6414-444D-AB0D-A3A688D854AF}" type="presOf" srcId="{D1574EB2-1A54-4CA9-A92C-44305E996E0A}" destId="{7EFE99B5-52B7-4FC8-9E41-AEA816F887CB}" srcOrd="0" destOrd="0" presId="urn:microsoft.com/office/officeart/2005/8/layout/default"/>
    <dgm:cxn modelId="{931B491B-FF0E-4B6B-AEEE-6CA7D14AB948}" type="presOf" srcId="{6FB9A5C6-6429-424E-88F0-CB3A07C5F47C}" destId="{3C41F541-0CE5-4343-B276-613773EBF8F6}" srcOrd="0" destOrd="0" presId="urn:microsoft.com/office/officeart/2005/8/layout/default"/>
    <dgm:cxn modelId="{BAF2E21C-DBE0-433F-949E-53E6F35D0286}" type="presOf" srcId="{CB93CD78-D8D3-4B3A-A39A-A5412D156BBF}" destId="{72950626-5E8D-4A72-8160-7C91A1CD5672}" srcOrd="0" destOrd="0" presId="urn:microsoft.com/office/officeart/2005/8/layout/default"/>
    <dgm:cxn modelId="{7180621F-50D3-41A1-85C3-817E90DB82F5}" srcId="{D570DAB9-474B-408B-B744-5C9F7F0F8394}" destId="{70CE89C8-3403-4758-8D32-F5CD8AADBE96}" srcOrd="17" destOrd="0" parTransId="{CCA05187-69AB-4E24-AAA7-D07E7EAE89A1}" sibTransId="{B7062899-D82D-444E-943E-E9B605024F8F}"/>
    <dgm:cxn modelId="{4716F81F-5735-42BC-A35B-5412BAA457E6}" type="presOf" srcId="{9C834BC6-C2BD-4535-9DD9-C919DB79520B}" destId="{2126FB32-53CD-4EC6-973C-636F23FF4564}" srcOrd="0" destOrd="0" presId="urn:microsoft.com/office/officeart/2005/8/layout/default"/>
    <dgm:cxn modelId="{AE71DC22-E5E6-448E-81C8-5FC29D9C1A3C}" type="presOf" srcId="{AA03AA72-2CCB-4534-89DE-8F8DF46A2F40}" destId="{6F28ACBD-F20C-4336-A00C-FC83924316D3}" srcOrd="0" destOrd="0" presId="urn:microsoft.com/office/officeart/2005/8/layout/default"/>
    <dgm:cxn modelId="{8A7ED12C-E28D-481A-953E-149977C307FD}" type="presOf" srcId="{0B787AF9-4ED2-4967-A08E-32DD7712265B}" destId="{15354AC3-2DC0-4970-AE66-993CBAC77490}" srcOrd="0" destOrd="0" presId="urn:microsoft.com/office/officeart/2005/8/layout/default"/>
    <dgm:cxn modelId="{19E4FC32-6CED-46F7-9790-A2EB26E7D77D}" srcId="{D570DAB9-474B-408B-B744-5C9F7F0F8394}" destId="{6FB9A5C6-6429-424E-88F0-CB3A07C5F47C}" srcOrd="8" destOrd="0" parTransId="{52AD8374-84DF-4F44-9879-B6724FCDDD29}" sibTransId="{47CF4BBC-DC96-402E-B402-EE7C36C8CD52}"/>
    <dgm:cxn modelId="{1C885438-D571-48F2-AD75-F97291DCAD1A}" srcId="{D570DAB9-474B-408B-B744-5C9F7F0F8394}" destId="{9C834BC6-C2BD-4535-9DD9-C919DB79520B}" srcOrd="24" destOrd="0" parTransId="{11FBB3A7-A82D-4660-806F-EF6DBF46928F}" sibTransId="{006E0E95-4625-45B6-B52A-ABEE89172A0E}"/>
    <dgm:cxn modelId="{87791F39-5A29-44A4-9EA7-DFD06B0CD788}" srcId="{D570DAB9-474B-408B-B744-5C9F7F0F8394}" destId="{C8B66170-6A4F-4160-83EC-23C89AF02421}" srcOrd="15" destOrd="0" parTransId="{E5D558EA-CF02-450D-A360-83D92124BF2D}" sibTransId="{A279D397-3BE2-4B4E-AFED-A8598757F763}"/>
    <dgm:cxn modelId="{3FD5813B-7375-42BA-83B4-DC1E40E72426}" type="presOf" srcId="{B8CEFEE3-9944-4DF5-A520-5927A9FF13A9}" destId="{5098C00F-603C-4E7C-A853-D83CADE42A3A}" srcOrd="0" destOrd="0" presId="urn:microsoft.com/office/officeart/2005/8/layout/default"/>
    <dgm:cxn modelId="{C24B023D-6BBA-4377-A372-0C30A85A6B44}" type="presOf" srcId="{E4A26EFC-E2A9-4913-9BF8-BC77EC16800B}" destId="{BF1AACEF-2751-444D-B7CD-1DB8A8E4AA1C}" srcOrd="0" destOrd="0" presId="urn:microsoft.com/office/officeart/2005/8/layout/default"/>
    <dgm:cxn modelId="{816C3A5E-4095-41D8-ABDE-D9F7E3DC4EC8}" type="presOf" srcId="{D570DAB9-474B-408B-B744-5C9F7F0F8394}" destId="{0DF516C1-A93C-456E-A136-1769394048D6}" srcOrd="0" destOrd="0" presId="urn:microsoft.com/office/officeart/2005/8/layout/default"/>
    <dgm:cxn modelId="{94F65642-B2FF-463C-A655-D9C8C36A9874}" srcId="{D570DAB9-474B-408B-B744-5C9F7F0F8394}" destId="{5980B160-1DBC-4055-BF62-C56236B68F55}" srcOrd="6" destOrd="0" parTransId="{E3F60754-CB45-4484-9F50-C07D8ABF2F3A}" sibTransId="{86158EA7-5722-40A9-A896-C59325D06197}"/>
    <dgm:cxn modelId="{291FA244-690C-4C61-8BA7-F1AE32E4C7A6}" srcId="{D570DAB9-474B-408B-B744-5C9F7F0F8394}" destId="{4A236221-5AF7-4D5A-832A-6F6128087BBC}" srcOrd="27" destOrd="0" parTransId="{9F697945-8587-4FDB-A58E-144E6496A810}" sibTransId="{50EB3118-B7F1-490F-A3F4-9C4B02A872E9}"/>
    <dgm:cxn modelId="{2A6CF967-6063-4612-A990-AFE09504EE97}" srcId="{D570DAB9-474B-408B-B744-5C9F7F0F8394}" destId="{753D0F90-501B-411E-8965-4019CD1B5100}" srcOrd="7" destOrd="0" parTransId="{E932BECB-8234-4E8E-A8E8-ACD03FCA1CD7}" sibTransId="{12E400CF-BE32-4554-AFA3-A85F45058A19}"/>
    <dgm:cxn modelId="{B7627E6E-947E-4804-8CB9-167513003D11}" srcId="{D570DAB9-474B-408B-B744-5C9F7F0F8394}" destId="{D0EEC17B-5B03-4457-A9D3-38B2BCF20F5E}" srcOrd="2" destOrd="0" parTransId="{B2A0637A-60C7-4A61-98EF-7C334CF83B4F}" sibTransId="{312C6B11-8F76-48BE-A4FB-B470C020C1D7}"/>
    <dgm:cxn modelId="{C13BB96F-2804-470F-85CB-3F12945C33C7}" srcId="{D570DAB9-474B-408B-B744-5C9F7F0F8394}" destId="{C034A247-2A8F-4DA6-8282-0DD0FD576812}" srcOrd="13" destOrd="0" parTransId="{05A2A123-ABD6-489D-A4B2-BC5D0B8E30E0}" sibTransId="{1712CBCC-43DB-40B6-8F6A-C8B8E4D69015}"/>
    <dgm:cxn modelId="{1938F857-6042-4FBA-B0EC-3409F53E8C11}" type="presOf" srcId="{F17FB1AC-BA17-49A5-91BF-1288534CEEDA}" destId="{4C08AA46-19C9-4D69-9485-1AD6665A0317}" srcOrd="0" destOrd="0" presId="urn:microsoft.com/office/officeart/2005/8/layout/default"/>
    <dgm:cxn modelId="{E40B407F-C973-474F-B7C6-E8DFCC9BA1EE}" type="presOf" srcId="{C034A247-2A8F-4DA6-8282-0DD0FD576812}" destId="{95E8D88E-2CD7-4BEA-9C01-0183B4894B43}" srcOrd="0" destOrd="0" presId="urn:microsoft.com/office/officeart/2005/8/layout/default"/>
    <dgm:cxn modelId="{5CD12A82-5827-4DD6-82D1-C97A9AD6C238}" srcId="{D570DAB9-474B-408B-B744-5C9F7F0F8394}" destId="{E30295C9-ECCC-4BBA-9C5F-C4CCF76B8198}" srcOrd="10" destOrd="0" parTransId="{CC327C16-6973-422A-9822-6AD43997B308}" sibTransId="{8106B48E-1C46-4134-9616-16F852F30BB4}"/>
    <dgm:cxn modelId="{8C7BE993-4536-4036-A997-19F5BD97D259}" srcId="{D570DAB9-474B-408B-B744-5C9F7F0F8394}" destId="{E4A26EFC-E2A9-4913-9BF8-BC77EC16800B}" srcOrd="4" destOrd="0" parTransId="{CE1EF33C-E502-4BE5-A0CC-BEE78FA37A6E}" sibTransId="{F482ECC1-4748-4FAD-96AF-24C2BC117806}"/>
    <dgm:cxn modelId="{CE66869A-F823-47B8-8F51-06A8F9406D28}" srcId="{D570DAB9-474B-408B-B744-5C9F7F0F8394}" destId="{0698A27D-20BC-4F35-8CE0-B5FA9AC1D514}" srcOrd="1" destOrd="0" parTransId="{2A2FF68E-4524-43EB-8234-A8D4ECC47938}" sibTransId="{7F18229F-1467-41B2-BBA2-0C7FC5A9CEC2}"/>
    <dgm:cxn modelId="{F2EE8D9D-8B65-4708-82F9-9B7DFB819976}" type="presOf" srcId="{2C720791-EB37-4792-88BD-3E7B6AC90A75}" destId="{6169F0F6-3F45-4A90-80AF-C5D7E08F54EC}" srcOrd="0" destOrd="0" presId="urn:microsoft.com/office/officeart/2005/8/layout/default"/>
    <dgm:cxn modelId="{06E1FC9D-F318-4A28-8328-238C0D27617F}" type="presOf" srcId="{E30295C9-ECCC-4BBA-9C5F-C4CCF76B8198}" destId="{710CEEE3-1C35-473C-A404-4A78E15C99AF}" srcOrd="0" destOrd="0" presId="urn:microsoft.com/office/officeart/2005/8/layout/default"/>
    <dgm:cxn modelId="{48F812A2-755A-4C68-99A7-20DED31EDEB3}" type="presOf" srcId="{D2AD6EF0-6241-4C01-AA75-364AD1EDC5B2}" destId="{C19E8E59-ED11-4FD9-961A-498B039D6066}" srcOrd="0" destOrd="0" presId="urn:microsoft.com/office/officeart/2005/8/layout/default"/>
    <dgm:cxn modelId="{F7AEF3A4-6245-45B9-B732-102BE9A7B5D3}" type="presOf" srcId="{D0EEC17B-5B03-4457-A9D3-38B2BCF20F5E}" destId="{7C183AF6-BC16-4D23-85AD-86EA1EBB4F92}" srcOrd="0" destOrd="0" presId="urn:microsoft.com/office/officeart/2005/8/layout/default"/>
    <dgm:cxn modelId="{642D98A5-3B5D-4AC9-A5F1-AD442D7B7768}" srcId="{D570DAB9-474B-408B-B744-5C9F7F0F8394}" destId="{CB72A307-FCF2-4439-B147-9C2ED73C33DD}" srcOrd="12" destOrd="0" parTransId="{66A5C4AB-3740-45E8-9193-1518A6D5D998}" sibTransId="{D37DF02B-2917-4951-9834-0960307A512B}"/>
    <dgm:cxn modelId="{271265A7-4C37-484D-ADCB-A6C80128F0EB}" srcId="{D570DAB9-474B-408B-B744-5C9F7F0F8394}" destId="{0B787AF9-4ED2-4967-A08E-32DD7712265B}" srcOrd="18" destOrd="0" parTransId="{B106E564-E74F-4EB7-9AAC-A1896127E324}" sibTransId="{E6F7C2BD-7FA1-4E7F-99F7-9789BC2CD5F6}"/>
    <dgm:cxn modelId="{614F86A9-DA24-495E-B5A3-1D937C40F313}" srcId="{D570DAB9-474B-408B-B744-5C9F7F0F8394}" destId="{CB93CD78-D8D3-4B3A-A39A-A5412D156BBF}" srcOrd="26" destOrd="0" parTransId="{3C9229F0-2E60-4E42-996A-C9EBAE229DF2}" sibTransId="{28CFF317-DC71-4911-83E9-160D64D9A853}"/>
    <dgm:cxn modelId="{540BADAA-CCD0-4B54-9045-8E0263F2FC19}" type="presOf" srcId="{6BE454A2-5DAF-455D-ABCD-4E8294E2866B}" destId="{B56B4E27-6E6F-4E9D-8B93-8CA27874A10E}" srcOrd="0" destOrd="0" presId="urn:microsoft.com/office/officeart/2005/8/layout/default"/>
    <dgm:cxn modelId="{0B7AD5AD-FA8D-4FD8-922E-5BA6A41832A7}" srcId="{D570DAB9-474B-408B-B744-5C9F7F0F8394}" destId="{C21E9E75-641C-4F16-89FA-BB96EFD9460D}" srcOrd="14" destOrd="0" parTransId="{6AAA08E3-5B83-4966-8B0F-785F51048F51}" sibTransId="{0BB10618-07C4-4CEC-9B2A-7813DAA92515}"/>
    <dgm:cxn modelId="{906BD5B8-0E05-4193-BFEB-984A251FA018}" srcId="{D570DAB9-474B-408B-B744-5C9F7F0F8394}" destId="{6BE454A2-5DAF-455D-ABCD-4E8294E2866B}" srcOrd="21" destOrd="0" parTransId="{97937CDA-4686-4611-96FD-996117E9E33D}" sibTransId="{C8A7CABC-E057-4521-AAF2-844AB829F1D7}"/>
    <dgm:cxn modelId="{5B5329BA-E91C-4D11-81F6-1663DF49882F}" type="presOf" srcId="{E155CC50-90E3-4366-9ED1-CF6F7C1A8D2B}" destId="{F74F87F4-50E7-4F5A-B34D-1DE32A820D49}" srcOrd="0" destOrd="0" presId="urn:microsoft.com/office/officeart/2005/8/layout/default"/>
    <dgm:cxn modelId="{578988BB-8D7F-482E-A5F6-1C2C4304B59E}" srcId="{D570DAB9-474B-408B-B744-5C9F7F0F8394}" destId="{E155CC50-90E3-4366-9ED1-CF6F7C1A8D2B}" srcOrd="25" destOrd="0" parTransId="{BE097DCF-86EF-493B-9CC0-0129C6AA5201}" sibTransId="{36C97DFA-197E-407B-B883-3544A99BDA97}"/>
    <dgm:cxn modelId="{BA4CC7C5-0785-48F1-AAE6-016B3BF79350}" type="presOf" srcId="{F53D6C8D-0FF3-4936-A3DB-9F9C412200A7}" destId="{006ACDF0-7AAB-40DA-8B91-247EBB0882E9}" srcOrd="0" destOrd="0" presId="urn:microsoft.com/office/officeart/2005/8/layout/default"/>
    <dgm:cxn modelId="{958F2ACC-0E54-4C42-8616-17830D22CDEA}" type="presOf" srcId="{C8B66170-6A4F-4160-83EC-23C89AF02421}" destId="{D4698F7E-3722-46E3-8D8E-343C4D07FDD7}" srcOrd="0" destOrd="0" presId="urn:microsoft.com/office/officeart/2005/8/layout/default"/>
    <dgm:cxn modelId="{6CEC90D1-FAFB-49BC-AC10-47F46BEFC293}" srcId="{D570DAB9-474B-408B-B744-5C9F7F0F8394}" destId="{D1574EB2-1A54-4CA9-A92C-44305E996E0A}" srcOrd="23" destOrd="0" parTransId="{ED56F48A-5B04-4CA4-9CF5-2E1CAB0C23C1}" sibTransId="{4DC96330-8A36-48E0-B98D-51D63C040417}"/>
    <dgm:cxn modelId="{01FE63D4-8B6E-406D-879A-88E0C9BD0FB5}" type="presOf" srcId="{753D0F90-501B-411E-8965-4019CD1B5100}" destId="{B92D62ED-ADDA-408B-B90D-7B8F27B83BA7}" srcOrd="0" destOrd="0" presId="urn:microsoft.com/office/officeart/2005/8/layout/default"/>
    <dgm:cxn modelId="{FD03D6D4-BC4E-464C-8C94-EE9C2B4FF961}" srcId="{D570DAB9-474B-408B-B744-5C9F7F0F8394}" destId="{F17FB1AC-BA17-49A5-91BF-1288534CEEDA}" srcOrd="11" destOrd="0" parTransId="{D34F3048-1765-40A2-8C0B-F6631F127DF0}" sibTransId="{E12E5351-CD54-4B6F-96DD-8AE197871B0A}"/>
    <dgm:cxn modelId="{EEB1FBD4-E206-405A-8BC9-0BBE8C890832}" type="presOf" srcId="{5980B160-1DBC-4055-BF62-C56236B68F55}" destId="{DD5F5D21-CBFE-4AFD-9175-473BF3595FD3}" srcOrd="0" destOrd="0" presId="urn:microsoft.com/office/officeart/2005/8/layout/default"/>
    <dgm:cxn modelId="{7E012FDC-C911-410E-BA2B-082716C85000}" type="presOf" srcId="{C21E9E75-641C-4F16-89FA-BB96EFD9460D}" destId="{2EA3C2B3-6B7B-46CA-9156-97BA63B12F32}" srcOrd="0" destOrd="0" presId="urn:microsoft.com/office/officeart/2005/8/layout/default"/>
    <dgm:cxn modelId="{F78E47E2-C868-44E9-8AE5-D1CADA5EC067}" srcId="{D570DAB9-474B-408B-B744-5C9F7F0F8394}" destId="{D2AD6EF0-6241-4C01-AA75-364AD1EDC5B2}" srcOrd="20" destOrd="0" parTransId="{3D0346B9-A236-4303-9E66-8982807561C9}" sibTransId="{3CAF4F50-8C2B-477D-BBFF-0BCF82B7C0FC}"/>
    <dgm:cxn modelId="{AB8632E8-595A-4920-B9C0-CF27C2297331}" type="presOf" srcId="{4A236221-5AF7-4D5A-832A-6F6128087BBC}" destId="{331D65C2-AF28-4DE5-87E6-5D78C94A78AF}" srcOrd="0" destOrd="0" presId="urn:microsoft.com/office/officeart/2005/8/layout/default"/>
    <dgm:cxn modelId="{3F78ABEB-39D9-4905-9DA8-90FD3DFD3EC8}" type="presOf" srcId="{70CE89C8-3403-4758-8D32-F5CD8AADBE96}" destId="{9EA1BB98-F815-49A8-A2B4-88D2AC20CBB2}" srcOrd="0" destOrd="0" presId="urn:microsoft.com/office/officeart/2005/8/layout/default"/>
    <dgm:cxn modelId="{C00289ED-F911-42B7-A100-6C70215A62C3}" type="presOf" srcId="{0698A27D-20BC-4F35-8CE0-B5FA9AC1D514}" destId="{F25CD3B1-35EA-4E11-85B2-B02CE16BBFB9}" srcOrd="0" destOrd="0" presId="urn:microsoft.com/office/officeart/2005/8/layout/default"/>
    <dgm:cxn modelId="{2BE399F2-57BE-46EA-852D-46C265C3F000}" srcId="{D570DAB9-474B-408B-B744-5C9F7F0F8394}" destId="{8257D588-1897-424C-9831-1588E9F9D9CB}" srcOrd="5" destOrd="0" parTransId="{A99E1C44-36C6-4B0F-9C0A-90B2057578A1}" sibTransId="{6A0F0A44-0DB0-4EB9-A1DA-D4E51314A4B5}"/>
    <dgm:cxn modelId="{7F3831F4-86CA-4081-B9D7-8C6D2B2C78BF}" type="presOf" srcId="{73939A15-EF66-44A7-A9AC-52291DC15F66}" destId="{1DA84840-D3FB-44DC-BA6B-837D88F72676}" srcOrd="0" destOrd="0" presId="urn:microsoft.com/office/officeart/2005/8/layout/default"/>
    <dgm:cxn modelId="{E45340F4-B910-466A-B266-25052A9CBEFA}" srcId="{D570DAB9-474B-408B-B744-5C9F7F0F8394}" destId="{F53D6C8D-0FF3-4936-A3DB-9F9C412200A7}" srcOrd="9" destOrd="0" parTransId="{63B738B4-16A1-4A75-A30F-0DAA923D9A7F}" sibTransId="{E807844A-CA2F-4FAF-8426-04C592EDED2A}"/>
    <dgm:cxn modelId="{4916ACF4-61D3-461B-8FBC-8BF87B7BE576}" type="presOf" srcId="{8257D588-1897-424C-9831-1588E9F9D9CB}" destId="{53951E76-3617-49B9-AEDC-4AFFA04F1C62}" srcOrd="0" destOrd="0" presId="urn:microsoft.com/office/officeart/2005/8/layout/default"/>
    <dgm:cxn modelId="{181E48F7-FA33-45CB-8DB4-928B63A0951D}" type="presOf" srcId="{CB72A307-FCF2-4439-B147-9C2ED73C33DD}" destId="{0CEC3852-09BB-40A6-8CAA-72F43C523EEC}" srcOrd="0" destOrd="0" presId="urn:microsoft.com/office/officeart/2005/8/layout/default"/>
    <dgm:cxn modelId="{ADCEF5FA-7A4B-4A59-A3D5-51170BD8FC34}" srcId="{D570DAB9-474B-408B-B744-5C9F7F0F8394}" destId="{A6D7F150-8D81-4E84-8730-BE0FC3D70B2E}" srcOrd="0" destOrd="0" parTransId="{87953A8A-13E2-467C-985C-42A4D2F6AF86}" sibTransId="{CE20F345-3B34-4CB3-B025-C5920D264FE6}"/>
    <dgm:cxn modelId="{409E21FB-9639-457B-A3EA-1523D7DD7EBF}" type="presOf" srcId="{A6D7F150-8D81-4E84-8730-BE0FC3D70B2E}" destId="{C0EE5DB7-1446-40AB-95C4-E3FEA4D70F68}" srcOrd="0" destOrd="0" presId="urn:microsoft.com/office/officeart/2005/8/layout/default"/>
    <dgm:cxn modelId="{105F083D-FF76-477B-8F59-5738D36270B4}" type="presParOf" srcId="{0DF516C1-A93C-456E-A136-1769394048D6}" destId="{C0EE5DB7-1446-40AB-95C4-E3FEA4D70F68}" srcOrd="0" destOrd="0" presId="urn:microsoft.com/office/officeart/2005/8/layout/default"/>
    <dgm:cxn modelId="{2DA2D11B-9E0C-4DA8-8B0E-358B26E7DAE8}" type="presParOf" srcId="{0DF516C1-A93C-456E-A136-1769394048D6}" destId="{92C09FAE-2E35-4FE3-81E0-27686E2D5D7B}" srcOrd="1" destOrd="0" presId="urn:microsoft.com/office/officeart/2005/8/layout/default"/>
    <dgm:cxn modelId="{6CA7963B-237B-49C1-83EB-138B4CA24510}" type="presParOf" srcId="{0DF516C1-A93C-456E-A136-1769394048D6}" destId="{F25CD3B1-35EA-4E11-85B2-B02CE16BBFB9}" srcOrd="2" destOrd="0" presId="urn:microsoft.com/office/officeart/2005/8/layout/default"/>
    <dgm:cxn modelId="{6059B558-9F09-42EC-9C46-FFBD194C4306}" type="presParOf" srcId="{0DF516C1-A93C-456E-A136-1769394048D6}" destId="{67827959-F993-41D7-89EE-7CD25559AB7B}" srcOrd="3" destOrd="0" presId="urn:microsoft.com/office/officeart/2005/8/layout/default"/>
    <dgm:cxn modelId="{71FD7944-EDEC-43F1-AF75-CDF19E63C3CD}" type="presParOf" srcId="{0DF516C1-A93C-456E-A136-1769394048D6}" destId="{7C183AF6-BC16-4D23-85AD-86EA1EBB4F92}" srcOrd="4" destOrd="0" presId="urn:microsoft.com/office/officeart/2005/8/layout/default"/>
    <dgm:cxn modelId="{39EBA7AB-F706-4D2D-9BF0-AE5B1269948B}" type="presParOf" srcId="{0DF516C1-A93C-456E-A136-1769394048D6}" destId="{A4C65B1A-1162-4896-8522-733120A618B6}" srcOrd="5" destOrd="0" presId="urn:microsoft.com/office/officeart/2005/8/layout/default"/>
    <dgm:cxn modelId="{6CA1949E-3A03-420A-B03E-1BA9F7FB5106}" type="presParOf" srcId="{0DF516C1-A93C-456E-A136-1769394048D6}" destId="{5098C00F-603C-4E7C-A853-D83CADE42A3A}" srcOrd="6" destOrd="0" presId="urn:microsoft.com/office/officeart/2005/8/layout/default"/>
    <dgm:cxn modelId="{1CC28D67-8A1B-4DC6-BE47-8EA09FB555CE}" type="presParOf" srcId="{0DF516C1-A93C-456E-A136-1769394048D6}" destId="{D292974C-D6F5-44BF-88ED-98DA91A61866}" srcOrd="7" destOrd="0" presId="urn:microsoft.com/office/officeart/2005/8/layout/default"/>
    <dgm:cxn modelId="{D69F92D8-E05F-4D53-95EB-ACA223D3A944}" type="presParOf" srcId="{0DF516C1-A93C-456E-A136-1769394048D6}" destId="{BF1AACEF-2751-444D-B7CD-1DB8A8E4AA1C}" srcOrd="8" destOrd="0" presId="urn:microsoft.com/office/officeart/2005/8/layout/default"/>
    <dgm:cxn modelId="{C7B581EE-5145-4DB2-BDDC-A9075C69C2EC}" type="presParOf" srcId="{0DF516C1-A93C-456E-A136-1769394048D6}" destId="{77553939-93DD-4730-BAC3-D9E652AD25C9}" srcOrd="9" destOrd="0" presId="urn:microsoft.com/office/officeart/2005/8/layout/default"/>
    <dgm:cxn modelId="{0E543387-883A-42DA-A4BD-1FAD46A36F71}" type="presParOf" srcId="{0DF516C1-A93C-456E-A136-1769394048D6}" destId="{53951E76-3617-49B9-AEDC-4AFFA04F1C62}" srcOrd="10" destOrd="0" presId="urn:microsoft.com/office/officeart/2005/8/layout/default"/>
    <dgm:cxn modelId="{0E6F953E-53D3-4239-9861-52FE5720F7A6}" type="presParOf" srcId="{0DF516C1-A93C-456E-A136-1769394048D6}" destId="{69CEEC1E-D054-4851-817B-3F1F60B775FF}" srcOrd="11" destOrd="0" presId="urn:microsoft.com/office/officeart/2005/8/layout/default"/>
    <dgm:cxn modelId="{70F19528-F30E-4D52-AC7A-7AE04785B618}" type="presParOf" srcId="{0DF516C1-A93C-456E-A136-1769394048D6}" destId="{DD5F5D21-CBFE-4AFD-9175-473BF3595FD3}" srcOrd="12" destOrd="0" presId="urn:microsoft.com/office/officeart/2005/8/layout/default"/>
    <dgm:cxn modelId="{137C44C5-4B2F-4FA8-85BB-B62FE6DE2CC7}" type="presParOf" srcId="{0DF516C1-A93C-456E-A136-1769394048D6}" destId="{ECF5BEAC-DD40-4D53-A23D-01C8D4E407A6}" srcOrd="13" destOrd="0" presId="urn:microsoft.com/office/officeart/2005/8/layout/default"/>
    <dgm:cxn modelId="{B8B3601A-A95C-4021-9983-8D4EDA9882F4}" type="presParOf" srcId="{0DF516C1-A93C-456E-A136-1769394048D6}" destId="{B92D62ED-ADDA-408B-B90D-7B8F27B83BA7}" srcOrd="14" destOrd="0" presId="urn:microsoft.com/office/officeart/2005/8/layout/default"/>
    <dgm:cxn modelId="{695B9F50-62A6-4D81-A455-C591CD285239}" type="presParOf" srcId="{0DF516C1-A93C-456E-A136-1769394048D6}" destId="{89E2E9B0-F1D7-43F0-92F4-4A553F0695CE}" srcOrd="15" destOrd="0" presId="urn:microsoft.com/office/officeart/2005/8/layout/default"/>
    <dgm:cxn modelId="{F31C6CC9-C28C-4040-9512-123C3329BF78}" type="presParOf" srcId="{0DF516C1-A93C-456E-A136-1769394048D6}" destId="{3C41F541-0CE5-4343-B276-613773EBF8F6}" srcOrd="16" destOrd="0" presId="urn:microsoft.com/office/officeart/2005/8/layout/default"/>
    <dgm:cxn modelId="{49719032-25CB-4D7E-8A2D-9BC779FD169B}" type="presParOf" srcId="{0DF516C1-A93C-456E-A136-1769394048D6}" destId="{7F86D04B-7DDB-4DFD-B971-191F9EC6040E}" srcOrd="17" destOrd="0" presId="urn:microsoft.com/office/officeart/2005/8/layout/default"/>
    <dgm:cxn modelId="{212A1C1C-A4A8-4E7A-8AF5-BA478890E77C}" type="presParOf" srcId="{0DF516C1-A93C-456E-A136-1769394048D6}" destId="{006ACDF0-7AAB-40DA-8B91-247EBB0882E9}" srcOrd="18" destOrd="0" presId="urn:microsoft.com/office/officeart/2005/8/layout/default"/>
    <dgm:cxn modelId="{E876AEB4-F131-4AFB-8B38-272CE3D5EF08}" type="presParOf" srcId="{0DF516C1-A93C-456E-A136-1769394048D6}" destId="{79B314E2-A43D-4DCF-B559-4F69C7126A54}" srcOrd="19" destOrd="0" presId="urn:microsoft.com/office/officeart/2005/8/layout/default"/>
    <dgm:cxn modelId="{8F7B56A2-A528-4A05-97AB-3871949587AF}" type="presParOf" srcId="{0DF516C1-A93C-456E-A136-1769394048D6}" destId="{710CEEE3-1C35-473C-A404-4A78E15C99AF}" srcOrd="20" destOrd="0" presId="urn:microsoft.com/office/officeart/2005/8/layout/default"/>
    <dgm:cxn modelId="{E988DB3C-E731-4B8E-9953-A426540E3E37}" type="presParOf" srcId="{0DF516C1-A93C-456E-A136-1769394048D6}" destId="{9206CB50-B80C-40FD-A9DD-2A04559FE57B}" srcOrd="21" destOrd="0" presId="urn:microsoft.com/office/officeart/2005/8/layout/default"/>
    <dgm:cxn modelId="{427844B7-3635-45EC-A856-AFB6C2EF779A}" type="presParOf" srcId="{0DF516C1-A93C-456E-A136-1769394048D6}" destId="{4C08AA46-19C9-4D69-9485-1AD6665A0317}" srcOrd="22" destOrd="0" presId="urn:microsoft.com/office/officeart/2005/8/layout/default"/>
    <dgm:cxn modelId="{496C088F-C44E-4B31-AA4C-6424B03D09A1}" type="presParOf" srcId="{0DF516C1-A93C-456E-A136-1769394048D6}" destId="{913B7705-5B3C-4F44-9A3C-5D57F65165EC}" srcOrd="23" destOrd="0" presId="urn:microsoft.com/office/officeart/2005/8/layout/default"/>
    <dgm:cxn modelId="{77CA600E-C49C-407E-9571-DC6ABD06544F}" type="presParOf" srcId="{0DF516C1-A93C-456E-A136-1769394048D6}" destId="{0CEC3852-09BB-40A6-8CAA-72F43C523EEC}" srcOrd="24" destOrd="0" presId="urn:microsoft.com/office/officeart/2005/8/layout/default"/>
    <dgm:cxn modelId="{48CFFDF5-FDA3-4745-927F-F5E4E46C9AC9}" type="presParOf" srcId="{0DF516C1-A93C-456E-A136-1769394048D6}" destId="{6A0B0CAF-3D0D-4D1B-ADCC-314FE2CBC34E}" srcOrd="25" destOrd="0" presId="urn:microsoft.com/office/officeart/2005/8/layout/default"/>
    <dgm:cxn modelId="{239301EB-CF50-411D-A45B-A1E39B5CD988}" type="presParOf" srcId="{0DF516C1-A93C-456E-A136-1769394048D6}" destId="{95E8D88E-2CD7-4BEA-9C01-0183B4894B43}" srcOrd="26" destOrd="0" presId="urn:microsoft.com/office/officeart/2005/8/layout/default"/>
    <dgm:cxn modelId="{6DDA6392-FDDC-463F-ABCA-5BDA47AC38C8}" type="presParOf" srcId="{0DF516C1-A93C-456E-A136-1769394048D6}" destId="{4B4FC917-E40C-4FB3-968A-18BFB7098669}" srcOrd="27" destOrd="0" presId="urn:microsoft.com/office/officeart/2005/8/layout/default"/>
    <dgm:cxn modelId="{C47D05F2-D1AC-41B7-B336-B2DC3C606006}" type="presParOf" srcId="{0DF516C1-A93C-456E-A136-1769394048D6}" destId="{2EA3C2B3-6B7B-46CA-9156-97BA63B12F32}" srcOrd="28" destOrd="0" presId="urn:microsoft.com/office/officeart/2005/8/layout/default"/>
    <dgm:cxn modelId="{B9ABFF8F-F130-4145-9B7E-5D9B6CD136E6}" type="presParOf" srcId="{0DF516C1-A93C-456E-A136-1769394048D6}" destId="{3D693948-7529-4CFD-825D-A5AFFBC2F55B}" srcOrd="29" destOrd="0" presId="urn:microsoft.com/office/officeart/2005/8/layout/default"/>
    <dgm:cxn modelId="{D8838424-690A-4E52-B7E8-11E1C129533F}" type="presParOf" srcId="{0DF516C1-A93C-456E-A136-1769394048D6}" destId="{D4698F7E-3722-46E3-8D8E-343C4D07FDD7}" srcOrd="30" destOrd="0" presId="urn:microsoft.com/office/officeart/2005/8/layout/default"/>
    <dgm:cxn modelId="{2A25055C-A52E-4512-A9E9-8FD91BAC8494}" type="presParOf" srcId="{0DF516C1-A93C-456E-A136-1769394048D6}" destId="{7A6FFA08-688A-47A5-971C-FA54419ECE33}" srcOrd="31" destOrd="0" presId="urn:microsoft.com/office/officeart/2005/8/layout/default"/>
    <dgm:cxn modelId="{B06403A1-B579-44C8-A66A-EC59A69FEB42}" type="presParOf" srcId="{0DF516C1-A93C-456E-A136-1769394048D6}" destId="{6F28ACBD-F20C-4336-A00C-FC83924316D3}" srcOrd="32" destOrd="0" presId="urn:microsoft.com/office/officeart/2005/8/layout/default"/>
    <dgm:cxn modelId="{43CCE934-52B5-45EE-9E1F-E1ED6D57382C}" type="presParOf" srcId="{0DF516C1-A93C-456E-A136-1769394048D6}" destId="{D76CBE5D-B341-4953-A902-DEEAB21B4F89}" srcOrd="33" destOrd="0" presId="urn:microsoft.com/office/officeart/2005/8/layout/default"/>
    <dgm:cxn modelId="{76BD1C74-1223-442E-AAB0-3E100DFE72EB}" type="presParOf" srcId="{0DF516C1-A93C-456E-A136-1769394048D6}" destId="{9EA1BB98-F815-49A8-A2B4-88D2AC20CBB2}" srcOrd="34" destOrd="0" presId="urn:microsoft.com/office/officeart/2005/8/layout/default"/>
    <dgm:cxn modelId="{C45294B7-72EF-4BE2-9C00-516D4B9DD65A}" type="presParOf" srcId="{0DF516C1-A93C-456E-A136-1769394048D6}" destId="{FCC79848-7665-4FDC-BDD3-96CFDA56088F}" srcOrd="35" destOrd="0" presId="urn:microsoft.com/office/officeart/2005/8/layout/default"/>
    <dgm:cxn modelId="{9C931969-2D0A-4057-986B-A140F321BEAB}" type="presParOf" srcId="{0DF516C1-A93C-456E-A136-1769394048D6}" destId="{15354AC3-2DC0-4970-AE66-993CBAC77490}" srcOrd="36" destOrd="0" presId="urn:microsoft.com/office/officeart/2005/8/layout/default"/>
    <dgm:cxn modelId="{BF06A638-9846-4161-BA4C-6630316989AD}" type="presParOf" srcId="{0DF516C1-A93C-456E-A136-1769394048D6}" destId="{0E41BFEA-568D-42A2-958D-7436F987BC4C}" srcOrd="37" destOrd="0" presId="urn:microsoft.com/office/officeart/2005/8/layout/default"/>
    <dgm:cxn modelId="{3D687B0C-012F-4C14-AB19-F6FFBE2B911F}" type="presParOf" srcId="{0DF516C1-A93C-456E-A136-1769394048D6}" destId="{6169F0F6-3F45-4A90-80AF-C5D7E08F54EC}" srcOrd="38" destOrd="0" presId="urn:microsoft.com/office/officeart/2005/8/layout/default"/>
    <dgm:cxn modelId="{7FE88358-5837-404C-8C60-6BAB88D24551}" type="presParOf" srcId="{0DF516C1-A93C-456E-A136-1769394048D6}" destId="{22053A62-9404-424C-B2F2-54B2CEA82EE1}" srcOrd="39" destOrd="0" presId="urn:microsoft.com/office/officeart/2005/8/layout/default"/>
    <dgm:cxn modelId="{74284E95-0C0F-4211-A27D-9532DC5A5F22}" type="presParOf" srcId="{0DF516C1-A93C-456E-A136-1769394048D6}" destId="{C19E8E59-ED11-4FD9-961A-498B039D6066}" srcOrd="40" destOrd="0" presId="urn:microsoft.com/office/officeart/2005/8/layout/default"/>
    <dgm:cxn modelId="{DE2BB295-E574-4712-A02D-81F1DE5ADD73}" type="presParOf" srcId="{0DF516C1-A93C-456E-A136-1769394048D6}" destId="{A158FAD5-FE9D-47CA-8037-E6B4538AFE43}" srcOrd="41" destOrd="0" presId="urn:microsoft.com/office/officeart/2005/8/layout/default"/>
    <dgm:cxn modelId="{35438797-4B5D-4379-97D3-D63159417F62}" type="presParOf" srcId="{0DF516C1-A93C-456E-A136-1769394048D6}" destId="{B56B4E27-6E6F-4E9D-8B93-8CA27874A10E}" srcOrd="42" destOrd="0" presId="urn:microsoft.com/office/officeart/2005/8/layout/default"/>
    <dgm:cxn modelId="{977985B6-16A0-40D1-B930-F872D8121EAC}" type="presParOf" srcId="{0DF516C1-A93C-456E-A136-1769394048D6}" destId="{5232E724-B2CC-4FC3-BE7C-3ED71950B7FA}" srcOrd="43" destOrd="0" presId="urn:microsoft.com/office/officeart/2005/8/layout/default"/>
    <dgm:cxn modelId="{0DDD4137-004F-4A49-8813-FFF311946CDF}" type="presParOf" srcId="{0DF516C1-A93C-456E-A136-1769394048D6}" destId="{1DA84840-D3FB-44DC-BA6B-837D88F72676}" srcOrd="44" destOrd="0" presId="urn:microsoft.com/office/officeart/2005/8/layout/default"/>
    <dgm:cxn modelId="{660BAE91-8AFA-4086-BD24-A5C6D3EDB3DF}" type="presParOf" srcId="{0DF516C1-A93C-456E-A136-1769394048D6}" destId="{FFDFC2D2-5294-43A4-8245-DCE43A3297B2}" srcOrd="45" destOrd="0" presId="urn:microsoft.com/office/officeart/2005/8/layout/default"/>
    <dgm:cxn modelId="{65B18280-A19B-43A6-8927-B9B07638A8BD}" type="presParOf" srcId="{0DF516C1-A93C-456E-A136-1769394048D6}" destId="{7EFE99B5-52B7-4FC8-9E41-AEA816F887CB}" srcOrd="46" destOrd="0" presId="urn:microsoft.com/office/officeart/2005/8/layout/default"/>
    <dgm:cxn modelId="{898D30C7-3348-41EF-8F89-0B7072F17607}" type="presParOf" srcId="{0DF516C1-A93C-456E-A136-1769394048D6}" destId="{90C1D3C8-BF9C-4FEA-8319-DECEBC4ECA61}" srcOrd="47" destOrd="0" presId="urn:microsoft.com/office/officeart/2005/8/layout/default"/>
    <dgm:cxn modelId="{A717BD64-AAD9-407F-966D-6CA43EC6EB15}" type="presParOf" srcId="{0DF516C1-A93C-456E-A136-1769394048D6}" destId="{2126FB32-53CD-4EC6-973C-636F23FF4564}" srcOrd="48" destOrd="0" presId="urn:microsoft.com/office/officeart/2005/8/layout/default"/>
    <dgm:cxn modelId="{7E96EDA1-225B-4865-8679-9D37A616A2E6}" type="presParOf" srcId="{0DF516C1-A93C-456E-A136-1769394048D6}" destId="{FE156851-0080-4074-955E-5DE0FDB74F2A}" srcOrd="49" destOrd="0" presId="urn:microsoft.com/office/officeart/2005/8/layout/default"/>
    <dgm:cxn modelId="{5008F3E1-22C4-4CF8-93F6-FC19A482159E}" type="presParOf" srcId="{0DF516C1-A93C-456E-A136-1769394048D6}" destId="{F74F87F4-50E7-4F5A-B34D-1DE32A820D49}" srcOrd="50" destOrd="0" presId="urn:microsoft.com/office/officeart/2005/8/layout/default"/>
    <dgm:cxn modelId="{5B5A6791-4122-4364-9612-F8AD0F07D639}" type="presParOf" srcId="{0DF516C1-A93C-456E-A136-1769394048D6}" destId="{E410721C-52A2-4D82-9895-965273C2ED60}" srcOrd="51" destOrd="0" presId="urn:microsoft.com/office/officeart/2005/8/layout/default"/>
    <dgm:cxn modelId="{E870E726-1681-48CC-BC31-C6C7D2666E4D}" type="presParOf" srcId="{0DF516C1-A93C-456E-A136-1769394048D6}" destId="{72950626-5E8D-4A72-8160-7C91A1CD5672}" srcOrd="52" destOrd="0" presId="urn:microsoft.com/office/officeart/2005/8/layout/default"/>
    <dgm:cxn modelId="{DB788ECE-A705-4DB9-B266-F20FE4B6540F}" type="presParOf" srcId="{0DF516C1-A93C-456E-A136-1769394048D6}" destId="{EF5A3A3C-A162-4FC8-A1F4-173BD65589DE}" srcOrd="53" destOrd="0" presId="urn:microsoft.com/office/officeart/2005/8/layout/default"/>
    <dgm:cxn modelId="{81079798-352D-4A2C-90CD-D0A3D18126EC}" type="presParOf" srcId="{0DF516C1-A93C-456E-A136-1769394048D6}" destId="{331D65C2-AF28-4DE5-87E6-5D78C94A78AF}" srcOrd="5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FBCDF-4CFD-4771-9FA9-2E4D7561D84B}">
      <dsp:nvSpPr>
        <dsp:cNvPr id="0" name=""/>
        <dsp:cNvSpPr/>
      </dsp:nvSpPr>
      <dsp:spPr>
        <a:xfrm>
          <a:off x="0" y="1808"/>
          <a:ext cx="10515600" cy="9165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9510A0-9FFF-416D-891B-31807A4F12FC}">
      <dsp:nvSpPr>
        <dsp:cNvPr id="0" name=""/>
        <dsp:cNvSpPr/>
      </dsp:nvSpPr>
      <dsp:spPr>
        <a:xfrm>
          <a:off x="277269" y="208041"/>
          <a:ext cx="504126" cy="5041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7F421-6E91-451D-B315-26180E72DF8C}">
      <dsp:nvSpPr>
        <dsp:cNvPr id="0" name=""/>
        <dsp:cNvSpPr/>
      </dsp:nvSpPr>
      <dsp:spPr>
        <a:xfrm>
          <a:off x="1058664" y="1808"/>
          <a:ext cx="9456935" cy="91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6" tIns="97006" rIns="97006" bIns="9700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Model JD-R został po raz pierwszy zaprezentowany w literaturze anglojęzycznej przez Evangelię Demerouti i in., w 2001 roku. </a:t>
          </a:r>
          <a:endParaRPr lang="en-US" sz="1500" kern="1200"/>
        </a:p>
      </dsp:txBody>
      <dsp:txXfrm>
        <a:off x="1058664" y="1808"/>
        <a:ext cx="9456935" cy="916593"/>
      </dsp:txXfrm>
    </dsp:sp>
    <dsp:sp modelId="{5523B9D3-5888-409D-B426-F7C4417378CA}">
      <dsp:nvSpPr>
        <dsp:cNvPr id="0" name=""/>
        <dsp:cNvSpPr/>
      </dsp:nvSpPr>
      <dsp:spPr>
        <a:xfrm>
          <a:off x="0" y="1147549"/>
          <a:ext cx="10515600" cy="9165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03AE4-CF8C-452C-B912-A2E0A759657C}">
      <dsp:nvSpPr>
        <dsp:cNvPr id="0" name=""/>
        <dsp:cNvSpPr/>
      </dsp:nvSpPr>
      <dsp:spPr>
        <a:xfrm>
          <a:off x="277269" y="1353783"/>
          <a:ext cx="504126" cy="5041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9E8BF-C581-4DDF-BEFD-78EE7063E3C8}">
      <dsp:nvSpPr>
        <dsp:cNvPr id="0" name=""/>
        <dsp:cNvSpPr/>
      </dsp:nvSpPr>
      <dsp:spPr>
        <a:xfrm>
          <a:off x="1058664" y="1147549"/>
          <a:ext cx="9456935" cy="91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6" tIns="97006" rIns="97006" bIns="9700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Celem modelu było opisanie zjawiska wypalenia (</a:t>
          </a:r>
          <a:r>
            <a:rPr lang="pl-PL" sz="1500" i="1" kern="1200" err="1"/>
            <a:t>burnout</a:t>
          </a:r>
          <a:r>
            <a:rPr lang="pl-PL" sz="1500" kern="1200"/>
            <a:t>), rozumianego jako syndrom emocjonalnego wyczerpania (</a:t>
          </a:r>
          <a:r>
            <a:rPr lang="pl-PL" sz="1500" i="1" kern="1200" err="1"/>
            <a:t>emotional</a:t>
          </a:r>
          <a:r>
            <a:rPr lang="pl-PL" sz="1500" i="1" kern="1200"/>
            <a:t> </a:t>
          </a:r>
          <a:r>
            <a:rPr lang="pl-PL" sz="1500" i="1" kern="1200" err="1"/>
            <a:t>exhaustion</a:t>
          </a:r>
          <a:r>
            <a:rPr lang="pl-PL" sz="1500" kern="1200"/>
            <a:t>), depersonalizacji (</a:t>
          </a:r>
          <a:r>
            <a:rPr lang="pl-PL" sz="1500" kern="1200" err="1"/>
            <a:t>depersonalization</a:t>
          </a:r>
          <a:r>
            <a:rPr lang="pl-PL" sz="1500" kern="1200"/>
            <a:t>) oraz zmniejszonej skuteczności  osobistej w pracy (</a:t>
          </a:r>
          <a:r>
            <a:rPr lang="pl-PL" sz="1500" i="1" kern="1200" err="1"/>
            <a:t>reduced</a:t>
          </a:r>
          <a:r>
            <a:rPr lang="pl-PL" sz="1500" i="1" kern="1200"/>
            <a:t> </a:t>
          </a:r>
          <a:r>
            <a:rPr lang="pl-PL" sz="1500" i="1" kern="1200" err="1"/>
            <a:t>personal</a:t>
          </a:r>
          <a:r>
            <a:rPr lang="pl-PL" sz="1500" i="1" kern="1200"/>
            <a:t> </a:t>
          </a:r>
          <a:r>
            <a:rPr lang="pl-PL" sz="1500" i="1" kern="1200" err="1"/>
            <a:t>accomplishment</a:t>
          </a:r>
          <a:r>
            <a:rPr lang="pl-PL" sz="1500" kern="1200"/>
            <a:t>), które mogą wystąpić wśród pracowników  wykonujących pracę z „innymi ludźmi”. </a:t>
          </a:r>
          <a:endParaRPr lang="en-US" sz="1500" kern="1200"/>
        </a:p>
      </dsp:txBody>
      <dsp:txXfrm>
        <a:off x="1058664" y="1147549"/>
        <a:ext cx="9456935" cy="916593"/>
      </dsp:txXfrm>
    </dsp:sp>
    <dsp:sp modelId="{D4F6C1F7-A034-49AF-9F2D-21A8EEE343E8}">
      <dsp:nvSpPr>
        <dsp:cNvPr id="0" name=""/>
        <dsp:cNvSpPr/>
      </dsp:nvSpPr>
      <dsp:spPr>
        <a:xfrm>
          <a:off x="0" y="2293291"/>
          <a:ext cx="10515600" cy="9165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64B98-196B-4790-BF40-1471047E2A25}">
      <dsp:nvSpPr>
        <dsp:cNvPr id="0" name=""/>
        <dsp:cNvSpPr/>
      </dsp:nvSpPr>
      <dsp:spPr>
        <a:xfrm>
          <a:off x="277269" y="2499524"/>
          <a:ext cx="504126" cy="5041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05C81-39A5-4443-A951-7DE0E0BE5901}">
      <dsp:nvSpPr>
        <dsp:cNvPr id="0" name=""/>
        <dsp:cNvSpPr/>
      </dsp:nvSpPr>
      <dsp:spPr>
        <a:xfrm>
          <a:off x="1058664" y="2293291"/>
          <a:ext cx="9456935" cy="91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6" tIns="97006" rIns="97006" bIns="9700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Wyczerpanie emocjonalne odnosi się do długotrwałej i nadmiernej reakcji emocjonalnej związanej z emocjonalnymi wymaganiami w pracy. </a:t>
          </a:r>
          <a:endParaRPr lang="en-US" sz="1500" kern="1200"/>
        </a:p>
      </dsp:txBody>
      <dsp:txXfrm>
        <a:off x="1058664" y="2293291"/>
        <a:ext cx="9456935" cy="916593"/>
      </dsp:txXfrm>
    </dsp:sp>
    <dsp:sp modelId="{844D2261-238D-4EEE-B55B-8A306A4528AE}">
      <dsp:nvSpPr>
        <dsp:cNvPr id="0" name=""/>
        <dsp:cNvSpPr/>
      </dsp:nvSpPr>
      <dsp:spPr>
        <a:xfrm>
          <a:off x="0" y="3439032"/>
          <a:ext cx="10515600" cy="9165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43CF4-D03C-4719-83B5-9119BBDC4A39}">
      <dsp:nvSpPr>
        <dsp:cNvPr id="0" name=""/>
        <dsp:cNvSpPr/>
      </dsp:nvSpPr>
      <dsp:spPr>
        <a:xfrm>
          <a:off x="277269" y="3645265"/>
          <a:ext cx="504126" cy="5041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D0314-E10F-496F-A95D-B162EA1A1A3D}">
      <dsp:nvSpPr>
        <dsp:cNvPr id="0" name=""/>
        <dsp:cNvSpPr/>
      </dsp:nvSpPr>
      <dsp:spPr>
        <a:xfrm>
          <a:off x="1058664" y="3439032"/>
          <a:ext cx="9456935" cy="91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6" tIns="97006" rIns="97006" bIns="9700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Depersonalizacja charakteryzuje się zdystansowaniem oraz cynizmem w stosunku do innych osób, a zmniejszona skuteczność osobista w pracy odnosi się do samooceny, że dana osoba nie jest już w stanie wystarczająco efektywnie wykonywać swoich obowiązków (Maslach, 1982 za: Demerouti i in., 2001). </a:t>
          </a:r>
          <a:endParaRPr lang="en-US" sz="1500" kern="1200"/>
        </a:p>
      </dsp:txBody>
      <dsp:txXfrm>
        <a:off x="1058664" y="3439032"/>
        <a:ext cx="9456935" cy="9165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9F356-1427-4994-A41D-EA325F236374}">
      <dsp:nvSpPr>
        <dsp:cNvPr id="0" name=""/>
        <dsp:cNvSpPr/>
      </dsp:nvSpPr>
      <dsp:spPr>
        <a:xfrm>
          <a:off x="0" y="57518"/>
          <a:ext cx="10515600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000" kern="1200"/>
            <a:t>W modelu JD-R wyróżnia się dwa rodzaje czynników kształtujących środowisko pracy. </a:t>
          </a:r>
          <a:endParaRPr lang="en-US" sz="3000" kern="1200"/>
        </a:p>
      </dsp:txBody>
      <dsp:txXfrm>
        <a:off x="58257" y="115775"/>
        <a:ext cx="10399086" cy="1076886"/>
      </dsp:txXfrm>
    </dsp:sp>
    <dsp:sp modelId="{46204B79-6226-4E82-9F81-69F2EA3BA1E5}">
      <dsp:nvSpPr>
        <dsp:cNvPr id="0" name=""/>
        <dsp:cNvSpPr/>
      </dsp:nvSpPr>
      <dsp:spPr>
        <a:xfrm>
          <a:off x="0" y="1250918"/>
          <a:ext cx="10515600" cy="304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300" kern="1200"/>
            <a:t>Pierwszym z nich są wymagania pracy (</a:t>
          </a:r>
          <a:r>
            <a:rPr lang="pl-PL" sz="2300" i="1" kern="1200" err="1"/>
            <a:t>job</a:t>
          </a:r>
          <a:r>
            <a:rPr lang="pl-PL" sz="2300" i="1" kern="1200"/>
            <a:t> </a:t>
          </a:r>
          <a:r>
            <a:rPr lang="pl-PL" sz="2300" i="1" kern="1200" err="1"/>
            <a:t>demands</a:t>
          </a:r>
          <a:r>
            <a:rPr lang="pl-PL" sz="2300" kern="1200"/>
            <a:t>), czyli te fizyczne, społeczne lub organizacyjne aspekty pracy, które wymagają trwałego wysiłku fizycznego lub umysłowego, a zatem są związane z pewnymi kosztami fizjologicznymi i psychologicznymi (takimi jak np. wyczerpanie).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300" kern="1200"/>
            <a:t>Drugi to zasoby pracy (</a:t>
          </a:r>
          <a:r>
            <a:rPr lang="pl-PL" sz="2300" i="1" kern="1200" err="1"/>
            <a:t>job</a:t>
          </a:r>
          <a:r>
            <a:rPr lang="pl-PL" sz="2300" i="1" kern="1200"/>
            <a:t> </a:t>
          </a:r>
          <a:r>
            <a:rPr lang="pl-PL" sz="2300" i="1" kern="1200" err="1"/>
            <a:t>resources</a:t>
          </a:r>
          <a:r>
            <a:rPr lang="pl-PL" sz="2300" kern="1200"/>
            <a:t>), czyli fizyczne, psychologiczne, społeczne lub organizacyjne aspekty pracy, które wiążą się z osiąganiem celów w pracy, zmniejszaniem poziomu wymagań w pracy i związanych z nimi kosztów fizjologicznych i psychologicznych lub stymulacją rozwoju osobistego, rozwoju w organizacji i chęci do nauki.</a:t>
          </a:r>
          <a:endParaRPr lang="en-US" sz="2300" kern="1200"/>
        </a:p>
      </dsp:txBody>
      <dsp:txXfrm>
        <a:off x="0" y="1250918"/>
        <a:ext cx="10515600" cy="3042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E5DB7-1446-40AB-95C4-E3FEA4D70F68}">
      <dsp:nvSpPr>
        <dsp:cNvPr id="0" name=""/>
        <dsp:cNvSpPr/>
      </dsp:nvSpPr>
      <dsp:spPr>
        <a:xfrm>
          <a:off x="9242" y="31104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Wymagania poznawcze </a:t>
          </a:r>
          <a:endParaRPr lang="en-US" sz="1300" kern="1200"/>
        </a:p>
      </dsp:txBody>
      <dsp:txXfrm>
        <a:off x="9242" y="311049"/>
        <a:ext cx="1381199" cy="828719"/>
      </dsp:txXfrm>
    </dsp:sp>
    <dsp:sp modelId="{F25CD3B1-35EA-4E11-85B2-B02CE16BBFB9}">
      <dsp:nvSpPr>
        <dsp:cNvPr id="0" name=""/>
        <dsp:cNvSpPr/>
      </dsp:nvSpPr>
      <dsp:spPr>
        <a:xfrm>
          <a:off x="1528561" y="31104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250316"/>
                <a:satOff val="-645"/>
                <a:lumOff val="-4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50316"/>
                <a:satOff val="-645"/>
                <a:lumOff val="-4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50316"/>
                <a:satOff val="-645"/>
                <a:lumOff val="-4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Złożoność</a:t>
          </a:r>
          <a:endParaRPr lang="en-US" sz="1300" kern="1200"/>
        </a:p>
      </dsp:txBody>
      <dsp:txXfrm>
        <a:off x="1528561" y="311049"/>
        <a:ext cx="1381199" cy="828719"/>
      </dsp:txXfrm>
    </dsp:sp>
    <dsp:sp modelId="{7C183AF6-BC16-4D23-85AD-86EA1EBB4F92}">
      <dsp:nvSpPr>
        <dsp:cNvPr id="0" name=""/>
        <dsp:cNvSpPr/>
      </dsp:nvSpPr>
      <dsp:spPr>
        <a:xfrm>
          <a:off x="3047880" y="31104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500633"/>
                <a:satOff val="-1290"/>
                <a:lumOff val="-8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0633"/>
                <a:satOff val="-1290"/>
                <a:lumOff val="-8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0633"/>
                <a:satOff val="-1290"/>
                <a:lumOff val="-8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Problemy z komputerem</a:t>
          </a:r>
          <a:endParaRPr lang="en-US" sz="1300" kern="1200"/>
        </a:p>
      </dsp:txBody>
      <dsp:txXfrm>
        <a:off x="3047880" y="311049"/>
        <a:ext cx="1381199" cy="828719"/>
      </dsp:txXfrm>
    </dsp:sp>
    <dsp:sp modelId="{5098C00F-603C-4E7C-A853-D83CADE42A3A}">
      <dsp:nvSpPr>
        <dsp:cNvPr id="0" name=""/>
        <dsp:cNvSpPr/>
      </dsp:nvSpPr>
      <dsp:spPr>
        <a:xfrm>
          <a:off x="4567200" y="31104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750949"/>
                <a:satOff val="-1935"/>
                <a:lumOff val="-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0949"/>
                <a:satOff val="-1935"/>
                <a:lumOff val="-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0949"/>
                <a:satOff val="-1935"/>
                <a:lumOff val="-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Wymagające kontakty z pacjentami </a:t>
          </a:r>
          <a:endParaRPr lang="en-US" sz="1300" kern="1200"/>
        </a:p>
      </dsp:txBody>
      <dsp:txXfrm>
        <a:off x="4567200" y="311049"/>
        <a:ext cx="1381199" cy="828719"/>
      </dsp:txXfrm>
    </dsp:sp>
    <dsp:sp modelId="{BF1AACEF-2751-444D-B7CD-1DB8A8E4AA1C}">
      <dsp:nvSpPr>
        <dsp:cNvPr id="0" name=""/>
        <dsp:cNvSpPr/>
      </dsp:nvSpPr>
      <dsp:spPr>
        <a:xfrm>
          <a:off x="6086519" y="31104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1001266"/>
                <a:satOff val="-2581"/>
                <a:lumOff val="-17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01266"/>
                <a:satOff val="-2581"/>
                <a:lumOff val="-17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01266"/>
                <a:satOff val="-2581"/>
                <a:lumOff val="-17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Wymagania emocjonalne </a:t>
          </a:r>
          <a:endParaRPr lang="en-US" sz="1300" kern="1200"/>
        </a:p>
      </dsp:txBody>
      <dsp:txXfrm>
        <a:off x="6086519" y="311049"/>
        <a:ext cx="1381199" cy="828719"/>
      </dsp:txXfrm>
    </dsp:sp>
    <dsp:sp modelId="{53951E76-3617-49B9-AEDC-4AFFA04F1C62}">
      <dsp:nvSpPr>
        <dsp:cNvPr id="0" name=""/>
        <dsp:cNvSpPr/>
      </dsp:nvSpPr>
      <dsp:spPr>
        <a:xfrm>
          <a:off x="7605839" y="31104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1251582"/>
                <a:satOff val="-3226"/>
                <a:lumOff val="-21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51582"/>
                <a:satOff val="-3226"/>
                <a:lumOff val="-21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51582"/>
                <a:satOff val="-3226"/>
                <a:lumOff val="-21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Dysonans emocjonalny</a:t>
          </a:r>
          <a:endParaRPr lang="en-US" sz="1300" kern="1200"/>
        </a:p>
      </dsp:txBody>
      <dsp:txXfrm>
        <a:off x="7605839" y="311049"/>
        <a:ext cx="1381199" cy="828719"/>
      </dsp:txXfrm>
    </dsp:sp>
    <dsp:sp modelId="{DD5F5D21-CBFE-4AFD-9175-473BF3595FD3}">
      <dsp:nvSpPr>
        <dsp:cNvPr id="0" name=""/>
        <dsp:cNvSpPr/>
      </dsp:nvSpPr>
      <dsp:spPr>
        <a:xfrm>
          <a:off x="9125158" y="31104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1501898"/>
                <a:satOff val="-3871"/>
                <a:lumOff val="-26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501898"/>
                <a:satOff val="-3871"/>
                <a:lumOff val="-26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501898"/>
                <a:satOff val="-3871"/>
                <a:lumOff val="-26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Konflikt interpersonalny </a:t>
          </a:r>
          <a:endParaRPr lang="en-US" sz="1300" kern="1200"/>
        </a:p>
      </dsp:txBody>
      <dsp:txXfrm>
        <a:off x="9125158" y="311049"/>
        <a:ext cx="1381199" cy="828719"/>
      </dsp:txXfrm>
    </dsp:sp>
    <dsp:sp modelId="{B92D62ED-ADDA-408B-B90D-7B8F27B83BA7}">
      <dsp:nvSpPr>
        <dsp:cNvPr id="0" name=""/>
        <dsp:cNvSpPr/>
      </dsp:nvSpPr>
      <dsp:spPr>
        <a:xfrm>
          <a:off x="9242" y="127788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1752215"/>
                <a:satOff val="-4516"/>
                <a:lumOff val="-30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52215"/>
                <a:satOff val="-4516"/>
                <a:lumOff val="-30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52215"/>
                <a:satOff val="-4516"/>
                <a:lumOff val="-30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Niepewność pracy</a:t>
          </a:r>
          <a:endParaRPr lang="en-US" sz="1300" kern="1200"/>
        </a:p>
      </dsp:txBody>
      <dsp:txXfrm>
        <a:off x="9242" y="1277889"/>
        <a:ext cx="1381199" cy="828719"/>
      </dsp:txXfrm>
    </dsp:sp>
    <dsp:sp modelId="{3C41F541-0CE5-4343-B276-613773EBF8F6}">
      <dsp:nvSpPr>
        <dsp:cNvPr id="0" name=""/>
        <dsp:cNvSpPr/>
      </dsp:nvSpPr>
      <dsp:spPr>
        <a:xfrm>
          <a:off x="1528561" y="127788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2002531"/>
                <a:satOff val="-5161"/>
                <a:lumOff val="-348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02531"/>
                <a:satOff val="-5161"/>
                <a:lumOff val="-348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02531"/>
                <a:satOff val="-5161"/>
                <a:lumOff val="-348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Negatywny wpływ rodziny na pracę </a:t>
          </a:r>
          <a:endParaRPr lang="en-US" sz="1300" kern="1200"/>
        </a:p>
      </dsp:txBody>
      <dsp:txXfrm>
        <a:off x="1528561" y="1277889"/>
        <a:ext cx="1381199" cy="828719"/>
      </dsp:txXfrm>
    </dsp:sp>
    <dsp:sp modelId="{006ACDF0-7AAB-40DA-8B91-247EBB0882E9}">
      <dsp:nvSpPr>
        <dsp:cNvPr id="0" name=""/>
        <dsp:cNvSpPr/>
      </dsp:nvSpPr>
      <dsp:spPr>
        <a:xfrm>
          <a:off x="3047880" y="127788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Nękanie przez pacjentów</a:t>
          </a:r>
          <a:endParaRPr lang="en-US" sz="1300" kern="1200"/>
        </a:p>
      </dsp:txBody>
      <dsp:txXfrm>
        <a:off x="3047880" y="1277889"/>
        <a:ext cx="1381199" cy="828719"/>
      </dsp:txXfrm>
    </dsp:sp>
    <dsp:sp modelId="{710CEEE3-1C35-473C-A404-4A78E15C99AF}">
      <dsp:nvSpPr>
        <dsp:cNvPr id="0" name=""/>
        <dsp:cNvSpPr/>
      </dsp:nvSpPr>
      <dsp:spPr>
        <a:xfrm>
          <a:off x="4567200" y="127788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2503164"/>
                <a:satOff val="-6451"/>
                <a:lumOff val="-43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503164"/>
                <a:satOff val="-6451"/>
                <a:lumOff val="-43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503164"/>
                <a:satOff val="-6451"/>
                <a:lumOff val="-43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Wymagania dotyczące wydajności </a:t>
          </a:r>
          <a:endParaRPr lang="en-US" sz="1300" kern="1200"/>
        </a:p>
      </dsp:txBody>
      <dsp:txXfrm>
        <a:off x="4567200" y="1277889"/>
        <a:ext cx="1381199" cy="828719"/>
      </dsp:txXfrm>
    </dsp:sp>
    <dsp:sp modelId="{4C08AA46-19C9-4D69-9485-1AD6665A0317}">
      <dsp:nvSpPr>
        <dsp:cNvPr id="0" name=""/>
        <dsp:cNvSpPr/>
      </dsp:nvSpPr>
      <dsp:spPr>
        <a:xfrm>
          <a:off x="6086519" y="127788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2753480"/>
                <a:satOff val="-7097"/>
                <a:lumOff val="-47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53480"/>
                <a:satOff val="-7097"/>
                <a:lumOff val="-47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53480"/>
                <a:satOff val="-7097"/>
                <a:lumOff val="-47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Wymagania fizyczne</a:t>
          </a:r>
          <a:endParaRPr lang="en-US" sz="1300" kern="1200"/>
        </a:p>
      </dsp:txBody>
      <dsp:txXfrm>
        <a:off x="6086519" y="1277889"/>
        <a:ext cx="1381199" cy="828719"/>
      </dsp:txXfrm>
    </dsp:sp>
    <dsp:sp modelId="{0CEC3852-09BB-40A6-8CAA-72F43C523EEC}">
      <dsp:nvSpPr>
        <dsp:cNvPr id="0" name=""/>
        <dsp:cNvSpPr/>
      </dsp:nvSpPr>
      <dsp:spPr>
        <a:xfrm>
          <a:off x="7605839" y="127788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3003797"/>
                <a:satOff val="-7742"/>
                <a:lumOff val="-52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03797"/>
                <a:satOff val="-7742"/>
                <a:lumOff val="-52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03797"/>
                <a:satOff val="-7742"/>
                <a:lumOff val="-52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Problemy z planowaniem </a:t>
          </a:r>
          <a:endParaRPr lang="en-US" sz="1300" kern="1200"/>
        </a:p>
      </dsp:txBody>
      <dsp:txXfrm>
        <a:off x="7605839" y="1277889"/>
        <a:ext cx="1381199" cy="828719"/>
      </dsp:txXfrm>
    </dsp:sp>
    <dsp:sp modelId="{95E8D88E-2CD7-4BEA-9C01-0183B4894B43}">
      <dsp:nvSpPr>
        <dsp:cNvPr id="0" name=""/>
        <dsp:cNvSpPr/>
      </dsp:nvSpPr>
      <dsp:spPr>
        <a:xfrm>
          <a:off x="9125158" y="1277889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3254113"/>
                <a:satOff val="-8387"/>
                <a:lumOff val="-56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254113"/>
                <a:satOff val="-8387"/>
                <a:lumOff val="-56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254113"/>
                <a:satOff val="-8387"/>
                <a:lumOff val="-56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Niewłaściwe zachowanie uczniów </a:t>
          </a:r>
          <a:endParaRPr lang="en-US" sz="1300" kern="1200"/>
        </a:p>
      </dsp:txBody>
      <dsp:txXfrm>
        <a:off x="9125158" y="1277889"/>
        <a:ext cx="1381199" cy="828719"/>
      </dsp:txXfrm>
    </dsp:sp>
    <dsp:sp modelId="{2EA3C2B3-6B7B-46CA-9156-97BA63B12F32}">
      <dsp:nvSpPr>
        <dsp:cNvPr id="0" name=""/>
        <dsp:cNvSpPr/>
      </dsp:nvSpPr>
      <dsp:spPr>
        <a:xfrm>
          <a:off x="9242" y="224472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3504429"/>
                <a:satOff val="-9032"/>
                <a:lumOff val="-610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504429"/>
                <a:satOff val="-9032"/>
                <a:lumOff val="-610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504429"/>
                <a:satOff val="-9032"/>
                <a:lumOff val="-610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Jakościowe obciążenie pracą </a:t>
          </a:r>
          <a:endParaRPr lang="en-US" sz="1300" kern="1200"/>
        </a:p>
      </dsp:txBody>
      <dsp:txXfrm>
        <a:off x="9242" y="2244728"/>
        <a:ext cx="1381199" cy="828719"/>
      </dsp:txXfrm>
    </dsp:sp>
    <dsp:sp modelId="{D4698F7E-3722-46E3-8D8E-343C4D07FDD7}">
      <dsp:nvSpPr>
        <dsp:cNvPr id="0" name=""/>
        <dsp:cNvSpPr/>
      </dsp:nvSpPr>
      <dsp:spPr>
        <a:xfrm>
          <a:off x="1528561" y="224472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3754746"/>
                <a:satOff val="-9677"/>
                <a:lumOff val="-65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754746"/>
                <a:satOff val="-9677"/>
                <a:lumOff val="-65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754746"/>
                <a:satOff val="-9677"/>
                <a:lumOff val="-65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Reorganizacja</a:t>
          </a:r>
          <a:endParaRPr lang="en-US" sz="1300" kern="1200"/>
        </a:p>
      </dsp:txBody>
      <dsp:txXfrm>
        <a:off x="1528561" y="2244728"/>
        <a:ext cx="1381199" cy="828719"/>
      </dsp:txXfrm>
    </dsp:sp>
    <dsp:sp modelId="{6F28ACBD-F20C-4336-A00C-FC83924316D3}">
      <dsp:nvSpPr>
        <dsp:cNvPr id="0" name=""/>
        <dsp:cNvSpPr/>
      </dsp:nvSpPr>
      <dsp:spPr>
        <a:xfrm>
          <a:off x="3047880" y="224472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4005062"/>
                <a:satOff val="-10322"/>
                <a:lumOff val="-69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05062"/>
                <a:satOff val="-10322"/>
                <a:lumOff val="-69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05062"/>
                <a:satOff val="-10322"/>
                <a:lumOff val="-69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Wynagrodzenie </a:t>
          </a:r>
          <a:endParaRPr lang="en-US" sz="1300" kern="1200"/>
        </a:p>
      </dsp:txBody>
      <dsp:txXfrm>
        <a:off x="3047880" y="2244728"/>
        <a:ext cx="1381199" cy="828719"/>
      </dsp:txXfrm>
    </dsp:sp>
    <dsp:sp modelId="{9EA1BB98-F815-49A8-A2B4-88D2AC20CBB2}">
      <dsp:nvSpPr>
        <dsp:cNvPr id="0" name=""/>
        <dsp:cNvSpPr/>
      </dsp:nvSpPr>
      <dsp:spPr>
        <a:xfrm>
          <a:off x="4567200" y="224472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4255379"/>
                <a:satOff val="-10968"/>
                <a:lumOff val="-74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255379"/>
                <a:satOff val="-10968"/>
                <a:lumOff val="-74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255379"/>
                <a:satOff val="-10968"/>
                <a:lumOff val="-74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Odpowiedzialność</a:t>
          </a:r>
          <a:endParaRPr lang="en-US" sz="1300" kern="1200"/>
        </a:p>
      </dsp:txBody>
      <dsp:txXfrm>
        <a:off x="4567200" y="2244728"/>
        <a:ext cx="1381199" cy="828719"/>
      </dsp:txXfrm>
    </dsp:sp>
    <dsp:sp modelId="{15354AC3-2DC0-4970-AE66-993CBAC77490}">
      <dsp:nvSpPr>
        <dsp:cNvPr id="0" name=""/>
        <dsp:cNvSpPr/>
      </dsp:nvSpPr>
      <dsp:spPr>
        <a:xfrm>
          <a:off x="6086519" y="224472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Ryzyko i zagrożenia </a:t>
          </a:r>
          <a:endParaRPr lang="en-US" sz="1300" kern="1200"/>
        </a:p>
      </dsp:txBody>
      <dsp:txXfrm>
        <a:off x="6086519" y="2244728"/>
        <a:ext cx="1381199" cy="828719"/>
      </dsp:txXfrm>
    </dsp:sp>
    <dsp:sp modelId="{6169F0F6-3F45-4A90-80AF-C5D7E08F54EC}">
      <dsp:nvSpPr>
        <dsp:cNvPr id="0" name=""/>
        <dsp:cNvSpPr/>
      </dsp:nvSpPr>
      <dsp:spPr>
        <a:xfrm>
          <a:off x="7605839" y="224472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4756012"/>
                <a:satOff val="-12258"/>
                <a:lumOff val="-82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756012"/>
                <a:satOff val="-12258"/>
                <a:lumOff val="-82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756012"/>
                <a:satOff val="-12258"/>
                <a:lumOff val="-82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Niejednoznaczność roli</a:t>
          </a:r>
          <a:endParaRPr lang="en-US" sz="1300" kern="1200"/>
        </a:p>
      </dsp:txBody>
      <dsp:txXfrm>
        <a:off x="7605839" y="2244728"/>
        <a:ext cx="1381199" cy="828719"/>
      </dsp:txXfrm>
    </dsp:sp>
    <dsp:sp modelId="{C19E8E59-ED11-4FD9-961A-498B039D6066}">
      <dsp:nvSpPr>
        <dsp:cNvPr id="0" name=""/>
        <dsp:cNvSpPr/>
      </dsp:nvSpPr>
      <dsp:spPr>
        <a:xfrm>
          <a:off x="9125158" y="224472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5006328"/>
                <a:satOff val="-12903"/>
                <a:lumOff val="-87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06328"/>
                <a:satOff val="-12903"/>
                <a:lumOff val="-87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06328"/>
                <a:satOff val="-12903"/>
                <a:lumOff val="-87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Konflikt ról</a:t>
          </a:r>
          <a:endParaRPr lang="en-US" sz="1300" kern="1200"/>
        </a:p>
      </dsp:txBody>
      <dsp:txXfrm>
        <a:off x="9125158" y="2244728"/>
        <a:ext cx="1381199" cy="828719"/>
      </dsp:txXfrm>
    </dsp:sp>
    <dsp:sp modelId="{B56B4E27-6E6F-4E9D-8B93-8CA27874A10E}">
      <dsp:nvSpPr>
        <dsp:cNvPr id="0" name=""/>
        <dsp:cNvSpPr/>
      </dsp:nvSpPr>
      <dsp:spPr>
        <a:xfrm>
          <a:off x="9242" y="321156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5256644"/>
                <a:satOff val="-13548"/>
                <a:lumOff val="-91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56644"/>
                <a:satOff val="-13548"/>
                <a:lumOff val="-91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56644"/>
                <a:satOff val="-13548"/>
                <a:lumOff val="-91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Molestowanie seksualne</a:t>
          </a:r>
          <a:endParaRPr lang="en-US" sz="1300" kern="1200"/>
        </a:p>
      </dsp:txBody>
      <dsp:txXfrm>
        <a:off x="9242" y="3211568"/>
        <a:ext cx="1381199" cy="828719"/>
      </dsp:txXfrm>
    </dsp:sp>
    <dsp:sp modelId="{1DA84840-D3FB-44DC-BA6B-837D88F72676}">
      <dsp:nvSpPr>
        <dsp:cNvPr id="0" name=""/>
        <dsp:cNvSpPr/>
      </dsp:nvSpPr>
      <dsp:spPr>
        <a:xfrm>
          <a:off x="1528561" y="321156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5506961"/>
                <a:satOff val="-14193"/>
                <a:lumOff val="-958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506961"/>
                <a:satOff val="-14193"/>
                <a:lumOff val="-958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506961"/>
                <a:satOff val="-14193"/>
                <a:lumOff val="-958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Presja czasu</a:t>
          </a:r>
          <a:endParaRPr lang="en-US" sz="1300" kern="1200"/>
        </a:p>
      </dsp:txBody>
      <dsp:txXfrm>
        <a:off x="1528561" y="3211568"/>
        <a:ext cx="1381199" cy="828719"/>
      </dsp:txXfrm>
    </dsp:sp>
    <dsp:sp modelId="{7EFE99B5-52B7-4FC8-9E41-AEA816F887CB}">
      <dsp:nvSpPr>
        <dsp:cNvPr id="0" name=""/>
        <dsp:cNvSpPr/>
      </dsp:nvSpPr>
      <dsp:spPr>
        <a:xfrm>
          <a:off x="3047880" y="321156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5757277"/>
                <a:satOff val="-14838"/>
                <a:lumOff val="-100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757277"/>
                <a:satOff val="-14838"/>
                <a:lumOff val="-100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757277"/>
                <a:satOff val="-14838"/>
                <a:lumOff val="-100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Niekorzystny harmonogram pracy zmianowej </a:t>
          </a:r>
          <a:endParaRPr lang="en-US" sz="1300" kern="1200"/>
        </a:p>
      </dsp:txBody>
      <dsp:txXfrm>
        <a:off x="3047880" y="3211568"/>
        <a:ext cx="1381199" cy="828719"/>
      </dsp:txXfrm>
    </dsp:sp>
    <dsp:sp modelId="{2126FB32-53CD-4EC6-973C-636F23FF4564}">
      <dsp:nvSpPr>
        <dsp:cNvPr id="0" name=""/>
        <dsp:cNvSpPr/>
      </dsp:nvSpPr>
      <dsp:spPr>
        <a:xfrm>
          <a:off x="4567200" y="321156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6007594"/>
                <a:satOff val="-15484"/>
                <a:lumOff val="-1045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07594"/>
                <a:satOff val="-15484"/>
                <a:lumOff val="-1045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07594"/>
                <a:satOff val="-15484"/>
                <a:lumOff val="-1045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Niekorzystne warunki pracy</a:t>
          </a:r>
          <a:endParaRPr lang="en-US" sz="1300" kern="1200"/>
        </a:p>
      </dsp:txBody>
      <dsp:txXfrm>
        <a:off x="4567200" y="3211568"/>
        <a:ext cx="1381199" cy="828719"/>
      </dsp:txXfrm>
    </dsp:sp>
    <dsp:sp modelId="{F74F87F4-50E7-4F5A-B34D-1DE32A820D49}">
      <dsp:nvSpPr>
        <dsp:cNvPr id="0" name=""/>
        <dsp:cNvSpPr/>
      </dsp:nvSpPr>
      <dsp:spPr>
        <a:xfrm>
          <a:off x="6086519" y="321156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6257910"/>
                <a:satOff val="-16129"/>
                <a:lumOff val="-108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257910"/>
                <a:satOff val="-16129"/>
                <a:lumOff val="-108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257910"/>
                <a:satOff val="-16129"/>
                <a:lumOff val="-108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Presja pracy</a:t>
          </a:r>
          <a:endParaRPr lang="en-US" sz="1300" kern="1200"/>
        </a:p>
      </dsp:txBody>
      <dsp:txXfrm>
        <a:off x="6086519" y="3211568"/>
        <a:ext cx="1381199" cy="828719"/>
      </dsp:txXfrm>
    </dsp:sp>
    <dsp:sp modelId="{72950626-5E8D-4A72-8160-7C91A1CD5672}">
      <dsp:nvSpPr>
        <dsp:cNvPr id="0" name=""/>
        <dsp:cNvSpPr/>
      </dsp:nvSpPr>
      <dsp:spPr>
        <a:xfrm>
          <a:off x="7605839" y="321156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6508227"/>
                <a:satOff val="-16774"/>
                <a:lumOff val="-113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508227"/>
                <a:satOff val="-16774"/>
                <a:lumOff val="-113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508227"/>
                <a:satOff val="-16774"/>
                <a:lumOff val="-113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Konflikt praca-dom </a:t>
          </a:r>
          <a:endParaRPr lang="en-US" sz="1300" kern="1200"/>
        </a:p>
      </dsp:txBody>
      <dsp:txXfrm>
        <a:off x="7605839" y="3211568"/>
        <a:ext cx="1381199" cy="828719"/>
      </dsp:txXfrm>
    </dsp:sp>
    <dsp:sp modelId="{331D65C2-AF28-4DE5-87E6-5D78C94A78AF}">
      <dsp:nvSpPr>
        <dsp:cNvPr id="0" name=""/>
        <dsp:cNvSpPr/>
      </dsp:nvSpPr>
      <dsp:spPr>
        <a:xfrm>
          <a:off x="9125158" y="3211568"/>
          <a:ext cx="1381199" cy="828719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Przeciążenie pracą</a:t>
          </a:r>
          <a:endParaRPr lang="en-US" sz="1300" kern="1200"/>
        </a:p>
      </dsp:txBody>
      <dsp:txXfrm>
        <a:off x="9125158" y="3211568"/>
        <a:ext cx="1381199" cy="828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9ACB0-8BE9-42DA-81EA-F23463625710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5C87D-221D-47F8-8B9E-463FD316A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1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7FFE80-E171-1F05-2E8E-304297D7B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86334E6-1A9E-A6FB-84CC-BDDF1212B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CC1E77C-7155-C30A-4780-8CD62D5F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ED4E993-0F4D-3919-0F05-97F847F75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35704D-1597-A8A7-82B9-EC48ADE1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9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E94F76-3B07-6F74-42A2-E54940DD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339E96-7DCE-66B4-1D4D-C524A52D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A0CF810-CFC9-BBC2-6494-B290161D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4AC540-ECD4-3D18-F5C8-14D1A988B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D739FB-6209-B9DB-8ED5-FEFDA749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7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2F78C3-C811-27B5-C12A-9A13293F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93F9663-6F90-5332-744C-3E978333F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C429465-C887-30B5-3CB4-66F42989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7BEBE98-1434-31F9-EEB4-F415E6B1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1FAF6FB-2BEC-1995-62AD-85C5BF24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4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BC6337-150F-BFFD-74C2-AD813530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CFD532-1E30-716C-F6D9-0C5651AA7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98D484D-5B84-04C4-ADA2-F4F701B5D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BEEDA72-17F2-51D0-2EAE-E59E1CCD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28C8946-3CE1-C937-7384-CE824700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CF2D13E-4014-ABCB-9C24-44C5937A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7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45254B-36B8-8D1A-6D7B-6334DDF1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5E9887-1ED2-45B1-ECEC-19874A52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E80A1B4-4DD5-6B86-2779-C9B969EE8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F4A2DAF-47DD-5BDF-C14E-1719156C4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B69A4DD-4DBD-7AEE-53F8-AB1020B53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F836666-DF5F-3AC8-F166-C9740CBB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9DB47F1-05B1-6D2B-0D5D-905F96B7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2DCDE2C-A673-5A5B-7058-20BA360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41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FBF366-5A57-FF78-E0B6-94DDAD2F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F2BF7EF-2A7D-5629-9450-E8D038EE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AD95E8E-97CC-E4B7-8EE7-5858910F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698B836-5410-87AE-8EC8-CC356427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7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CE7D106-C647-FE6C-8268-6E18DB2B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02D3CC1-94B3-FA05-0493-0D800705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B15BF2A-3F21-36F2-D9B8-132EDBB2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3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E61DDB-602D-81DF-B1BA-3FADB7FE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B40624-53FC-91B7-C1B4-88AB7FB5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5AF34B4-3375-3BB7-A8E8-E5C7BA3D2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2791C4A-0B9B-05AF-8B2D-A6AE3FD6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BCA4C79-4476-B2C1-464D-6BDB51AF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816973-6A3F-2B27-AB80-9F72E4D4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7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93366F-E1E4-9248-E9BE-110F9752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C73172E-B3E6-3D71-F695-EE47A47E06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35A78F5-EA7A-5E74-4A78-B0BE1528C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43753AF-D6EE-CF6B-D5B1-23A0D891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D9455C1-7DFE-8399-9A3F-E1D44548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2C901E7-1A20-06EB-8672-9D5CBBED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7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D6FE99-38B0-A37D-F910-B851CDCD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416B401-3D43-7448-AC56-16BCCBD0F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DED4F6E-1868-8358-0F58-D645D27C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29B3611-2734-ACFD-C810-C7F4B249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18E4BF1-1D3F-D04E-AEB5-7396EB58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6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3031D36-FC19-6ABA-5DFC-22CFE66BA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6BFA52-0479-7521-2BF3-7D3AD2504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2363259-A4F1-3770-2CDE-EA68120E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F7E095-ED05-9A58-5F03-20E8CD88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AB57151-136F-4422-968A-5EB83099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1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4065CA9-BD02-7917-967F-258C998D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8DF5D0E-7E10-6D13-F8A6-984DCAE55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A1BAE3C-DEB5-EA2B-3B8E-9779456EA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17CEC-DCD6-4BE2-B48D-D3E4AA5DE1F8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8617513-D1DD-734B-F5E8-4E72F0278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AA81390-DCD1-2D96-05CE-683836496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C2963-58FB-4BCB-8843-964E75176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D30F3-A928-991C-E475-3EB73AAD24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6432" r="-1" b="14876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B3C5C564-35DD-CDDB-401D-B42E36E01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pl-PL" sz="5600">
                <a:solidFill>
                  <a:schemeClr val="bg1"/>
                </a:solidFill>
              </a:rPr>
              <a:t>Zarządzanie psychospołecznymi warunkami pracy – Model JD-R</a:t>
            </a:r>
            <a:endParaRPr lang="en-US" sz="5600">
              <a:solidFill>
                <a:schemeClr val="bg1"/>
              </a:solidFill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E4F015B-97F8-EBE3-E97F-E81B148F6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pl-PL">
                <a:solidFill>
                  <a:schemeClr val="bg1"/>
                </a:solidFill>
              </a:rPr>
              <a:t>dr Mikołaj Stolarski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1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FA9B50-1EA5-0779-0074-0F9E8DFFF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l-PL" sz="4000"/>
              <a:t>Agenda</a:t>
            </a:r>
            <a:endParaRPr lang="en-US" sz="40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77EB8B-41D6-557B-703D-521505FA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sz="2000"/>
              <a:t>Model JD-R ujęcie historyczne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000"/>
              <a:t>Proces utraty zdrowia w modelu JD-R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000"/>
              <a:t>Wypalenie jako konsekwencja zbyt dużych wymagań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000"/>
              <a:t>Wypalenie zawodowe - uporządkowanie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000"/>
              <a:t>Przykłady wymagań pracy</a:t>
            </a:r>
          </a:p>
        </p:txBody>
      </p:sp>
      <p:pic>
        <p:nvPicPr>
          <p:cNvPr id="14" name="Picture 13" descr="Stoper z rozmyciem w czasie">
            <a:extLst>
              <a:ext uri="{FF2B5EF4-FFF2-40B4-BE49-F238E27FC236}">
                <a16:creationId xmlns:a16="http://schemas.microsoft.com/office/drawing/2014/main" id="{5286C11C-D3A1-E3BC-DE5D-449BCF904A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084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3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C0DC045-69D5-7087-B4FC-516069B1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Wymagania Zasoby – Pracy (Job Demands – Resources Model; JD-R) (Bakker i Demerouti, 2017)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472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82D071-FE2A-0ED6-4658-FD0C5709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pl-PL" sz="3200"/>
              <a:t>Model JD-R</a:t>
            </a:r>
            <a:endParaRPr lang="en-US" sz="3200"/>
          </a:p>
        </p:txBody>
      </p:sp>
      <p:pic>
        <p:nvPicPr>
          <p:cNvPr id="5" name="Picture 4" descr="Biała układanka z jednym czerwonym kawałkiem">
            <a:extLst>
              <a:ext uri="{FF2B5EF4-FFF2-40B4-BE49-F238E27FC236}">
                <a16:creationId xmlns:a16="http://schemas.microsoft.com/office/drawing/2014/main" id="{8134AFE1-685D-CA79-78EB-9A99F1703D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77" r="28073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D830F3-B441-DA8A-BB0F-97793A866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/>
              <a:t>Model JD-R pozwala na tworzenie modeli środowisk pracy, który jest możliwy do </a:t>
            </a:r>
            <a:r>
              <a:rPr lang="pl-PL" sz="2000" err="1"/>
              <a:t>zaplikowania</a:t>
            </a:r>
            <a:r>
              <a:rPr lang="pl-PL" sz="2000"/>
              <a:t> w różnych warunkach zawodowych (</a:t>
            </a:r>
            <a:r>
              <a:rPr lang="pl-PL" sz="2000" err="1"/>
              <a:t>Bakker</a:t>
            </a:r>
            <a:r>
              <a:rPr lang="pl-PL" sz="2000"/>
              <a:t> i </a:t>
            </a:r>
            <a:r>
              <a:rPr lang="pl-PL" sz="2000" err="1"/>
              <a:t>Demerouti</a:t>
            </a:r>
            <a:r>
              <a:rPr lang="pl-PL" sz="2000"/>
              <a:t>, 2007). Jest on uznawany za model stresu zawodowego (</a:t>
            </a:r>
            <a:r>
              <a:rPr lang="pl-PL" sz="2000" err="1"/>
              <a:t>Schaufeli</a:t>
            </a:r>
            <a:r>
              <a:rPr lang="pl-PL" sz="2000"/>
              <a:t> i </a:t>
            </a:r>
            <a:r>
              <a:rPr lang="pl-PL" sz="2000" err="1"/>
              <a:t>Taris</a:t>
            </a:r>
            <a:r>
              <a:rPr lang="pl-PL" sz="2000"/>
              <a:t>, 2014)</a:t>
            </a:r>
          </a:p>
          <a:p>
            <a:pPr marL="0" indent="0">
              <a:buNone/>
            </a:pPr>
            <a:endParaRPr lang="pl-PL" sz="2000"/>
          </a:p>
          <a:p>
            <a:pPr marL="0" indent="0">
              <a:buNone/>
            </a:pPr>
            <a:r>
              <a:rPr lang="pl-PL" sz="2000"/>
              <a:t>Model JD-R zakłada, że każde środowisko pracy może mieć swój specyficzny układ zarówno zasobów, jak i wymagań pracy, które będą wpływać na wypalenie i zaangażowanie w pracę (</a:t>
            </a:r>
            <a:r>
              <a:rPr lang="pl-PL" sz="2000" err="1"/>
              <a:t>Bakker</a:t>
            </a:r>
            <a:r>
              <a:rPr lang="pl-PL" sz="2000"/>
              <a:t> i </a:t>
            </a:r>
            <a:r>
              <a:rPr lang="pl-PL" sz="2000" err="1"/>
              <a:t>Demerouti</a:t>
            </a:r>
            <a:r>
              <a:rPr lang="pl-PL" sz="2000"/>
              <a:t>, 2007, 2017).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9014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A2457EC-4B8F-E7FC-A103-B9CEFDE6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/>
              <a:t>Proces utraty zdrowia w Modelu JD-R</a:t>
            </a:r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E0575929-DBEF-2307-013E-EE5DA5EC93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4507179"/>
              </p:ext>
            </p:extLst>
          </p:nvPr>
        </p:nvGraphicFramePr>
        <p:xfrm>
          <a:off x="777240" y="1715897"/>
          <a:ext cx="10515600" cy="4357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276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E76940-A1D1-0E22-4923-70CE05C8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Co jest źródłem wypalenia?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0AD138-D5F3-6187-8CFD-199B71714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/>
              <a:t>Rozwój wypalenia może przebiegać według dwóch procesów (</a:t>
            </a:r>
            <a:r>
              <a:rPr lang="pl-PL" err="1"/>
              <a:t>Demerouti</a:t>
            </a:r>
            <a:r>
              <a:rPr lang="pl-PL"/>
              <a:t> i in., 2001; </a:t>
            </a:r>
            <a:r>
              <a:rPr lang="pl-PL" err="1"/>
              <a:t>Schaufeli</a:t>
            </a:r>
            <a:r>
              <a:rPr lang="pl-PL"/>
              <a:t> i </a:t>
            </a:r>
            <a:r>
              <a:rPr lang="pl-PL" err="1"/>
              <a:t>Taris</a:t>
            </a:r>
            <a:r>
              <a:rPr lang="pl-PL"/>
              <a:t>, 2014):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ciągłe przeciążenie wymaganiami pracy prowadzi do wyczerpania.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braku zasobów pracy, który uniemożliwia zaspokojenie potrzeb zawodowych, co prowadzi do wycofania się i braku zaangażowania (disengagement).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4EE5AB4-2228-B3EE-E700-D438AE47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/>
              <a:t>Zasoby i wymagania w modelu JD-R (</a:t>
            </a:r>
            <a:r>
              <a:rPr lang="pl-PL" err="1"/>
              <a:t>Demerouti</a:t>
            </a:r>
            <a:r>
              <a:rPr lang="pl-PL"/>
              <a:t> i in., 2001). </a:t>
            </a:r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F1F064B-7BDC-3DC5-2919-07131ACC7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2399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3951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30CBADD-7AAB-4C44-D2DD-EC7E2640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Rozwój wypalenia i braku zaangażowania według Modelu JD-R (Demerouti i in., 2001)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D484D16-4DE9-2C52-CAF4-639508D57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9180" y="640080"/>
            <a:ext cx="5744848" cy="5550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080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6C4118A-B523-45D9-B427-8E05B2DEA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D4FB0C-33F4-60DE-4F41-AF000FEB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57189"/>
            <a:ext cx="4899039" cy="3346901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Wypalenie zawodowe uporządkowanie</a:t>
            </a:r>
          </a:p>
        </p:txBody>
      </p:sp>
      <p:pic>
        <p:nvPicPr>
          <p:cNvPr id="4" name="Picture 3" descr="Biurko ze stetoskopem i klawiaturą komputerową">
            <a:extLst>
              <a:ext uri="{FF2B5EF4-FFF2-40B4-BE49-F238E27FC236}">
                <a16:creationId xmlns:a16="http://schemas.microsoft.com/office/drawing/2014/main" id="{37FB64C1-D80C-AF74-CB5F-0F6A1663C1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573" r="-1" b="-1"/>
          <a:stretch/>
        </p:blipFill>
        <p:spPr>
          <a:xfrm>
            <a:off x="6095999" y="10"/>
            <a:ext cx="610565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57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518A04-0AFD-0814-39CF-D455C1F9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/>
              <a:t>Wymagania pracy i wypalenie zawodowe (</a:t>
            </a:r>
            <a:r>
              <a:rPr lang="pl-PL" err="1"/>
              <a:t>Demerouti</a:t>
            </a:r>
            <a:r>
              <a:rPr lang="pl-PL"/>
              <a:t> i in., 2001)</a:t>
            </a:r>
            <a:endParaRPr lang="en-US"/>
          </a:p>
        </p:txBody>
      </p:sp>
      <p:grpSp>
        <p:nvGrpSpPr>
          <p:cNvPr id="28" name="Grupa 27">
            <a:extLst>
              <a:ext uri="{FF2B5EF4-FFF2-40B4-BE49-F238E27FC236}">
                <a16:creationId xmlns:a16="http://schemas.microsoft.com/office/drawing/2014/main" id="{BC3CB3E0-BD96-0ED9-DB45-805AF2A2C1C7}"/>
              </a:ext>
            </a:extLst>
          </p:cNvPr>
          <p:cNvGrpSpPr/>
          <p:nvPr/>
        </p:nvGrpSpPr>
        <p:grpSpPr>
          <a:xfrm>
            <a:off x="6219037" y="3789667"/>
            <a:ext cx="2362670" cy="2537830"/>
            <a:chOff x="6219037" y="3789667"/>
            <a:chExt cx="2362670" cy="2537830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3E96E044-704C-024F-216B-FD95CB0173E3}"/>
                </a:ext>
              </a:extLst>
            </p:cNvPr>
            <p:cNvSpPr/>
            <p:nvPr/>
          </p:nvSpPr>
          <p:spPr>
            <a:xfrm>
              <a:off x="6839478" y="3789667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l-PL" sz="1401"/>
                <a:t>Wypalenie</a:t>
              </a:r>
              <a:endParaRPr lang="en-US" sz="1401"/>
            </a:p>
          </p:txBody>
        </p:sp>
        <p:sp>
          <p:nvSpPr>
            <p:cNvPr id="10" name="pole tekstowe 9">
              <a:extLst>
                <a:ext uri="{FF2B5EF4-FFF2-40B4-BE49-F238E27FC236}">
                  <a16:creationId xmlns:a16="http://schemas.microsoft.com/office/drawing/2014/main" id="{20063161-25DC-3F2E-40E7-B02F402ED4E7}"/>
                </a:ext>
              </a:extLst>
            </p:cNvPr>
            <p:cNvSpPr txBox="1"/>
            <p:nvPr/>
          </p:nvSpPr>
          <p:spPr>
            <a:xfrm>
              <a:off x="6219037" y="4511615"/>
              <a:ext cx="236267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1400"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  <a:r>
                <a:rPr lang="pl-PL" sz="1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yndrom emocjonalnego wyczerpania, depersonalizacji oraz zmniejszonej skuteczności  osobistej w pracy, które mogą wystąpić wśród pracowników  wykonujących pracę z „innymi ludźmi”. </a:t>
              </a:r>
              <a:endParaRPr lang="en-US" sz="1400"/>
            </a:p>
          </p:txBody>
        </p:sp>
      </p:grpSp>
      <p:grpSp>
        <p:nvGrpSpPr>
          <p:cNvPr id="30" name="Grupa 29">
            <a:extLst>
              <a:ext uri="{FF2B5EF4-FFF2-40B4-BE49-F238E27FC236}">
                <a16:creationId xmlns:a16="http://schemas.microsoft.com/office/drawing/2014/main" id="{7BBD690F-67BE-BB62-CBF7-3237C3170138}"/>
              </a:ext>
            </a:extLst>
          </p:cNvPr>
          <p:cNvGrpSpPr/>
          <p:nvPr/>
        </p:nvGrpSpPr>
        <p:grpSpPr>
          <a:xfrm>
            <a:off x="8458670" y="3634301"/>
            <a:ext cx="3733329" cy="954107"/>
            <a:chOff x="8458670" y="3634301"/>
            <a:chExt cx="3733329" cy="954107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E3F2888C-2E69-3ADD-96B7-98945BF8065B}"/>
                </a:ext>
              </a:extLst>
            </p:cNvPr>
            <p:cNvSpPr/>
            <p:nvPr/>
          </p:nvSpPr>
          <p:spPr>
            <a:xfrm>
              <a:off x="8458670" y="3784491"/>
              <a:ext cx="1121788" cy="6410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l-PL" sz="1050"/>
                <a:t>Depersonalizacja</a:t>
              </a:r>
              <a:endParaRPr lang="en-US" sz="1050"/>
            </a:p>
          </p:txBody>
        </p:sp>
        <p:sp>
          <p:nvSpPr>
            <p:cNvPr id="13" name="pole tekstowe 12">
              <a:extLst>
                <a:ext uri="{FF2B5EF4-FFF2-40B4-BE49-F238E27FC236}">
                  <a16:creationId xmlns:a16="http://schemas.microsoft.com/office/drawing/2014/main" id="{F3B0328D-4254-F71D-A235-B6E84B9C41F9}"/>
                </a:ext>
              </a:extLst>
            </p:cNvPr>
            <p:cNvSpPr txBox="1"/>
            <p:nvPr/>
          </p:nvSpPr>
          <p:spPr>
            <a:xfrm>
              <a:off x="9642278" y="3634301"/>
              <a:ext cx="254972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1400"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r>
                <a:rPr lang="pl-PL" sz="1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harakteryzuje się zdystansowaniem oraz cynizmem w stosunku do innych osób.</a:t>
              </a:r>
              <a:endParaRPr lang="en-US" sz="1100"/>
            </a:p>
          </p:txBody>
        </p:sp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0247860C-A45D-FF01-59D3-41598799D831}"/>
              </a:ext>
            </a:extLst>
          </p:cNvPr>
          <p:cNvGrpSpPr/>
          <p:nvPr/>
        </p:nvGrpSpPr>
        <p:grpSpPr>
          <a:xfrm>
            <a:off x="8458670" y="2028175"/>
            <a:ext cx="3678341" cy="954107"/>
            <a:chOff x="8458670" y="2028175"/>
            <a:chExt cx="3678341" cy="954107"/>
          </a:xfrm>
        </p:grpSpPr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2FCDEBF1-1E6F-DB1F-2719-1C39FC43AF6F}"/>
                </a:ext>
              </a:extLst>
            </p:cNvPr>
            <p:cNvSpPr/>
            <p:nvPr/>
          </p:nvSpPr>
          <p:spPr>
            <a:xfrm>
              <a:off x="8458670" y="2149425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l-PL" sz="1400"/>
                <a:t>Wyczerpanie emocjonalne</a:t>
              </a:r>
              <a:endParaRPr lang="en-US" sz="1400"/>
            </a:p>
          </p:txBody>
        </p:sp>
        <p:sp>
          <p:nvSpPr>
            <p:cNvPr id="14" name="pole tekstowe 13">
              <a:extLst>
                <a:ext uri="{FF2B5EF4-FFF2-40B4-BE49-F238E27FC236}">
                  <a16:creationId xmlns:a16="http://schemas.microsoft.com/office/drawing/2014/main" id="{F6068824-363F-2323-081C-47B182FA5851}"/>
                </a:ext>
              </a:extLst>
            </p:cNvPr>
            <p:cNvSpPr txBox="1"/>
            <p:nvPr/>
          </p:nvSpPr>
          <p:spPr>
            <a:xfrm>
              <a:off x="9525468" y="2028175"/>
              <a:ext cx="26115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1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Długotrwała i nadmierna reakcja emocjonalna związanej z emocjonalnymi wymaganiami w pracy.</a:t>
              </a:r>
              <a:endParaRPr lang="en-US" sz="1100"/>
            </a:p>
          </p:txBody>
        </p:sp>
      </p:grpSp>
      <p:grpSp>
        <p:nvGrpSpPr>
          <p:cNvPr id="31" name="Grupa 30">
            <a:extLst>
              <a:ext uri="{FF2B5EF4-FFF2-40B4-BE49-F238E27FC236}">
                <a16:creationId xmlns:a16="http://schemas.microsoft.com/office/drawing/2014/main" id="{0D0C5F8D-6B77-E55A-7D9C-D4959B40A5AE}"/>
              </a:ext>
            </a:extLst>
          </p:cNvPr>
          <p:cNvGrpSpPr/>
          <p:nvPr/>
        </p:nvGrpSpPr>
        <p:grpSpPr>
          <a:xfrm>
            <a:off x="8458670" y="5272021"/>
            <a:ext cx="3733330" cy="954107"/>
            <a:chOff x="8458670" y="5272021"/>
            <a:chExt cx="3733330" cy="954107"/>
          </a:xfrm>
        </p:grpSpPr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EDF484C2-55DA-AFB5-B3DD-C3046BB787D1}"/>
                </a:ext>
              </a:extLst>
            </p:cNvPr>
            <p:cNvSpPr/>
            <p:nvPr/>
          </p:nvSpPr>
          <p:spPr>
            <a:xfrm>
              <a:off x="8458670" y="5428564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l-PL" sz="1401"/>
                <a:t>Zmniejszona</a:t>
              </a:r>
            </a:p>
            <a:p>
              <a:pPr algn="ctr"/>
              <a:r>
                <a:rPr lang="pl-PL" sz="1401"/>
                <a:t>skuteczność</a:t>
              </a:r>
              <a:endParaRPr lang="en-US" sz="1401"/>
            </a:p>
          </p:txBody>
        </p: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9466F943-43AC-6C4E-8B93-A54CD458411D}"/>
                </a:ext>
              </a:extLst>
            </p:cNvPr>
            <p:cNvSpPr txBox="1"/>
            <p:nvPr/>
          </p:nvSpPr>
          <p:spPr>
            <a:xfrm>
              <a:off x="9642278" y="5272021"/>
              <a:ext cx="254972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14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Pracownik nie jest już w stanie wystarczająco efektywnie wykonywać swoich obowiązków (samoocena)</a:t>
              </a:r>
              <a:endParaRPr lang="en-US" sz="1100"/>
            </a:p>
          </p:txBody>
        </p:sp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FF329802-73A6-B9DF-D80D-72A9F2F5E8CB}"/>
              </a:ext>
            </a:extLst>
          </p:cNvPr>
          <p:cNvGrpSpPr/>
          <p:nvPr/>
        </p:nvGrpSpPr>
        <p:grpSpPr>
          <a:xfrm>
            <a:off x="1734151" y="3784491"/>
            <a:ext cx="3276130" cy="2072305"/>
            <a:chOff x="1734151" y="3784491"/>
            <a:chExt cx="3276130" cy="2072305"/>
          </a:xfrm>
        </p:grpSpPr>
        <p:sp>
          <p:nvSpPr>
            <p:cNvPr id="4" name="Rectangle 11">
              <a:extLst>
                <a:ext uri="{FF2B5EF4-FFF2-40B4-BE49-F238E27FC236}">
                  <a16:creationId xmlns:a16="http://schemas.microsoft.com/office/drawing/2014/main" id="{7E42293F-F07D-62D1-4632-080D582DCDBA}"/>
                </a:ext>
              </a:extLst>
            </p:cNvPr>
            <p:cNvSpPr/>
            <p:nvPr/>
          </p:nvSpPr>
          <p:spPr>
            <a:xfrm>
              <a:off x="2811322" y="3784491"/>
              <a:ext cx="1121788" cy="6410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l-PL" sz="1401"/>
                <a:t>Wymagania pracy</a:t>
              </a:r>
              <a:endParaRPr lang="en-US" sz="1401"/>
            </a:p>
          </p:txBody>
        </p:sp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79E72B25-BA2A-D2F2-2F6A-59956A6F8C7C}"/>
                </a:ext>
              </a:extLst>
            </p:cNvPr>
            <p:cNvSpPr txBox="1"/>
            <p:nvPr/>
          </p:nvSpPr>
          <p:spPr>
            <a:xfrm>
              <a:off x="1734151" y="4687245"/>
              <a:ext cx="327613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1400">
                  <a:latin typeface="Times New Roman" panose="02020603050405020304" pitchFamily="18" charset="0"/>
                  <a:ea typeface="Times New Roman" panose="02020603050405020304" pitchFamily="18" charset="0"/>
                </a:rPr>
                <a:t>Fizyczne, społeczne lub organizacyjne aspekty pracy, które wymagają trwałego wysiłku fizycznego lub umysłowego, </a:t>
              </a:r>
            </a:p>
            <a:p>
              <a:pPr algn="ctr"/>
              <a:r>
                <a:rPr lang="pl-PL" sz="1400">
                  <a:latin typeface="Times New Roman" panose="02020603050405020304" pitchFamily="18" charset="0"/>
                  <a:ea typeface="Times New Roman" panose="02020603050405020304" pitchFamily="18" charset="0"/>
                </a:rPr>
                <a:t>a zatem są związane z pewnymi kosztami fizjologicznymi i psychologicznymi </a:t>
              </a:r>
              <a:endParaRPr lang="en-US" sz="1400"/>
            </a:p>
          </p:txBody>
        </p:sp>
      </p:grp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7F9B7639-CA12-7948-111C-A7F773DE6E8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933110" y="4105002"/>
            <a:ext cx="2906368" cy="517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91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43956C-FF18-8500-0E8D-9860E281F5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859" b="1187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450A515-3B4B-1E25-157B-63EFB92A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/>
              <a:t>Wymagania pracy – przykłady </a:t>
            </a:r>
            <a:br>
              <a:rPr lang="pl-PL"/>
            </a:br>
            <a:r>
              <a:rPr lang="pl-PL"/>
              <a:t>(</a:t>
            </a:r>
            <a:r>
              <a:rPr lang="pl-PL" err="1"/>
              <a:t>Schaufeli</a:t>
            </a:r>
            <a:r>
              <a:rPr lang="pl-PL"/>
              <a:t>, </a:t>
            </a:r>
            <a:r>
              <a:rPr lang="pl-PL" err="1"/>
              <a:t>Taris</a:t>
            </a:r>
            <a:r>
              <a:rPr lang="pl-PL"/>
              <a:t>, 2014)</a:t>
            </a:r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9D3F73F-6242-0E1E-5866-5DBCD059D5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0734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0698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EB37027-009C-0CE6-5C50-83B38ED0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Bibliografia</a:t>
            </a:r>
            <a:endParaRPr lang="en-US" sz="5400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C87F10-AFD0-922D-0C7D-07040D84F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304800" indent="-304800"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Bakker, A. B., &amp; Demerouti, E. (2007). The Job Demands‐Resources model: state of the art. </a:t>
            </a:r>
            <a:r>
              <a:rPr lang="en-US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Managerial Psychology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(3), 309–328. https://doi.org/10.1108/02683940710733115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Bakker, A. B., &amp; Demerouti, E. (2017). Job demands–resources theory: Taking stock and looking forward. </a:t>
            </a:r>
            <a:r>
              <a:rPr lang="en-US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Occupational Health Psychology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(3), 273–285. https://doi.org/10.1037/ocp0000056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Demerouti, E., Bakker, A. B., </a:t>
            </a:r>
            <a:r>
              <a:rPr lang="en-US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Nachreiner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F., &amp; Schaufeli, W. B. (2001). The job demands-resources model of burnout. </a:t>
            </a:r>
            <a:r>
              <a:rPr lang="en-US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Applied Psychology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86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(3), 499–512. https://doi.org/10.1037/0021-9010.86.3.499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Schaufeli, W. B., &amp; Taris, T. W. (2014). A critical review of the Job Demands-Resources Model: Implications for improving work and health. W G. F. Bauer &amp; O. </a:t>
            </a:r>
            <a:r>
              <a:rPr lang="en-US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Hämmig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(Red.), </a:t>
            </a:r>
            <a:r>
              <a:rPr lang="en-US" sz="1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Bridging Occupational, Organizational and Public Health: A Transdisciplinary Approach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(ss. 43–68). Springer Netherlands. https://doi.org/10.1007/978-94-007-5640-3_4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25939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B11955F91DFE44BEC86CDA30304B31" ma:contentTypeVersion="4" ma:contentTypeDescription="Utwórz nowy dokument." ma:contentTypeScope="" ma:versionID="f762e421d56ba27da72bdf3b38c6fea3">
  <xsd:schema xmlns:xsd="http://www.w3.org/2001/XMLSchema" xmlns:xs="http://www.w3.org/2001/XMLSchema" xmlns:p="http://schemas.microsoft.com/office/2006/metadata/properties" xmlns:ns2="ba5819a6-7136-4c3f-9dbe-52a5cf23e21d" targetNamespace="http://schemas.microsoft.com/office/2006/metadata/properties" ma:root="true" ma:fieldsID="c735be2237df17b11d43c468b2d312c4" ns2:_="">
    <xsd:import namespace="ba5819a6-7136-4c3f-9dbe-52a5cf23e2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819a6-7136-4c3f-9dbe-52a5cf23e2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2FC9E1-6D71-4155-9804-14C159229B70}"/>
</file>

<file path=customXml/itemProps2.xml><?xml version="1.0" encoding="utf-8"?>
<ds:datastoreItem xmlns:ds="http://schemas.openxmlformats.org/officeDocument/2006/customXml" ds:itemID="{F1E231BC-6399-40A6-BBF8-881002A15D6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5847BE3-F5B1-4425-A78F-BDBD5F79C9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12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3" baseType="lpstr">
      <vt:lpstr>Motyw pakietu Office</vt:lpstr>
      <vt:lpstr>Zarządzanie psychospołecznymi warunkami pracy – Model JD-R</vt:lpstr>
      <vt:lpstr>Agenda</vt:lpstr>
      <vt:lpstr>Model Wymagania Zasoby – Pracy (Job Demands – Resources Model; JD-R) (Bakker i Demerouti, 2017)</vt:lpstr>
      <vt:lpstr>Model JD-R</vt:lpstr>
      <vt:lpstr>Proces utraty zdrowia w Modelu JD-R</vt:lpstr>
      <vt:lpstr>Co jest źródłem wypalenia?</vt:lpstr>
      <vt:lpstr>Zasoby i wymagania w modelu JD-R (Demerouti i in., 2001). </vt:lpstr>
      <vt:lpstr>Rozwój wypalenia i braku zaangażowania według Modelu JD-R (Demerouti i in., 2001)</vt:lpstr>
      <vt:lpstr>Wypalenie zawodowe uporządkowanie</vt:lpstr>
      <vt:lpstr>Wymagania pracy i wypalenie zawodowe (Demerouti i in., 2001)</vt:lpstr>
      <vt:lpstr>Wymagania pracy – przykłady  (Schaufeli, Taris, 2014)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Wprowadzenie do specjalności: Psychologia  pracy i organizacji (wykład X)</dc:title>
  <dc:creator>Mikołaj Stolarski</dc:creator>
  <cp:revision>2</cp:revision>
  <dcterms:created xsi:type="dcterms:W3CDTF">2023-02-23T22:15:18Z</dcterms:created>
  <dcterms:modified xsi:type="dcterms:W3CDTF">2023-12-10T14:43:27Z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0x0101007EB11955F91DFE44BEC86CDA30304B31</vt:lpwstr>
  </property>
  <property fmtid="{D5CDD505-2E9C-101B-9397-08002B2CF9AE}" pid="3" name="Order">
    <vt:r8>5000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