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ppt/diagrams/data11.xml" ContentType="application/vnd.openxmlformats-officedocument.drawingml.diagramData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diagrams/colors1.xml" ContentType="application/vnd.openxmlformats-officedocument.drawingml.diagramColors+xml"/>
  <Override PartName="/ppt/theme/theme1.xml" ContentType="application/vnd.openxmlformats-officedocument.theme+xml"/>
  <Override PartName="/ppt/diagrams/quickStyle8.xml" ContentType="application/vnd.openxmlformats-officedocument.drawingml.diagramStyl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3.xml" ContentType="application/vnd.openxmlformats-officedocument.drawingml.diagramColors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drawing3.xml" ContentType="application/vnd.ms-office.drawingml.diagramDrawing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quickStyle7.xml" ContentType="application/vnd.openxmlformats-officedocument.drawingml.diagramStyle+xml"/>
  <Override PartName="/ppt/diagrams/drawing8.xml" ContentType="application/vnd.ms-office.drawingml.diagramDrawing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layout8.xml" ContentType="application/vnd.openxmlformats-officedocument.drawingml.diagramLayout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colors7.xml" ContentType="application/vnd.openxmlformats-officedocument.drawingml.diagramColors+xml"/>
  <Override PartName="/ppt/diagrams/drawing10.xml" ContentType="application/vnd.ms-office.drawingml.diagramDrawing+xml"/>
  <Override PartName="/ppt/diagrams/layout7.xml" ContentType="application/vnd.openxmlformats-officedocument.drawingml.diagramLayout+xml"/>
  <Override PartName="/ppt/diagrams/layout11.xml" ContentType="application/vnd.openxmlformats-officedocument.drawingml.diagramLayout+xml"/>
  <Override PartName="/ppt/diagrams/drawing7.xml" ContentType="application/vnd.ms-office.drawingml.diagramDrawing+xml"/>
  <Override PartName="/ppt/diagrams/colors8.xml" ContentType="application/vnd.openxmlformats-officedocument.drawingml.diagramColor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  <p:sldMasterId id="2147483726" r:id="rId2"/>
  </p:sldMasterIdLst>
  <p:sldIdLst>
    <p:sldId id="256" r:id="rId3"/>
    <p:sldId id="257" r:id="rId4"/>
    <p:sldId id="285" r:id="rId5"/>
    <p:sldId id="276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259" r:id="rId17"/>
    <p:sldId id="258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4" r:id="rId29"/>
    <p:sldId id="270" r:id="rId30"/>
    <p:sldId id="272" r:id="rId31"/>
    <p:sldId id="273" r:id="rId32"/>
    <p:sldId id="271" r:id="rId33"/>
    <p:sldId id="27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ustomXml" Target="../customXml/item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20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12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2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1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70DAB9-474B-408B-B744-5C9F7F0F8394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A6D7F150-8D81-4E84-8730-BE0FC3D70B2E}">
      <dgm:prSet/>
      <dgm:spPr/>
      <dgm:t>
        <a:bodyPr/>
        <a:lstStyle/>
        <a:p>
          <a:r>
            <a:rPr lang="pl-PL"/>
            <a:t>Wymagania poznawcze </a:t>
          </a:r>
          <a:endParaRPr lang="en-US"/>
        </a:p>
      </dgm:t>
    </dgm:pt>
    <dgm:pt modelId="{87953A8A-13E2-467C-985C-42A4D2F6AF86}" type="parTrans" cxnId="{ADCEF5FA-7A4B-4A59-A3D5-51170BD8FC34}">
      <dgm:prSet/>
      <dgm:spPr/>
      <dgm:t>
        <a:bodyPr/>
        <a:lstStyle/>
        <a:p>
          <a:endParaRPr lang="en-US"/>
        </a:p>
      </dgm:t>
    </dgm:pt>
    <dgm:pt modelId="{CE20F345-3B34-4CB3-B025-C5920D264FE6}" type="sibTrans" cxnId="{ADCEF5FA-7A4B-4A59-A3D5-51170BD8FC34}">
      <dgm:prSet/>
      <dgm:spPr/>
      <dgm:t>
        <a:bodyPr/>
        <a:lstStyle/>
        <a:p>
          <a:endParaRPr lang="en-US"/>
        </a:p>
      </dgm:t>
    </dgm:pt>
    <dgm:pt modelId="{0698A27D-20BC-4F35-8CE0-B5FA9AC1D514}">
      <dgm:prSet/>
      <dgm:spPr/>
      <dgm:t>
        <a:bodyPr/>
        <a:lstStyle/>
        <a:p>
          <a:r>
            <a:rPr lang="pl-PL"/>
            <a:t>Złożoność</a:t>
          </a:r>
          <a:endParaRPr lang="en-US"/>
        </a:p>
      </dgm:t>
    </dgm:pt>
    <dgm:pt modelId="{2A2FF68E-4524-43EB-8234-A8D4ECC47938}" type="parTrans" cxnId="{CE66869A-F823-47B8-8F51-06A8F9406D28}">
      <dgm:prSet/>
      <dgm:spPr/>
      <dgm:t>
        <a:bodyPr/>
        <a:lstStyle/>
        <a:p>
          <a:endParaRPr lang="en-US"/>
        </a:p>
      </dgm:t>
    </dgm:pt>
    <dgm:pt modelId="{7F18229F-1467-41B2-BBA2-0C7FC5A9CEC2}" type="sibTrans" cxnId="{CE66869A-F823-47B8-8F51-06A8F9406D28}">
      <dgm:prSet/>
      <dgm:spPr/>
      <dgm:t>
        <a:bodyPr/>
        <a:lstStyle/>
        <a:p>
          <a:endParaRPr lang="en-US"/>
        </a:p>
      </dgm:t>
    </dgm:pt>
    <dgm:pt modelId="{D0EEC17B-5B03-4457-A9D3-38B2BCF20F5E}">
      <dgm:prSet/>
      <dgm:spPr/>
      <dgm:t>
        <a:bodyPr/>
        <a:lstStyle/>
        <a:p>
          <a:r>
            <a:rPr lang="pl-PL"/>
            <a:t>Problemy z komputerem</a:t>
          </a:r>
          <a:endParaRPr lang="en-US"/>
        </a:p>
      </dgm:t>
    </dgm:pt>
    <dgm:pt modelId="{B2A0637A-60C7-4A61-98EF-7C334CF83B4F}" type="parTrans" cxnId="{B7627E6E-947E-4804-8CB9-167513003D11}">
      <dgm:prSet/>
      <dgm:spPr/>
      <dgm:t>
        <a:bodyPr/>
        <a:lstStyle/>
        <a:p>
          <a:endParaRPr lang="en-US"/>
        </a:p>
      </dgm:t>
    </dgm:pt>
    <dgm:pt modelId="{312C6B11-8F76-48BE-A4FB-B470C020C1D7}" type="sibTrans" cxnId="{B7627E6E-947E-4804-8CB9-167513003D11}">
      <dgm:prSet/>
      <dgm:spPr/>
      <dgm:t>
        <a:bodyPr/>
        <a:lstStyle/>
        <a:p>
          <a:endParaRPr lang="en-US"/>
        </a:p>
      </dgm:t>
    </dgm:pt>
    <dgm:pt modelId="{B8CEFEE3-9944-4DF5-A520-5927A9FF13A9}">
      <dgm:prSet/>
      <dgm:spPr/>
      <dgm:t>
        <a:bodyPr/>
        <a:lstStyle/>
        <a:p>
          <a:r>
            <a:rPr lang="pl-PL"/>
            <a:t>Wymagające kontakty z pacjentami </a:t>
          </a:r>
          <a:endParaRPr lang="en-US"/>
        </a:p>
      </dgm:t>
    </dgm:pt>
    <dgm:pt modelId="{071B1AAE-4E1F-4365-9851-9472E5A9CAFD}" type="parTrans" cxnId="{03151817-1398-4682-9638-4C3D4358F8A5}">
      <dgm:prSet/>
      <dgm:spPr/>
      <dgm:t>
        <a:bodyPr/>
        <a:lstStyle/>
        <a:p>
          <a:endParaRPr lang="en-US"/>
        </a:p>
      </dgm:t>
    </dgm:pt>
    <dgm:pt modelId="{22894D43-8958-480B-BFB6-95CAAF06C736}" type="sibTrans" cxnId="{03151817-1398-4682-9638-4C3D4358F8A5}">
      <dgm:prSet/>
      <dgm:spPr/>
      <dgm:t>
        <a:bodyPr/>
        <a:lstStyle/>
        <a:p>
          <a:endParaRPr lang="en-US"/>
        </a:p>
      </dgm:t>
    </dgm:pt>
    <dgm:pt modelId="{E4A26EFC-E2A9-4913-9BF8-BC77EC16800B}">
      <dgm:prSet/>
      <dgm:spPr/>
      <dgm:t>
        <a:bodyPr/>
        <a:lstStyle/>
        <a:p>
          <a:r>
            <a:rPr lang="pl-PL"/>
            <a:t>Wymagania emocjonalne </a:t>
          </a:r>
          <a:endParaRPr lang="en-US"/>
        </a:p>
      </dgm:t>
    </dgm:pt>
    <dgm:pt modelId="{CE1EF33C-E502-4BE5-A0CC-BEE78FA37A6E}" type="parTrans" cxnId="{8C7BE993-4536-4036-A997-19F5BD97D259}">
      <dgm:prSet/>
      <dgm:spPr/>
      <dgm:t>
        <a:bodyPr/>
        <a:lstStyle/>
        <a:p>
          <a:endParaRPr lang="en-US"/>
        </a:p>
      </dgm:t>
    </dgm:pt>
    <dgm:pt modelId="{F482ECC1-4748-4FAD-96AF-24C2BC117806}" type="sibTrans" cxnId="{8C7BE993-4536-4036-A997-19F5BD97D259}">
      <dgm:prSet/>
      <dgm:spPr/>
      <dgm:t>
        <a:bodyPr/>
        <a:lstStyle/>
        <a:p>
          <a:endParaRPr lang="en-US"/>
        </a:p>
      </dgm:t>
    </dgm:pt>
    <dgm:pt modelId="{8257D588-1897-424C-9831-1588E9F9D9CB}">
      <dgm:prSet/>
      <dgm:spPr/>
      <dgm:t>
        <a:bodyPr/>
        <a:lstStyle/>
        <a:p>
          <a:r>
            <a:rPr lang="pl-PL"/>
            <a:t>Dysonans emocjonalny</a:t>
          </a:r>
          <a:endParaRPr lang="en-US"/>
        </a:p>
      </dgm:t>
    </dgm:pt>
    <dgm:pt modelId="{A99E1C44-36C6-4B0F-9C0A-90B2057578A1}" type="parTrans" cxnId="{2BE399F2-57BE-46EA-852D-46C265C3F000}">
      <dgm:prSet/>
      <dgm:spPr/>
      <dgm:t>
        <a:bodyPr/>
        <a:lstStyle/>
        <a:p>
          <a:endParaRPr lang="en-US"/>
        </a:p>
      </dgm:t>
    </dgm:pt>
    <dgm:pt modelId="{6A0F0A44-0DB0-4EB9-A1DA-D4E51314A4B5}" type="sibTrans" cxnId="{2BE399F2-57BE-46EA-852D-46C265C3F000}">
      <dgm:prSet/>
      <dgm:spPr/>
      <dgm:t>
        <a:bodyPr/>
        <a:lstStyle/>
        <a:p>
          <a:endParaRPr lang="en-US"/>
        </a:p>
      </dgm:t>
    </dgm:pt>
    <dgm:pt modelId="{5980B160-1DBC-4055-BF62-C56236B68F55}">
      <dgm:prSet/>
      <dgm:spPr/>
      <dgm:t>
        <a:bodyPr/>
        <a:lstStyle/>
        <a:p>
          <a:r>
            <a:rPr lang="pl-PL"/>
            <a:t>Konflikt interpersonalny </a:t>
          </a:r>
          <a:endParaRPr lang="en-US"/>
        </a:p>
      </dgm:t>
    </dgm:pt>
    <dgm:pt modelId="{E3F60754-CB45-4484-9F50-C07D8ABF2F3A}" type="parTrans" cxnId="{94F65642-B2FF-463C-A655-D9C8C36A9874}">
      <dgm:prSet/>
      <dgm:spPr/>
      <dgm:t>
        <a:bodyPr/>
        <a:lstStyle/>
        <a:p>
          <a:endParaRPr lang="en-US"/>
        </a:p>
      </dgm:t>
    </dgm:pt>
    <dgm:pt modelId="{86158EA7-5722-40A9-A896-C59325D06197}" type="sibTrans" cxnId="{94F65642-B2FF-463C-A655-D9C8C36A9874}">
      <dgm:prSet/>
      <dgm:spPr/>
      <dgm:t>
        <a:bodyPr/>
        <a:lstStyle/>
        <a:p>
          <a:endParaRPr lang="en-US"/>
        </a:p>
      </dgm:t>
    </dgm:pt>
    <dgm:pt modelId="{753D0F90-501B-411E-8965-4019CD1B5100}">
      <dgm:prSet/>
      <dgm:spPr/>
      <dgm:t>
        <a:bodyPr/>
        <a:lstStyle/>
        <a:p>
          <a:r>
            <a:rPr lang="pl-PL"/>
            <a:t>Niepewność pracy</a:t>
          </a:r>
          <a:endParaRPr lang="en-US"/>
        </a:p>
      </dgm:t>
    </dgm:pt>
    <dgm:pt modelId="{E932BECB-8234-4E8E-A8E8-ACD03FCA1CD7}" type="parTrans" cxnId="{2A6CF967-6063-4612-A990-AFE09504EE97}">
      <dgm:prSet/>
      <dgm:spPr/>
      <dgm:t>
        <a:bodyPr/>
        <a:lstStyle/>
        <a:p>
          <a:endParaRPr lang="en-US"/>
        </a:p>
      </dgm:t>
    </dgm:pt>
    <dgm:pt modelId="{12E400CF-BE32-4554-AFA3-A85F45058A19}" type="sibTrans" cxnId="{2A6CF967-6063-4612-A990-AFE09504EE97}">
      <dgm:prSet/>
      <dgm:spPr/>
      <dgm:t>
        <a:bodyPr/>
        <a:lstStyle/>
        <a:p>
          <a:endParaRPr lang="en-US"/>
        </a:p>
      </dgm:t>
    </dgm:pt>
    <dgm:pt modelId="{6FB9A5C6-6429-424E-88F0-CB3A07C5F47C}">
      <dgm:prSet/>
      <dgm:spPr/>
      <dgm:t>
        <a:bodyPr/>
        <a:lstStyle/>
        <a:p>
          <a:r>
            <a:rPr lang="pl-PL"/>
            <a:t>Negatywny wpływ rodziny na pracę </a:t>
          </a:r>
          <a:endParaRPr lang="en-US"/>
        </a:p>
      </dgm:t>
    </dgm:pt>
    <dgm:pt modelId="{52AD8374-84DF-4F44-9879-B6724FCDDD29}" type="parTrans" cxnId="{19E4FC32-6CED-46F7-9790-A2EB26E7D77D}">
      <dgm:prSet/>
      <dgm:spPr/>
      <dgm:t>
        <a:bodyPr/>
        <a:lstStyle/>
        <a:p>
          <a:endParaRPr lang="en-US"/>
        </a:p>
      </dgm:t>
    </dgm:pt>
    <dgm:pt modelId="{47CF4BBC-DC96-402E-B402-EE7C36C8CD52}" type="sibTrans" cxnId="{19E4FC32-6CED-46F7-9790-A2EB26E7D77D}">
      <dgm:prSet/>
      <dgm:spPr/>
      <dgm:t>
        <a:bodyPr/>
        <a:lstStyle/>
        <a:p>
          <a:endParaRPr lang="en-US"/>
        </a:p>
      </dgm:t>
    </dgm:pt>
    <dgm:pt modelId="{F53D6C8D-0FF3-4936-A3DB-9F9C412200A7}">
      <dgm:prSet/>
      <dgm:spPr/>
      <dgm:t>
        <a:bodyPr/>
        <a:lstStyle/>
        <a:p>
          <a:r>
            <a:rPr lang="pl-PL"/>
            <a:t>Nękanie przez pacjentów</a:t>
          </a:r>
          <a:endParaRPr lang="en-US"/>
        </a:p>
      </dgm:t>
    </dgm:pt>
    <dgm:pt modelId="{63B738B4-16A1-4A75-A30F-0DAA923D9A7F}" type="parTrans" cxnId="{E45340F4-B910-466A-B266-25052A9CBEFA}">
      <dgm:prSet/>
      <dgm:spPr/>
      <dgm:t>
        <a:bodyPr/>
        <a:lstStyle/>
        <a:p>
          <a:endParaRPr lang="en-US"/>
        </a:p>
      </dgm:t>
    </dgm:pt>
    <dgm:pt modelId="{E807844A-CA2F-4FAF-8426-04C592EDED2A}" type="sibTrans" cxnId="{E45340F4-B910-466A-B266-25052A9CBEFA}">
      <dgm:prSet/>
      <dgm:spPr/>
      <dgm:t>
        <a:bodyPr/>
        <a:lstStyle/>
        <a:p>
          <a:endParaRPr lang="en-US"/>
        </a:p>
      </dgm:t>
    </dgm:pt>
    <dgm:pt modelId="{E30295C9-ECCC-4BBA-9C5F-C4CCF76B8198}">
      <dgm:prSet/>
      <dgm:spPr/>
      <dgm:t>
        <a:bodyPr/>
        <a:lstStyle/>
        <a:p>
          <a:r>
            <a:rPr lang="pl-PL"/>
            <a:t>Wymagania dotyczące wydajności </a:t>
          </a:r>
          <a:endParaRPr lang="en-US"/>
        </a:p>
      </dgm:t>
    </dgm:pt>
    <dgm:pt modelId="{CC327C16-6973-422A-9822-6AD43997B308}" type="parTrans" cxnId="{5CD12A82-5827-4DD6-82D1-C97A9AD6C238}">
      <dgm:prSet/>
      <dgm:spPr/>
      <dgm:t>
        <a:bodyPr/>
        <a:lstStyle/>
        <a:p>
          <a:endParaRPr lang="en-US"/>
        </a:p>
      </dgm:t>
    </dgm:pt>
    <dgm:pt modelId="{8106B48E-1C46-4134-9616-16F852F30BB4}" type="sibTrans" cxnId="{5CD12A82-5827-4DD6-82D1-C97A9AD6C238}">
      <dgm:prSet/>
      <dgm:spPr/>
      <dgm:t>
        <a:bodyPr/>
        <a:lstStyle/>
        <a:p>
          <a:endParaRPr lang="en-US"/>
        </a:p>
      </dgm:t>
    </dgm:pt>
    <dgm:pt modelId="{F17FB1AC-BA17-49A5-91BF-1288534CEEDA}">
      <dgm:prSet/>
      <dgm:spPr/>
      <dgm:t>
        <a:bodyPr/>
        <a:lstStyle/>
        <a:p>
          <a:r>
            <a:rPr lang="pl-PL"/>
            <a:t>Wymagania fizyczne</a:t>
          </a:r>
          <a:endParaRPr lang="en-US"/>
        </a:p>
      </dgm:t>
    </dgm:pt>
    <dgm:pt modelId="{D34F3048-1765-40A2-8C0B-F6631F127DF0}" type="parTrans" cxnId="{FD03D6D4-BC4E-464C-8C94-EE9C2B4FF961}">
      <dgm:prSet/>
      <dgm:spPr/>
      <dgm:t>
        <a:bodyPr/>
        <a:lstStyle/>
        <a:p>
          <a:endParaRPr lang="en-US"/>
        </a:p>
      </dgm:t>
    </dgm:pt>
    <dgm:pt modelId="{E12E5351-CD54-4B6F-96DD-8AE197871B0A}" type="sibTrans" cxnId="{FD03D6D4-BC4E-464C-8C94-EE9C2B4FF961}">
      <dgm:prSet/>
      <dgm:spPr/>
      <dgm:t>
        <a:bodyPr/>
        <a:lstStyle/>
        <a:p>
          <a:endParaRPr lang="en-US"/>
        </a:p>
      </dgm:t>
    </dgm:pt>
    <dgm:pt modelId="{CB72A307-FCF2-4439-B147-9C2ED73C33DD}">
      <dgm:prSet/>
      <dgm:spPr/>
      <dgm:t>
        <a:bodyPr/>
        <a:lstStyle/>
        <a:p>
          <a:r>
            <a:rPr lang="pl-PL"/>
            <a:t>Problemy z planowaniem </a:t>
          </a:r>
          <a:endParaRPr lang="en-US"/>
        </a:p>
      </dgm:t>
    </dgm:pt>
    <dgm:pt modelId="{66A5C4AB-3740-45E8-9193-1518A6D5D998}" type="parTrans" cxnId="{642D98A5-3B5D-4AC9-A5F1-AD442D7B7768}">
      <dgm:prSet/>
      <dgm:spPr/>
      <dgm:t>
        <a:bodyPr/>
        <a:lstStyle/>
        <a:p>
          <a:endParaRPr lang="en-US"/>
        </a:p>
      </dgm:t>
    </dgm:pt>
    <dgm:pt modelId="{D37DF02B-2917-4951-9834-0960307A512B}" type="sibTrans" cxnId="{642D98A5-3B5D-4AC9-A5F1-AD442D7B7768}">
      <dgm:prSet/>
      <dgm:spPr/>
      <dgm:t>
        <a:bodyPr/>
        <a:lstStyle/>
        <a:p>
          <a:endParaRPr lang="en-US"/>
        </a:p>
      </dgm:t>
    </dgm:pt>
    <dgm:pt modelId="{C034A247-2A8F-4DA6-8282-0DD0FD576812}">
      <dgm:prSet/>
      <dgm:spPr/>
      <dgm:t>
        <a:bodyPr/>
        <a:lstStyle/>
        <a:p>
          <a:r>
            <a:rPr lang="pl-PL"/>
            <a:t>Niewłaściwe zachowanie uczniów </a:t>
          </a:r>
          <a:endParaRPr lang="en-US"/>
        </a:p>
      </dgm:t>
    </dgm:pt>
    <dgm:pt modelId="{05A2A123-ABD6-489D-A4B2-BC5D0B8E30E0}" type="parTrans" cxnId="{C13BB96F-2804-470F-85CB-3F12945C33C7}">
      <dgm:prSet/>
      <dgm:spPr/>
      <dgm:t>
        <a:bodyPr/>
        <a:lstStyle/>
        <a:p>
          <a:endParaRPr lang="en-US"/>
        </a:p>
      </dgm:t>
    </dgm:pt>
    <dgm:pt modelId="{1712CBCC-43DB-40B6-8F6A-C8B8E4D69015}" type="sibTrans" cxnId="{C13BB96F-2804-470F-85CB-3F12945C33C7}">
      <dgm:prSet/>
      <dgm:spPr/>
      <dgm:t>
        <a:bodyPr/>
        <a:lstStyle/>
        <a:p>
          <a:endParaRPr lang="en-US"/>
        </a:p>
      </dgm:t>
    </dgm:pt>
    <dgm:pt modelId="{C21E9E75-641C-4F16-89FA-BB96EFD9460D}">
      <dgm:prSet/>
      <dgm:spPr/>
      <dgm:t>
        <a:bodyPr/>
        <a:lstStyle/>
        <a:p>
          <a:r>
            <a:rPr lang="pl-PL"/>
            <a:t>Jakościowe obciążenie pracą </a:t>
          </a:r>
          <a:endParaRPr lang="en-US"/>
        </a:p>
      </dgm:t>
    </dgm:pt>
    <dgm:pt modelId="{6AAA08E3-5B83-4966-8B0F-785F51048F51}" type="parTrans" cxnId="{0B7AD5AD-FA8D-4FD8-922E-5BA6A41832A7}">
      <dgm:prSet/>
      <dgm:spPr/>
      <dgm:t>
        <a:bodyPr/>
        <a:lstStyle/>
        <a:p>
          <a:endParaRPr lang="en-US"/>
        </a:p>
      </dgm:t>
    </dgm:pt>
    <dgm:pt modelId="{0BB10618-07C4-4CEC-9B2A-7813DAA92515}" type="sibTrans" cxnId="{0B7AD5AD-FA8D-4FD8-922E-5BA6A41832A7}">
      <dgm:prSet/>
      <dgm:spPr/>
      <dgm:t>
        <a:bodyPr/>
        <a:lstStyle/>
        <a:p>
          <a:endParaRPr lang="en-US"/>
        </a:p>
      </dgm:t>
    </dgm:pt>
    <dgm:pt modelId="{C8B66170-6A4F-4160-83EC-23C89AF02421}">
      <dgm:prSet/>
      <dgm:spPr/>
      <dgm:t>
        <a:bodyPr/>
        <a:lstStyle/>
        <a:p>
          <a:r>
            <a:rPr lang="pl-PL"/>
            <a:t>Reorganizacja</a:t>
          </a:r>
          <a:endParaRPr lang="en-US"/>
        </a:p>
      </dgm:t>
    </dgm:pt>
    <dgm:pt modelId="{E5D558EA-CF02-450D-A360-83D92124BF2D}" type="parTrans" cxnId="{87791F39-5A29-44A4-9EA7-DFD06B0CD788}">
      <dgm:prSet/>
      <dgm:spPr/>
      <dgm:t>
        <a:bodyPr/>
        <a:lstStyle/>
        <a:p>
          <a:endParaRPr lang="en-US"/>
        </a:p>
      </dgm:t>
    </dgm:pt>
    <dgm:pt modelId="{A279D397-3BE2-4B4E-AFED-A8598757F763}" type="sibTrans" cxnId="{87791F39-5A29-44A4-9EA7-DFD06B0CD788}">
      <dgm:prSet/>
      <dgm:spPr/>
      <dgm:t>
        <a:bodyPr/>
        <a:lstStyle/>
        <a:p>
          <a:endParaRPr lang="en-US"/>
        </a:p>
      </dgm:t>
    </dgm:pt>
    <dgm:pt modelId="{AA03AA72-2CCB-4534-89DE-8F8DF46A2F40}">
      <dgm:prSet/>
      <dgm:spPr/>
      <dgm:t>
        <a:bodyPr/>
        <a:lstStyle/>
        <a:p>
          <a:r>
            <a:rPr lang="pl-PL"/>
            <a:t>Wynagrodzenie </a:t>
          </a:r>
          <a:endParaRPr lang="en-US"/>
        </a:p>
      </dgm:t>
    </dgm:pt>
    <dgm:pt modelId="{31F897C3-AF28-49CE-8F0C-7597AF8AAA9F}" type="parTrans" cxnId="{AAD59D05-3097-458F-A33B-C34EDADECE49}">
      <dgm:prSet/>
      <dgm:spPr/>
      <dgm:t>
        <a:bodyPr/>
        <a:lstStyle/>
        <a:p>
          <a:endParaRPr lang="en-US"/>
        </a:p>
      </dgm:t>
    </dgm:pt>
    <dgm:pt modelId="{7C760E63-CCF5-4BE4-B5A3-EAF550463638}" type="sibTrans" cxnId="{AAD59D05-3097-458F-A33B-C34EDADECE49}">
      <dgm:prSet/>
      <dgm:spPr/>
      <dgm:t>
        <a:bodyPr/>
        <a:lstStyle/>
        <a:p>
          <a:endParaRPr lang="en-US"/>
        </a:p>
      </dgm:t>
    </dgm:pt>
    <dgm:pt modelId="{70CE89C8-3403-4758-8D32-F5CD8AADBE96}">
      <dgm:prSet custT="1"/>
      <dgm:spPr/>
      <dgm:t>
        <a:bodyPr/>
        <a:lstStyle/>
        <a:p>
          <a:r>
            <a:rPr lang="pl-PL" sz="1050" dirty="0"/>
            <a:t>Odpowiedzialność</a:t>
          </a:r>
          <a:endParaRPr lang="en-US" sz="1050" dirty="0"/>
        </a:p>
      </dgm:t>
    </dgm:pt>
    <dgm:pt modelId="{CCA05187-69AB-4E24-AAA7-D07E7EAE89A1}" type="parTrans" cxnId="{7180621F-50D3-41A1-85C3-817E90DB82F5}">
      <dgm:prSet/>
      <dgm:spPr/>
      <dgm:t>
        <a:bodyPr/>
        <a:lstStyle/>
        <a:p>
          <a:endParaRPr lang="en-US"/>
        </a:p>
      </dgm:t>
    </dgm:pt>
    <dgm:pt modelId="{B7062899-D82D-444E-943E-E9B605024F8F}" type="sibTrans" cxnId="{7180621F-50D3-41A1-85C3-817E90DB82F5}">
      <dgm:prSet/>
      <dgm:spPr/>
      <dgm:t>
        <a:bodyPr/>
        <a:lstStyle/>
        <a:p>
          <a:endParaRPr lang="en-US"/>
        </a:p>
      </dgm:t>
    </dgm:pt>
    <dgm:pt modelId="{0B787AF9-4ED2-4967-A08E-32DD7712265B}">
      <dgm:prSet/>
      <dgm:spPr/>
      <dgm:t>
        <a:bodyPr/>
        <a:lstStyle/>
        <a:p>
          <a:r>
            <a:rPr lang="pl-PL"/>
            <a:t>Ryzyko i zagrożenia </a:t>
          </a:r>
          <a:endParaRPr lang="en-US"/>
        </a:p>
      </dgm:t>
    </dgm:pt>
    <dgm:pt modelId="{B106E564-E74F-4EB7-9AAC-A1896127E324}" type="parTrans" cxnId="{271265A7-4C37-484D-ADCB-A6C80128F0EB}">
      <dgm:prSet/>
      <dgm:spPr/>
      <dgm:t>
        <a:bodyPr/>
        <a:lstStyle/>
        <a:p>
          <a:endParaRPr lang="en-US"/>
        </a:p>
      </dgm:t>
    </dgm:pt>
    <dgm:pt modelId="{E6F7C2BD-7FA1-4E7F-99F7-9789BC2CD5F6}" type="sibTrans" cxnId="{271265A7-4C37-484D-ADCB-A6C80128F0EB}">
      <dgm:prSet/>
      <dgm:spPr/>
      <dgm:t>
        <a:bodyPr/>
        <a:lstStyle/>
        <a:p>
          <a:endParaRPr lang="en-US"/>
        </a:p>
      </dgm:t>
    </dgm:pt>
    <dgm:pt modelId="{2C720791-EB37-4792-88BD-3E7B6AC90A75}">
      <dgm:prSet custT="1"/>
      <dgm:spPr/>
      <dgm:t>
        <a:bodyPr/>
        <a:lstStyle/>
        <a:p>
          <a:r>
            <a:rPr lang="pl-PL" sz="1000" dirty="0"/>
            <a:t>Niejednoznaczność roli</a:t>
          </a:r>
          <a:endParaRPr lang="en-US" sz="1000" dirty="0"/>
        </a:p>
      </dgm:t>
    </dgm:pt>
    <dgm:pt modelId="{49FDA34A-9A1E-4FF1-8730-8803F816FB41}" type="parTrans" cxnId="{EFE7D211-9595-4BE1-BE05-336A80C46648}">
      <dgm:prSet/>
      <dgm:spPr/>
      <dgm:t>
        <a:bodyPr/>
        <a:lstStyle/>
        <a:p>
          <a:endParaRPr lang="en-US"/>
        </a:p>
      </dgm:t>
    </dgm:pt>
    <dgm:pt modelId="{01871FAE-32E3-42A6-9E72-F274F2193803}" type="sibTrans" cxnId="{EFE7D211-9595-4BE1-BE05-336A80C46648}">
      <dgm:prSet/>
      <dgm:spPr/>
      <dgm:t>
        <a:bodyPr/>
        <a:lstStyle/>
        <a:p>
          <a:endParaRPr lang="en-US"/>
        </a:p>
      </dgm:t>
    </dgm:pt>
    <dgm:pt modelId="{D2AD6EF0-6241-4C01-AA75-364AD1EDC5B2}">
      <dgm:prSet/>
      <dgm:spPr/>
      <dgm:t>
        <a:bodyPr/>
        <a:lstStyle/>
        <a:p>
          <a:r>
            <a:rPr lang="pl-PL"/>
            <a:t>Konflikt ról</a:t>
          </a:r>
          <a:endParaRPr lang="en-US"/>
        </a:p>
      </dgm:t>
    </dgm:pt>
    <dgm:pt modelId="{3D0346B9-A236-4303-9E66-8982807561C9}" type="parTrans" cxnId="{F78E47E2-C868-44E9-8AE5-D1CADA5EC067}">
      <dgm:prSet/>
      <dgm:spPr/>
      <dgm:t>
        <a:bodyPr/>
        <a:lstStyle/>
        <a:p>
          <a:endParaRPr lang="en-US"/>
        </a:p>
      </dgm:t>
    </dgm:pt>
    <dgm:pt modelId="{3CAF4F50-8C2B-477D-BBFF-0BCF82B7C0FC}" type="sibTrans" cxnId="{F78E47E2-C868-44E9-8AE5-D1CADA5EC067}">
      <dgm:prSet/>
      <dgm:spPr/>
      <dgm:t>
        <a:bodyPr/>
        <a:lstStyle/>
        <a:p>
          <a:endParaRPr lang="en-US"/>
        </a:p>
      </dgm:t>
    </dgm:pt>
    <dgm:pt modelId="{6BE454A2-5DAF-455D-ABCD-4E8294E2866B}">
      <dgm:prSet/>
      <dgm:spPr/>
      <dgm:t>
        <a:bodyPr/>
        <a:lstStyle/>
        <a:p>
          <a:r>
            <a:rPr lang="pl-PL"/>
            <a:t>Molestowanie seksualne</a:t>
          </a:r>
          <a:endParaRPr lang="en-US"/>
        </a:p>
      </dgm:t>
    </dgm:pt>
    <dgm:pt modelId="{97937CDA-4686-4611-96FD-996117E9E33D}" type="parTrans" cxnId="{906BD5B8-0E05-4193-BFEB-984A251FA018}">
      <dgm:prSet/>
      <dgm:spPr/>
      <dgm:t>
        <a:bodyPr/>
        <a:lstStyle/>
        <a:p>
          <a:endParaRPr lang="en-US"/>
        </a:p>
      </dgm:t>
    </dgm:pt>
    <dgm:pt modelId="{C8A7CABC-E057-4521-AAF2-844AB829F1D7}" type="sibTrans" cxnId="{906BD5B8-0E05-4193-BFEB-984A251FA018}">
      <dgm:prSet/>
      <dgm:spPr/>
      <dgm:t>
        <a:bodyPr/>
        <a:lstStyle/>
        <a:p>
          <a:endParaRPr lang="en-US"/>
        </a:p>
      </dgm:t>
    </dgm:pt>
    <dgm:pt modelId="{73939A15-EF66-44A7-A9AC-52291DC15F66}">
      <dgm:prSet/>
      <dgm:spPr/>
      <dgm:t>
        <a:bodyPr/>
        <a:lstStyle/>
        <a:p>
          <a:r>
            <a:rPr lang="pl-PL"/>
            <a:t>Presja czasu</a:t>
          </a:r>
          <a:endParaRPr lang="en-US"/>
        </a:p>
      </dgm:t>
    </dgm:pt>
    <dgm:pt modelId="{4DFD1DA4-1FBE-4F82-9B02-E0484F225E30}" type="parTrans" cxnId="{75709E10-1EA8-4C7C-A7B9-98BF1594191A}">
      <dgm:prSet/>
      <dgm:spPr/>
      <dgm:t>
        <a:bodyPr/>
        <a:lstStyle/>
        <a:p>
          <a:endParaRPr lang="en-US"/>
        </a:p>
      </dgm:t>
    </dgm:pt>
    <dgm:pt modelId="{A2D8B8E2-BF2B-4E72-9E2D-F66EB2A645FC}" type="sibTrans" cxnId="{75709E10-1EA8-4C7C-A7B9-98BF1594191A}">
      <dgm:prSet/>
      <dgm:spPr/>
      <dgm:t>
        <a:bodyPr/>
        <a:lstStyle/>
        <a:p>
          <a:endParaRPr lang="en-US"/>
        </a:p>
      </dgm:t>
    </dgm:pt>
    <dgm:pt modelId="{D1574EB2-1A54-4CA9-A92C-44305E996E0A}">
      <dgm:prSet/>
      <dgm:spPr/>
      <dgm:t>
        <a:bodyPr/>
        <a:lstStyle/>
        <a:p>
          <a:r>
            <a:rPr lang="pl-PL"/>
            <a:t>Niekorzystny harmonogram pracy zmianowej </a:t>
          </a:r>
          <a:endParaRPr lang="en-US"/>
        </a:p>
      </dgm:t>
    </dgm:pt>
    <dgm:pt modelId="{ED56F48A-5B04-4CA4-9CF5-2E1CAB0C23C1}" type="parTrans" cxnId="{6CEC90D1-FAFB-49BC-AC10-47F46BEFC293}">
      <dgm:prSet/>
      <dgm:spPr/>
      <dgm:t>
        <a:bodyPr/>
        <a:lstStyle/>
        <a:p>
          <a:endParaRPr lang="en-US"/>
        </a:p>
      </dgm:t>
    </dgm:pt>
    <dgm:pt modelId="{4DC96330-8A36-48E0-B98D-51D63C040417}" type="sibTrans" cxnId="{6CEC90D1-FAFB-49BC-AC10-47F46BEFC293}">
      <dgm:prSet/>
      <dgm:spPr/>
      <dgm:t>
        <a:bodyPr/>
        <a:lstStyle/>
        <a:p>
          <a:endParaRPr lang="en-US"/>
        </a:p>
      </dgm:t>
    </dgm:pt>
    <dgm:pt modelId="{9C834BC6-C2BD-4535-9DD9-C919DB79520B}">
      <dgm:prSet/>
      <dgm:spPr/>
      <dgm:t>
        <a:bodyPr/>
        <a:lstStyle/>
        <a:p>
          <a:r>
            <a:rPr lang="pl-PL"/>
            <a:t>Niekorzystne warunki pracy</a:t>
          </a:r>
          <a:endParaRPr lang="en-US"/>
        </a:p>
      </dgm:t>
    </dgm:pt>
    <dgm:pt modelId="{11FBB3A7-A82D-4660-806F-EF6DBF46928F}" type="parTrans" cxnId="{1C885438-D571-48F2-AD75-F97291DCAD1A}">
      <dgm:prSet/>
      <dgm:spPr/>
      <dgm:t>
        <a:bodyPr/>
        <a:lstStyle/>
        <a:p>
          <a:endParaRPr lang="en-US"/>
        </a:p>
      </dgm:t>
    </dgm:pt>
    <dgm:pt modelId="{006E0E95-4625-45B6-B52A-ABEE89172A0E}" type="sibTrans" cxnId="{1C885438-D571-48F2-AD75-F97291DCAD1A}">
      <dgm:prSet/>
      <dgm:spPr/>
      <dgm:t>
        <a:bodyPr/>
        <a:lstStyle/>
        <a:p>
          <a:endParaRPr lang="en-US"/>
        </a:p>
      </dgm:t>
    </dgm:pt>
    <dgm:pt modelId="{E155CC50-90E3-4366-9ED1-CF6F7C1A8D2B}">
      <dgm:prSet/>
      <dgm:spPr/>
      <dgm:t>
        <a:bodyPr/>
        <a:lstStyle/>
        <a:p>
          <a:r>
            <a:rPr lang="pl-PL"/>
            <a:t>Presja pracy</a:t>
          </a:r>
          <a:endParaRPr lang="en-US"/>
        </a:p>
      </dgm:t>
    </dgm:pt>
    <dgm:pt modelId="{BE097DCF-86EF-493B-9CC0-0129C6AA5201}" type="parTrans" cxnId="{578988BB-8D7F-482E-A5F6-1C2C4304B59E}">
      <dgm:prSet/>
      <dgm:spPr/>
      <dgm:t>
        <a:bodyPr/>
        <a:lstStyle/>
        <a:p>
          <a:endParaRPr lang="en-US"/>
        </a:p>
      </dgm:t>
    </dgm:pt>
    <dgm:pt modelId="{36C97DFA-197E-407B-B883-3544A99BDA97}" type="sibTrans" cxnId="{578988BB-8D7F-482E-A5F6-1C2C4304B59E}">
      <dgm:prSet/>
      <dgm:spPr/>
      <dgm:t>
        <a:bodyPr/>
        <a:lstStyle/>
        <a:p>
          <a:endParaRPr lang="en-US"/>
        </a:p>
      </dgm:t>
    </dgm:pt>
    <dgm:pt modelId="{CB93CD78-D8D3-4B3A-A39A-A5412D156BBF}">
      <dgm:prSet/>
      <dgm:spPr/>
      <dgm:t>
        <a:bodyPr/>
        <a:lstStyle/>
        <a:p>
          <a:r>
            <a:rPr lang="pl-PL"/>
            <a:t>Konflikt praca-dom </a:t>
          </a:r>
          <a:endParaRPr lang="en-US"/>
        </a:p>
      </dgm:t>
    </dgm:pt>
    <dgm:pt modelId="{3C9229F0-2E60-4E42-996A-C9EBAE229DF2}" type="parTrans" cxnId="{614F86A9-DA24-495E-B5A3-1D937C40F313}">
      <dgm:prSet/>
      <dgm:spPr/>
      <dgm:t>
        <a:bodyPr/>
        <a:lstStyle/>
        <a:p>
          <a:endParaRPr lang="en-US"/>
        </a:p>
      </dgm:t>
    </dgm:pt>
    <dgm:pt modelId="{28CFF317-DC71-4911-83E9-160D64D9A853}" type="sibTrans" cxnId="{614F86A9-DA24-495E-B5A3-1D937C40F313}">
      <dgm:prSet/>
      <dgm:spPr/>
      <dgm:t>
        <a:bodyPr/>
        <a:lstStyle/>
        <a:p>
          <a:endParaRPr lang="en-US"/>
        </a:p>
      </dgm:t>
    </dgm:pt>
    <dgm:pt modelId="{4A236221-5AF7-4D5A-832A-6F6128087BBC}">
      <dgm:prSet/>
      <dgm:spPr/>
      <dgm:t>
        <a:bodyPr/>
        <a:lstStyle/>
        <a:p>
          <a:r>
            <a:rPr lang="pl-PL"/>
            <a:t>Przeciążenie pracą</a:t>
          </a:r>
          <a:endParaRPr lang="en-US"/>
        </a:p>
      </dgm:t>
    </dgm:pt>
    <dgm:pt modelId="{9F697945-8587-4FDB-A58E-144E6496A810}" type="parTrans" cxnId="{291FA244-690C-4C61-8BA7-F1AE32E4C7A6}">
      <dgm:prSet/>
      <dgm:spPr/>
      <dgm:t>
        <a:bodyPr/>
        <a:lstStyle/>
        <a:p>
          <a:endParaRPr lang="en-US"/>
        </a:p>
      </dgm:t>
    </dgm:pt>
    <dgm:pt modelId="{50EB3118-B7F1-490F-A3F4-9C4B02A872E9}" type="sibTrans" cxnId="{291FA244-690C-4C61-8BA7-F1AE32E4C7A6}">
      <dgm:prSet/>
      <dgm:spPr/>
      <dgm:t>
        <a:bodyPr/>
        <a:lstStyle/>
        <a:p>
          <a:endParaRPr lang="en-US"/>
        </a:p>
      </dgm:t>
    </dgm:pt>
    <dgm:pt modelId="{7F439A28-E701-4FD3-A1A9-7A5C83F03056}" type="pres">
      <dgm:prSet presAssocID="{D570DAB9-474B-408B-B744-5C9F7F0F8394}" presName="Name0" presStyleCnt="0">
        <dgm:presLayoutVars>
          <dgm:dir/>
          <dgm:resizeHandles val="exact"/>
        </dgm:presLayoutVars>
      </dgm:prSet>
      <dgm:spPr/>
    </dgm:pt>
    <dgm:pt modelId="{631DBCBF-60FB-4B60-89BD-E969180F63B8}" type="pres">
      <dgm:prSet presAssocID="{A6D7F150-8D81-4E84-8730-BE0FC3D70B2E}" presName="node" presStyleLbl="node1" presStyleIdx="0" presStyleCnt="28">
        <dgm:presLayoutVars>
          <dgm:bulletEnabled val="1"/>
        </dgm:presLayoutVars>
      </dgm:prSet>
      <dgm:spPr/>
    </dgm:pt>
    <dgm:pt modelId="{6F086422-3A80-46F6-B7BD-5B2ED281CFE1}" type="pres">
      <dgm:prSet presAssocID="{CE20F345-3B34-4CB3-B025-C5920D264FE6}" presName="sibTrans" presStyleLbl="sibTrans1D1" presStyleIdx="0" presStyleCnt="27"/>
      <dgm:spPr/>
    </dgm:pt>
    <dgm:pt modelId="{0FEDD489-29DC-4673-B6F9-01DA39A6322E}" type="pres">
      <dgm:prSet presAssocID="{CE20F345-3B34-4CB3-B025-C5920D264FE6}" presName="connectorText" presStyleLbl="sibTrans1D1" presStyleIdx="0" presStyleCnt="27"/>
      <dgm:spPr/>
    </dgm:pt>
    <dgm:pt modelId="{62D4FF44-71BB-4EF4-8B84-8F09D129D205}" type="pres">
      <dgm:prSet presAssocID="{0698A27D-20BC-4F35-8CE0-B5FA9AC1D514}" presName="node" presStyleLbl="node1" presStyleIdx="1" presStyleCnt="28">
        <dgm:presLayoutVars>
          <dgm:bulletEnabled val="1"/>
        </dgm:presLayoutVars>
      </dgm:prSet>
      <dgm:spPr/>
    </dgm:pt>
    <dgm:pt modelId="{189BAA24-779A-4A75-9805-096EBC02E9D5}" type="pres">
      <dgm:prSet presAssocID="{7F18229F-1467-41B2-BBA2-0C7FC5A9CEC2}" presName="sibTrans" presStyleLbl="sibTrans1D1" presStyleIdx="1" presStyleCnt="27"/>
      <dgm:spPr/>
    </dgm:pt>
    <dgm:pt modelId="{FAC4A44D-3CE5-4A98-AF5A-0312934152C4}" type="pres">
      <dgm:prSet presAssocID="{7F18229F-1467-41B2-BBA2-0C7FC5A9CEC2}" presName="connectorText" presStyleLbl="sibTrans1D1" presStyleIdx="1" presStyleCnt="27"/>
      <dgm:spPr/>
    </dgm:pt>
    <dgm:pt modelId="{A6D00311-2AA5-4470-8D2C-5B5DBDA5415A}" type="pres">
      <dgm:prSet presAssocID="{D0EEC17B-5B03-4457-A9D3-38B2BCF20F5E}" presName="node" presStyleLbl="node1" presStyleIdx="2" presStyleCnt="28">
        <dgm:presLayoutVars>
          <dgm:bulletEnabled val="1"/>
        </dgm:presLayoutVars>
      </dgm:prSet>
      <dgm:spPr/>
    </dgm:pt>
    <dgm:pt modelId="{FFA277E7-165C-4D38-83D1-5FB49F5E8C29}" type="pres">
      <dgm:prSet presAssocID="{312C6B11-8F76-48BE-A4FB-B470C020C1D7}" presName="sibTrans" presStyleLbl="sibTrans1D1" presStyleIdx="2" presStyleCnt="27"/>
      <dgm:spPr/>
    </dgm:pt>
    <dgm:pt modelId="{03EE0B09-DDE0-4728-8B81-33E45FCCC53B}" type="pres">
      <dgm:prSet presAssocID="{312C6B11-8F76-48BE-A4FB-B470C020C1D7}" presName="connectorText" presStyleLbl="sibTrans1D1" presStyleIdx="2" presStyleCnt="27"/>
      <dgm:spPr/>
    </dgm:pt>
    <dgm:pt modelId="{1C2373E9-B9BA-4E01-9BD1-299A79A33F05}" type="pres">
      <dgm:prSet presAssocID="{B8CEFEE3-9944-4DF5-A520-5927A9FF13A9}" presName="node" presStyleLbl="node1" presStyleIdx="3" presStyleCnt="28">
        <dgm:presLayoutVars>
          <dgm:bulletEnabled val="1"/>
        </dgm:presLayoutVars>
      </dgm:prSet>
      <dgm:spPr/>
    </dgm:pt>
    <dgm:pt modelId="{95CFFBCC-3D60-446F-A25A-B895003B1E04}" type="pres">
      <dgm:prSet presAssocID="{22894D43-8958-480B-BFB6-95CAAF06C736}" presName="sibTrans" presStyleLbl="sibTrans1D1" presStyleIdx="3" presStyleCnt="27"/>
      <dgm:spPr/>
    </dgm:pt>
    <dgm:pt modelId="{E457C2A7-98EB-403D-A3C5-72B775897755}" type="pres">
      <dgm:prSet presAssocID="{22894D43-8958-480B-BFB6-95CAAF06C736}" presName="connectorText" presStyleLbl="sibTrans1D1" presStyleIdx="3" presStyleCnt="27"/>
      <dgm:spPr/>
    </dgm:pt>
    <dgm:pt modelId="{2E274275-279F-40E2-AF4D-4C6B0B5C6CD2}" type="pres">
      <dgm:prSet presAssocID="{E4A26EFC-E2A9-4913-9BF8-BC77EC16800B}" presName="node" presStyleLbl="node1" presStyleIdx="4" presStyleCnt="28">
        <dgm:presLayoutVars>
          <dgm:bulletEnabled val="1"/>
        </dgm:presLayoutVars>
      </dgm:prSet>
      <dgm:spPr/>
    </dgm:pt>
    <dgm:pt modelId="{E5701982-40F8-4687-A0BE-31D92F619491}" type="pres">
      <dgm:prSet presAssocID="{F482ECC1-4748-4FAD-96AF-24C2BC117806}" presName="sibTrans" presStyleLbl="sibTrans1D1" presStyleIdx="4" presStyleCnt="27"/>
      <dgm:spPr/>
    </dgm:pt>
    <dgm:pt modelId="{59A0A1AC-E549-4BA1-91B7-39CB8B51B90B}" type="pres">
      <dgm:prSet presAssocID="{F482ECC1-4748-4FAD-96AF-24C2BC117806}" presName="connectorText" presStyleLbl="sibTrans1D1" presStyleIdx="4" presStyleCnt="27"/>
      <dgm:spPr/>
    </dgm:pt>
    <dgm:pt modelId="{7D5D6FBE-B098-46BD-B4A2-3FCC5FA821BA}" type="pres">
      <dgm:prSet presAssocID="{8257D588-1897-424C-9831-1588E9F9D9CB}" presName="node" presStyleLbl="node1" presStyleIdx="5" presStyleCnt="28">
        <dgm:presLayoutVars>
          <dgm:bulletEnabled val="1"/>
        </dgm:presLayoutVars>
      </dgm:prSet>
      <dgm:spPr/>
    </dgm:pt>
    <dgm:pt modelId="{FD6466CF-5912-4F83-AECE-A50217110213}" type="pres">
      <dgm:prSet presAssocID="{6A0F0A44-0DB0-4EB9-A1DA-D4E51314A4B5}" presName="sibTrans" presStyleLbl="sibTrans1D1" presStyleIdx="5" presStyleCnt="27"/>
      <dgm:spPr/>
    </dgm:pt>
    <dgm:pt modelId="{568CF85D-F79A-49A9-BFA8-BE050C70E4CA}" type="pres">
      <dgm:prSet presAssocID="{6A0F0A44-0DB0-4EB9-A1DA-D4E51314A4B5}" presName="connectorText" presStyleLbl="sibTrans1D1" presStyleIdx="5" presStyleCnt="27"/>
      <dgm:spPr/>
    </dgm:pt>
    <dgm:pt modelId="{4ECE65E7-B8B2-43CE-82C2-BEB325D48945}" type="pres">
      <dgm:prSet presAssocID="{5980B160-1DBC-4055-BF62-C56236B68F55}" presName="node" presStyleLbl="node1" presStyleIdx="6" presStyleCnt="28">
        <dgm:presLayoutVars>
          <dgm:bulletEnabled val="1"/>
        </dgm:presLayoutVars>
      </dgm:prSet>
      <dgm:spPr/>
    </dgm:pt>
    <dgm:pt modelId="{A71279B0-91FD-4872-BE54-E996B60689F6}" type="pres">
      <dgm:prSet presAssocID="{86158EA7-5722-40A9-A896-C59325D06197}" presName="sibTrans" presStyleLbl="sibTrans1D1" presStyleIdx="6" presStyleCnt="27"/>
      <dgm:spPr/>
    </dgm:pt>
    <dgm:pt modelId="{A368A74A-6DA9-49C3-B0AD-56CEB217F782}" type="pres">
      <dgm:prSet presAssocID="{86158EA7-5722-40A9-A896-C59325D06197}" presName="connectorText" presStyleLbl="sibTrans1D1" presStyleIdx="6" presStyleCnt="27"/>
      <dgm:spPr/>
    </dgm:pt>
    <dgm:pt modelId="{966D41B6-9FD4-4DC3-B8A9-CD9D3835BC42}" type="pres">
      <dgm:prSet presAssocID="{753D0F90-501B-411E-8965-4019CD1B5100}" presName="node" presStyleLbl="node1" presStyleIdx="7" presStyleCnt="28">
        <dgm:presLayoutVars>
          <dgm:bulletEnabled val="1"/>
        </dgm:presLayoutVars>
      </dgm:prSet>
      <dgm:spPr/>
    </dgm:pt>
    <dgm:pt modelId="{B1E250E1-20AB-42EE-B601-A4B86AB5419D}" type="pres">
      <dgm:prSet presAssocID="{12E400CF-BE32-4554-AFA3-A85F45058A19}" presName="sibTrans" presStyleLbl="sibTrans1D1" presStyleIdx="7" presStyleCnt="27"/>
      <dgm:spPr/>
    </dgm:pt>
    <dgm:pt modelId="{A46C60CE-898F-4E04-9032-C480FDFB65C6}" type="pres">
      <dgm:prSet presAssocID="{12E400CF-BE32-4554-AFA3-A85F45058A19}" presName="connectorText" presStyleLbl="sibTrans1D1" presStyleIdx="7" presStyleCnt="27"/>
      <dgm:spPr/>
    </dgm:pt>
    <dgm:pt modelId="{AE50AF68-CACF-45AE-A4A1-A0FDBE045E95}" type="pres">
      <dgm:prSet presAssocID="{6FB9A5C6-6429-424E-88F0-CB3A07C5F47C}" presName="node" presStyleLbl="node1" presStyleIdx="8" presStyleCnt="28">
        <dgm:presLayoutVars>
          <dgm:bulletEnabled val="1"/>
        </dgm:presLayoutVars>
      </dgm:prSet>
      <dgm:spPr/>
    </dgm:pt>
    <dgm:pt modelId="{4448F201-A809-4ACC-A81B-2179C8AFA6AF}" type="pres">
      <dgm:prSet presAssocID="{47CF4BBC-DC96-402E-B402-EE7C36C8CD52}" presName="sibTrans" presStyleLbl="sibTrans1D1" presStyleIdx="8" presStyleCnt="27"/>
      <dgm:spPr/>
    </dgm:pt>
    <dgm:pt modelId="{4F2C5F28-2665-4679-9640-84F1A7F35BB4}" type="pres">
      <dgm:prSet presAssocID="{47CF4BBC-DC96-402E-B402-EE7C36C8CD52}" presName="connectorText" presStyleLbl="sibTrans1D1" presStyleIdx="8" presStyleCnt="27"/>
      <dgm:spPr/>
    </dgm:pt>
    <dgm:pt modelId="{75272BB0-95BD-4287-94C1-1B828F3D1DB7}" type="pres">
      <dgm:prSet presAssocID="{F53D6C8D-0FF3-4936-A3DB-9F9C412200A7}" presName="node" presStyleLbl="node1" presStyleIdx="9" presStyleCnt="28">
        <dgm:presLayoutVars>
          <dgm:bulletEnabled val="1"/>
        </dgm:presLayoutVars>
      </dgm:prSet>
      <dgm:spPr/>
    </dgm:pt>
    <dgm:pt modelId="{731D253B-D87E-4AAC-88E6-E59DF6D772FF}" type="pres">
      <dgm:prSet presAssocID="{E807844A-CA2F-4FAF-8426-04C592EDED2A}" presName="sibTrans" presStyleLbl="sibTrans1D1" presStyleIdx="9" presStyleCnt="27"/>
      <dgm:spPr/>
    </dgm:pt>
    <dgm:pt modelId="{D7C89C8D-32AA-4FA4-A68F-CF5C813AA74E}" type="pres">
      <dgm:prSet presAssocID="{E807844A-CA2F-4FAF-8426-04C592EDED2A}" presName="connectorText" presStyleLbl="sibTrans1D1" presStyleIdx="9" presStyleCnt="27"/>
      <dgm:spPr/>
    </dgm:pt>
    <dgm:pt modelId="{B3C1AB8B-F2CA-422A-A9E3-805F55804E6E}" type="pres">
      <dgm:prSet presAssocID="{E30295C9-ECCC-4BBA-9C5F-C4CCF76B8198}" presName="node" presStyleLbl="node1" presStyleIdx="10" presStyleCnt="28">
        <dgm:presLayoutVars>
          <dgm:bulletEnabled val="1"/>
        </dgm:presLayoutVars>
      </dgm:prSet>
      <dgm:spPr/>
    </dgm:pt>
    <dgm:pt modelId="{849404B4-8FA4-4FB8-8625-C82E9D2429A4}" type="pres">
      <dgm:prSet presAssocID="{8106B48E-1C46-4134-9616-16F852F30BB4}" presName="sibTrans" presStyleLbl="sibTrans1D1" presStyleIdx="10" presStyleCnt="27"/>
      <dgm:spPr/>
    </dgm:pt>
    <dgm:pt modelId="{E2BE0630-6BBB-4174-A487-64EF8B96C229}" type="pres">
      <dgm:prSet presAssocID="{8106B48E-1C46-4134-9616-16F852F30BB4}" presName="connectorText" presStyleLbl="sibTrans1D1" presStyleIdx="10" presStyleCnt="27"/>
      <dgm:spPr/>
    </dgm:pt>
    <dgm:pt modelId="{7AEEDE3C-74A2-41FC-B6B5-4B40A422AC00}" type="pres">
      <dgm:prSet presAssocID="{F17FB1AC-BA17-49A5-91BF-1288534CEEDA}" presName="node" presStyleLbl="node1" presStyleIdx="11" presStyleCnt="28">
        <dgm:presLayoutVars>
          <dgm:bulletEnabled val="1"/>
        </dgm:presLayoutVars>
      </dgm:prSet>
      <dgm:spPr/>
    </dgm:pt>
    <dgm:pt modelId="{6D9823D8-710E-467E-B868-10558BBAA2CB}" type="pres">
      <dgm:prSet presAssocID="{E12E5351-CD54-4B6F-96DD-8AE197871B0A}" presName="sibTrans" presStyleLbl="sibTrans1D1" presStyleIdx="11" presStyleCnt="27"/>
      <dgm:spPr/>
    </dgm:pt>
    <dgm:pt modelId="{80CD2E07-3AB6-4504-8921-093CDF453320}" type="pres">
      <dgm:prSet presAssocID="{E12E5351-CD54-4B6F-96DD-8AE197871B0A}" presName="connectorText" presStyleLbl="sibTrans1D1" presStyleIdx="11" presStyleCnt="27"/>
      <dgm:spPr/>
    </dgm:pt>
    <dgm:pt modelId="{F672D4C0-0E21-4D80-B457-E7D7A3379647}" type="pres">
      <dgm:prSet presAssocID="{CB72A307-FCF2-4439-B147-9C2ED73C33DD}" presName="node" presStyleLbl="node1" presStyleIdx="12" presStyleCnt="28">
        <dgm:presLayoutVars>
          <dgm:bulletEnabled val="1"/>
        </dgm:presLayoutVars>
      </dgm:prSet>
      <dgm:spPr/>
    </dgm:pt>
    <dgm:pt modelId="{9212CC10-B78E-4372-855E-48D86AB583B6}" type="pres">
      <dgm:prSet presAssocID="{D37DF02B-2917-4951-9834-0960307A512B}" presName="sibTrans" presStyleLbl="sibTrans1D1" presStyleIdx="12" presStyleCnt="27"/>
      <dgm:spPr/>
    </dgm:pt>
    <dgm:pt modelId="{A3C4A2CF-BF9F-4ED1-A04B-E918FF423576}" type="pres">
      <dgm:prSet presAssocID="{D37DF02B-2917-4951-9834-0960307A512B}" presName="connectorText" presStyleLbl="sibTrans1D1" presStyleIdx="12" presStyleCnt="27"/>
      <dgm:spPr/>
    </dgm:pt>
    <dgm:pt modelId="{8C16E2FD-9813-4475-8FA5-E6B0F9E0A78D}" type="pres">
      <dgm:prSet presAssocID="{C034A247-2A8F-4DA6-8282-0DD0FD576812}" presName="node" presStyleLbl="node1" presStyleIdx="13" presStyleCnt="28">
        <dgm:presLayoutVars>
          <dgm:bulletEnabled val="1"/>
        </dgm:presLayoutVars>
      </dgm:prSet>
      <dgm:spPr/>
    </dgm:pt>
    <dgm:pt modelId="{4DB89A01-355F-4A2B-9B41-7899B2AB3A11}" type="pres">
      <dgm:prSet presAssocID="{1712CBCC-43DB-40B6-8F6A-C8B8E4D69015}" presName="sibTrans" presStyleLbl="sibTrans1D1" presStyleIdx="13" presStyleCnt="27"/>
      <dgm:spPr/>
    </dgm:pt>
    <dgm:pt modelId="{E446D8C1-0A58-4490-BE72-A84EB8F27E0E}" type="pres">
      <dgm:prSet presAssocID="{1712CBCC-43DB-40B6-8F6A-C8B8E4D69015}" presName="connectorText" presStyleLbl="sibTrans1D1" presStyleIdx="13" presStyleCnt="27"/>
      <dgm:spPr/>
    </dgm:pt>
    <dgm:pt modelId="{EF95EC70-1192-457A-8D91-C4526B189F03}" type="pres">
      <dgm:prSet presAssocID="{C21E9E75-641C-4F16-89FA-BB96EFD9460D}" presName="node" presStyleLbl="node1" presStyleIdx="14" presStyleCnt="28">
        <dgm:presLayoutVars>
          <dgm:bulletEnabled val="1"/>
        </dgm:presLayoutVars>
      </dgm:prSet>
      <dgm:spPr/>
    </dgm:pt>
    <dgm:pt modelId="{8D373DB3-7520-4707-A86E-1F35B3077FCD}" type="pres">
      <dgm:prSet presAssocID="{0BB10618-07C4-4CEC-9B2A-7813DAA92515}" presName="sibTrans" presStyleLbl="sibTrans1D1" presStyleIdx="14" presStyleCnt="27"/>
      <dgm:spPr/>
    </dgm:pt>
    <dgm:pt modelId="{6D46734A-8042-475B-9F55-A8A744D41A37}" type="pres">
      <dgm:prSet presAssocID="{0BB10618-07C4-4CEC-9B2A-7813DAA92515}" presName="connectorText" presStyleLbl="sibTrans1D1" presStyleIdx="14" presStyleCnt="27"/>
      <dgm:spPr/>
    </dgm:pt>
    <dgm:pt modelId="{2A76B84B-CFA3-44DA-8744-022D164688DB}" type="pres">
      <dgm:prSet presAssocID="{C8B66170-6A4F-4160-83EC-23C89AF02421}" presName="node" presStyleLbl="node1" presStyleIdx="15" presStyleCnt="28">
        <dgm:presLayoutVars>
          <dgm:bulletEnabled val="1"/>
        </dgm:presLayoutVars>
      </dgm:prSet>
      <dgm:spPr/>
    </dgm:pt>
    <dgm:pt modelId="{A8AC569D-15EA-4CAE-962D-CBF6D71F9D9B}" type="pres">
      <dgm:prSet presAssocID="{A279D397-3BE2-4B4E-AFED-A8598757F763}" presName="sibTrans" presStyleLbl="sibTrans1D1" presStyleIdx="15" presStyleCnt="27"/>
      <dgm:spPr/>
    </dgm:pt>
    <dgm:pt modelId="{32F735DE-1987-4547-91C0-0D5E643AF1F3}" type="pres">
      <dgm:prSet presAssocID="{A279D397-3BE2-4B4E-AFED-A8598757F763}" presName="connectorText" presStyleLbl="sibTrans1D1" presStyleIdx="15" presStyleCnt="27"/>
      <dgm:spPr/>
    </dgm:pt>
    <dgm:pt modelId="{13FE4F21-F5FE-4B96-846E-44B9252EC404}" type="pres">
      <dgm:prSet presAssocID="{AA03AA72-2CCB-4534-89DE-8F8DF46A2F40}" presName="node" presStyleLbl="node1" presStyleIdx="16" presStyleCnt="28">
        <dgm:presLayoutVars>
          <dgm:bulletEnabled val="1"/>
        </dgm:presLayoutVars>
      </dgm:prSet>
      <dgm:spPr/>
    </dgm:pt>
    <dgm:pt modelId="{FDA0D42C-6164-4A7C-90F8-74B50DA7F64C}" type="pres">
      <dgm:prSet presAssocID="{7C760E63-CCF5-4BE4-B5A3-EAF550463638}" presName="sibTrans" presStyleLbl="sibTrans1D1" presStyleIdx="16" presStyleCnt="27"/>
      <dgm:spPr/>
    </dgm:pt>
    <dgm:pt modelId="{81D68A2E-39EA-46CE-A5D2-4A7DB6F80741}" type="pres">
      <dgm:prSet presAssocID="{7C760E63-CCF5-4BE4-B5A3-EAF550463638}" presName="connectorText" presStyleLbl="sibTrans1D1" presStyleIdx="16" presStyleCnt="27"/>
      <dgm:spPr/>
    </dgm:pt>
    <dgm:pt modelId="{5BA22964-980C-4D59-AED4-0A2BD94FB940}" type="pres">
      <dgm:prSet presAssocID="{70CE89C8-3403-4758-8D32-F5CD8AADBE96}" presName="node" presStyleLbl="node1" presStyleIdx="17" presStyleCnt="28">
        <dgm:presLayoutVars>
          <dgm:bulletEnabled val="1"/>
        </dgm:presLayoutVars>
      </dgm:prSet>
      <dgm:spPr/>
    </dgm:pt>
    <dgm:pt modelId="{FE328CC7-CE61-4873-B172-C1B8A093D997}" type="pres">
      <dgm:prSet presAssocID="{B7062899-D82D-444E-943E-E9B605024F8F}" presName="sibTrans" presStyleLbl="sibTrans1D1" presStyleIdx="17" presStyleCnt="27"/>
      <dgm:spPr/>
    </dgm:pt>
    <dgm:pt modelId="{98E0CFD7-4D29-45D1-A02A-1914243DC134}" type="pres">
      <dgm:prSet presAssocID="{B7062899-D82D-444E-943E-E9B605024F8F}" presName="connectorText" presStyleLbl="sibTrans1D1" presStyleIdx="17" presStyleCnt="27"/>
      <dgm:spPr/>
    </dgm:pt>
    <dgm:pt modelId="{863E3B34-25DB-4CCA-83F6-DF6272CCAFF6}" type="pres">
      <dgm:prSet presAssocID="{0B787AF9-4ED2-4967-A08E-32DD7712265B}" presName="node" presStyleLbl="node1" presStyleIdx="18" presStyleCnt="28">
        <dgm:presLayoutVars>
          <dgm:bulletEnabled val="1"/>
        </dgm:presLayoutVars>
      </dgm:prSet>
      <dgm:spPr/>
    </dgm:pt>
    <dgm:pt modelId="{0730EEA2-09AF-4FFC-BF9D-589E6CC24D39}" type="pres">
      <dgm:prSet presAssocID="{E6F7C2BD-7FA1-4E7F-99F7-9789BC2CD5F6}" presName="sibTrans" presStyleLbl="sibTrans1D1" presStyleIdx="18" presStyleCnt="27"/>
      <dgm:spPr/>
    </dgm:pt>
    <dgm:pt modelId="{82218A60-A5AF-45D8-8BCF-FB3AB0F9B9B1}" type="pres">
      <dgm:prSet presAssocID="{E6F7C2BD-7FA1-4E7F-99F7-9789BC2CD5F6}" presName="connectorText" presStyleLbl="sibTrans1D1" presStyleIdx="18" presStyleCnt="27"/>
      <dgm:spPr/>
    </dgm:pt>
    <dgm:pt modelId="{22A0C6A7-6E15-4F41-9913-A2080408E4A9}" type="pres">
      <dgm:prSet presAssocID="{2C720791-EB37-4792-88BD-3E7B6AC90A75}" presName="node" presStyleLbl="node1" presStyleIdx="19" presStyleCnt="28">
        <dgm:presLayoutVars>
          <dgm:bulletEnabled val="1"/>
        </dgm:presLayoutVars>
      </dgm:prSet>
      <dgm:spPr/>
    </dgm:pt>
    <dgm:pt modelId="{677E01A0-AE09-44C4-B705-9EC4E60821D3}" type="pres">
      <dgm:prSet presAssocID="{01871FAE-32E3-42A6-9E72-F274F2193803}" presName="sibTrans" presStyleLbl="sibTrans1D1" presStyleIdx="19" presStyleCnt="27"/>
      <dgm:spPr/>
    </dgm:pt>
    <dgm:pt modelId="{BADC97E2-8FE5-4050-AF84-426429616F31}" type="pres">
      <dgm:prSet presAssocID="{01871FAE-32E3-42A6-9E72-F274F2193803}" presName="connectorText" presStyleLbl="sibTrans1D1" presStyleIdx="19" presStyleCnt="27"/>
      <dgm:spPr/>
    </dgm:pt>
    <dgm:pt modelId="{B8C15985-7CCA-4021-AA70-697A84E1BC59}" type="pres">
      <dgm:prSet presAssocID="{D2AD6EF0-6241-4C01-AA75-364AD1EDC5B2}" presName="node" presStyleLbl="node1" presStyleIdx="20" presStyleCnt="28">
        <dgm:presLayoutVars>
          <dgm:bulletEnabled val="1"/>
        </dgm:presLayoutVars>
      </dgm:prSet>
      <dgm:spPr/>
    </dgm:pt>
    <dgm:pt modelId="{BB754C06-E875-4954-BB27-1A1A58228EC6}" type="pres">
      <dgm:prSet presAssocID="{3CAF4F50-8C2B-477D-BBFF-0BCF82B7C0FC}" presName="sibTrans" presStyleLbl="sibTrans1D1" presStyleIdx="20" presStyleCnt="27"/>
      <dgm:spPr/>
    </dgm:pt>
    <dgm:pt modelId="{49A08A04-99B8-48BB-8DB0-663B2DA19A9A}" type="pres">
      <dgm:prSet presAssocID="{3CAF4F50-8C2B-477D-BBFF-0BCF82B7C0FC}" presName="connectorText" presStyleLbl="sibTrans1D1" presStyleIdx="20" presStyleCnt="27"/>
      <dgm:spPr/>
    </dgm:pt>
    <dgm:pt modelId="{EAFFD13F-CBA6-416B-9460-6EE54B0D4313}" type="pres">
      <dgm:prSet presAssocID="{6BE454A2-5DAF-455D-ABCD-4E8294E2866B}" presName="node" presStyleLbl="node1" presStyleIdx="21" presStyleCnt="28">
        <dgm:presLayoutVars>
          <dgm:bulletEnabled val="1"/>
        </dgm:presLayoutVars>
      </dgm:prSet>
      <dgm:spPr/>
    </dgm:pt>
    <dgm:pt modelId="{D834D719-C5FE-47DB-82A2-61D6435CFFEF}" type="pres">
      <dgm:prSet presAssocID="{C8A7CABC-E057-4521-AAF2-844AB829F1D7}" presName="sibTrans" presStyleLbl="sibTrans1D1" presStyleIdx="21" presStyleCnt="27"/>
      <dgm:spPr/>
    </dgm:pt>
    <dgm:pt modelId="{21243846-283D-4C91-A7D4-67C8F9A2A39D}" type="pres">
      <dgm:prSet presAssocID="{C8A7CABC-E057-4521-AAF2-844AB829F1D7}" presName="connectorText" presStyleLbl="sibTrans1D1" presStyleIdx="21" presStyleCnt="27"/>
      <dgm:spPr/>
    </dgm:pt>
    <dgm:pt modelId="{77F96ACA-317F-4046-95D3-B9AEE992D87F}" type="pres">
      <dgm:prSet presAssocID="{73939A15-EF66-44A7-A9AC-52291DC15F66}" presName="node" presStyleLbl="node1" presStyleIdx="22" presStyleCnt="28">
        <dgm:presLayoutVars>
          <dgm:bulletEnabled val="1"/>
        </dgm:presLayoutVars>
      </dgm:prSet>
      <dgm:spPr/>
    </dgm:pt>
    <dgm:pt modelId="{01700111-911B-42EC-BCDD-8D2D5DAFA364}" type="pres">
      <dgm:prSet presAssocID="{A2D8B8E2-BF2B-4E72-9E2D-F66EB2A645FC}" presName="sibTrans" presStyleLbl="sibTrans1D1" presStyleIdx="22" presStyleCnt="27"/>
      <dgm:spPr/>
    </dgm:pt>
    <dgm:pt modelId="{34524124-CADE-4954-9312-DEA5606609F1}" type="pres">
      <dgm:prSet presAssocID="{A2D8B8E2-BF2B-4E72-9E2D-F66EB2A645FC}" presName="connectorText" presStyleLbl="sibTrans1D1" presStyleIdx="22" presStyleCnt="27"/>
      <dgm:spPr/>
    </dgm:pt>
    <dgm:pt modelId="{D7D1929F-DD9B-4840-BA08-0037399C120A}" type="pres">
      <dgm:prSet presAssocID="{D1574EB2-1A54-4CA9-A92C-44305E996E0A}" presName="node" presStyleLbl="node1" presStyleIdx="23" presStyleCnt="28">
        <dgm:presLayoutVars>
          <dgm:bulletEnabled val="1"/>
        </dgm:presLayoutVars>
      </dgm:prSet>
      <dgm:spPr/>
    </dgm:pt>
    <dgm:pt modelId="{D0A1C659-C31D-4379-894A-C71B596A242C}" type="pres">
      <dgm:prSet presAssocID="{4DC96330-8A36-48E0-B98D-51D63C040417}" presName="sibTrans" presStyleLbl="sibTrans1D1" presStyleIdx="23" presStyleCnt="27"/>
      <dgm:spPr/>
    </dgm:pt>
    <dgm:pt modelId="{8FF5E2C7-08D1-4E8C-B163-2C64F214B982}" type="pres">
      <dgm:prSet presAssocID="{4DC96330-8A36-48E0-B98D-51D63C040417}" presName="connectorText" presStyleLbl="sibTrans1D1" presStyleIdx="23" presStyleCnt="27"/>
      <dgm:spPr/>
    </dgm:pt>
    <dgm:pt modelId="{AAB4E942-0668-43E8-941F-7A4E6836259F}" type="pres">
      <dgm:prSet presAssocID="{9C834BC6-C2BD-4535-9DD9-C919DB79520B}" presName="node" presStyleLbl="node1" presStyleIdx="24" presStyleCnt="28">
        <dgm:presLayoutVars>
          <dgm:bulletEnabled val="1"/>
        </dgm:presLayoutVars>
      </dgm:prSet>
      <dgm:spPr/>
    </dgm:pt>
    <dgm:pt modelId="{47803355-406A-4DE0-9F83-A9DF2F8EE0F9}" type="pres">
      <dgm:prSet presAssocID="{006E0E95-4625-45B6-B52A-ABEE89172A0E}" presName="sibTrans" presStyleLbl="sibTrans1D1" presStyleIdx="24" presStyleCnt="27"/>
      <dgm:spPr/>
    </dgm:pt>
    <dgm:pt modelId="{8C426CDF-A5C4-4FE9-AD92-6742548E3938}" type="pres">
      <dgm:prSet presAssocID="{006E0E95-4625-45B6-B52A-ABEE89172A0E}" presName="connectorText" presStyleLbl="sibTrans1D1" presStyleIdx="24" presStyleCnt="27"/>
      <dgm:spPr/>
    </dgm:pt>
    <dgm:pt modelId="{B1A3EB5E-CB2D-4159-8C38-8CADCC80C67D}" type="pres">
      <dgm:prSet presAssocID="{E155CC50-90E3-4366-9ED1-CF6F7C1A8D2B}" presName="node" presStyleLbl="node1" presStyleIdx="25" presStyleCnt="28">
        <dgm:presLayoutVars>
          <dgm:bulletEnabled val="1"/>
        </dgm:presLayoutVars>
      </dgm:prSet>
      <dgm:spPr/>
    </dgm:pt>
    <dgm:pt modelId="{AA368BFD-6C82-473B-B711-5984CECADFD9}" type="pres">
      <dgm:prSet presAssocID="{36C97DFA-197E-407B-B883-3544A99BDA97}" presName="sibTrans" presStyleLbl="sibTrans1D1" presStyleIdx="25" presStyleCnt="27"/>
      <dgm:spPr/>
    </dgm:pt>
    <dgm:pt modelId="{D27A2A68-7EDC-4D68-A7F4-14848671C2BA}" type="pres">
      <dgm:prSet presAssocID="{36C97DFA-197E-407B-B883-3544A99BDA97}" presName="connectorText" presStyleLbl="sibTrans1D1" presStyleIdx="25" presStyleCnt="27"/>
      <dgm:spPr/>
    </dgm:pt>
    <dgm:pt modelId="{952E826F-7851-4F7C-88E4-8F01A05BEF5E}" type="pres">
      <dgm:prSet presAssocID="{CB93CD78-D8D3-4B3A-A39A-A5412D156BBF}" presName="node" presStyleLbl="node1" presStyleIdx="26" presStyleCnt="28">
        <dgm:presLayoutVars>
          <dgm:bulletEnabled val="1"/>
        </dgm:presLayoutVars>
      </dgm:prSet>
      <dgm:spPr/>
    </dgm:pt>
    <dgm:pt modelId="{49384FA1-B6ED-4512-8929-3CC10F7930AC}" type="pres">
      <dgm:prSet presAssocID="{28CFF317-DC71-4911-83E9-160D64D9A853}" presName="sibTrans" presStyleLbl="sibTrans1D1" presStyleIdx="26" presStyleCnt="27"/>
      <dgm:spPr/>
    </dgm:pt>
    <dgm:pt modelId="{8C0D365D-723D-4E3D-83DD-71C59695E3DD}" type="pres">
      <dgm:prSet presAssocID="{28CFF317-DC71-4911-83E9-160D64D9A853}" presName="connectorText" presStyleLbl="sibTrans1D1" presStyleIdx="26" presStyleCnt="27"/>
      <dgm:spPr/>
    </dgm:pt>
    <dgm:pt modelId="{C01BBEEE-C660-43E8-9FA0-42CECDAE25DB}" type="pres">
      <dgm:prSet presAssocID="{4A236221-5AF7-4D5A-832A-6F6128087BBC}" presName="node" presStyleLbl="node1" presStyleIdx="27" presStyleCnt="28">
        <dgm:presLayoutVars>
          <dgm:bulletEnabled val="1"/>
        </dgm:presLayoutVars>
      </dgm:prSet>
      <dgm:spPr/>
    </dgm:pt>
  </dgm:ptLst>
  <dgm:cxnLst>
    <dgm:cxn modelId="{0DADA400-CFF9-41BC-A286-143BCA9F59B3}" type="presOf" srcId="{E12E5351-CD54-4B6F-96DD-8AE197871B0A}" destId="{80CD2E07-3AB6-4504-8921-093CDF453320}" srcOrd="1" destOrd="0" presId="urn:microsoft.com/office/officeart/2016/7/layout/RepeatingBendingProcessNew"/>
    <dgm:cxn modelId="{8E231D02-DD37-4989-95C0-E13C5BBB3B15}" type="presOf" srcId="{E30295C9-ECCC-4BBA-9C5F-C4CCF76B8198}" destId="{B3C1AB8B-F2CA-422A-A9E3-805F55804E6E}" srcOrd="0" destOrd="0" presId="urn:microsoft.com/office/officeart/2016/7/layout/RepeatingBendingProcessNew"/>
    <dgm:cxn modelId="{9F7F3C02-3A62-4650-BFAE-6E50DCBB97C5}" type="presOf" srcId="{22894D43-8958-480B-BFB6-95CAAF06C736}" destId="{E457C2A7-98EB-403D-A3C5-72B775897755}" srcOrd="1" destOrd="0" presId="urn:microsoft.com/office/officeart/2016/7/layout/RepeatingBendingProcessNew"/>
    <dgm:cxn modelId="{F0E04602-73B1-4D42-8595-BFD937FDEB40}" type="presOf" srcId="{F17FB1AC-BA17-49A5-91BF-1288534CEEDA}" destId="{7AEEDE3C-74A2-41FC-B6B5-4B40A422AC00}" srcOrd="0" destOrd="0" presId="urn:microsoft.com/office/officeart/2016/7/layout/RepeatingBendingProcessNew"/>
    <dgm:cxn modelId="{AEDD4905-3A8C-427E-9EA4-23B9C894B51D}" type="presOf" srcId="{B7062899-D82D-444E-943E-E9B605024F8F}" destId="{98E0CFD7-4D29-45D1-A02A-1914243DC134}" srcOrd="1" destOrd="0" presId="urn:microsoft.com/office/officeart/2016/7/layout/RepeatingBendingProcessNew"/>
    <dgm:cxn modelId="{AAD59D05-3097-458F-A33B-C34EDADECE49}" srcId="{D570DAB9-474B-408B-B744-5C9F7F0F8394}" destId="{AA03AA72-2CCB-4534-89DE-8F8DF46A2F40}" srcOrd="16" destOrd="0" parTransId="{31F897C3-AF28-49CE-8F0C-7597AF8AAA9F}" sibTransId="{7C760E63-CCF5-4BE4-B5A3-EAF550463638}"/>
    <dgm:cxn modelId="{A123D009-3D89-43B8-B8CA-647B3F7C17F6}" type="presOf" srcId="{0BB10618-07C4-4CEC-9B2A-7813DAA92515}" destId="{8D373DB3-7520-4707-A86E-1F35B3077FCD}" srcOrd="0" destOrd="0" presId="urn:microsoft.com/office/officeart/2016/7/layout/RepeatingBendingProcessNew"/>
    <dgm:cxn modelId="{390D100D-6A0E-4BD9-8B82-EA6DB51B02B4}" type="presOf" srcId="{F53D6C8D-0FF3-4936-A3DB-9F9C412200A7}" destId="{75272BB0-95BD-4287-94C1-1B828F3D1DB7}" srcOrd="0" destOrd="0" presId="urn:microsoft.com/office/officeart/2016/7/layout/RepeatingBendingProcessNew"/>
    <dgm:cxn modelId="{ED494A10-6F38-468C-BE46-3C68648DDEE5}" type="presOf" srcId="{A279D397-3BE2-4B4E-AFED-A8598757F763}" destId="{32F735DE-1987-4547-91C0-0D5E643AF1F3}" srcOrd="1" destOrd="0" presId="urn:microsoft.com/office/officeart/2016/7/layout/RepeatingBendingProcessNew"/>
    <dgm:cxn modelId="{75709E10-1EA8-4C7C-A7B9-98BF1594191A}" srcId="{D570DAB9-474B-408B-B744-5C9F7F0F8394}" destId="{73939A15-EF66-44A7-A9AC-52291DC15F66}" srcOrd="22" destOrd="0" parTransId="{4DFD1DA4-1FBE-4F82-9B02-E0484F225E30}" sibTransId="{A2D8B8E2-BF2B-4E72-9E2D-F66EB2A645FC}"/>
    <dgm:cxn modelId="{EFE7D211-9595-4BE1-BE05-336A80C46648}" srcId="{D570DAB9-474B-408B-B744-5C9F7F0F8394}" destId="{2C720791-EB37-4792-88BD-3E7B6AC90A75}" srcOrd="19" destOrd="0" parTransId="{49FDA34A-9A1E-4FF1-8730-8803F816FB41}" sibTransId="{01871FAE-32E3-42A6-9E72-F274F2193803}"/>
    <dgm:cxn modelId="{66136815-B346-49B5-94C2-B4F91BD53514}" type="presOf" srcId="{C8A7CABC-E057-4521-AAF2-844AB829F1D7}" destId="{D834D719-C5FE-47DB-82A2-61D6435CFFEF}" srcOrd="0" destOrd="0" presId="urn:microsoft.com/office/officeart/2016/7/layout/RepeatingBendingProcessNew"/>
    <dgm:cxn modelId="{00E57B16-DB06-4775-939D-D5722203FC69}" type="presOf" srcId="{E6F7C2BD-7FA1-4E7F-99F7-9789BC2CD5F6}" destId="{82218A60-A5AF-45D8-8BCF-FB3AB0F9B9B1}" srcOrd="1" destOrd="0" presId="urn:microsoft.com/office/officeart/2016/7/layout/RepeatingBendingProcessNew"/>
    <dgm:cxn modelId="{03151817-1398-4682-9638-4C3D4358F8A5}" srcId="{D570DAB9-474B-408B-B744-5C9F7F0F8394}" destId="{B8CEFEE3-9944-4DF5-A520-5927A9FF13A9}" srcOrd="3" destOrd="0" parTransId="{071B1AAE-4E1F-4365-9851-9472E5A9CAFD}" sibTransId="{22894D43-8958-480B-BFB6-95CAAF06C736}"/>
    <dgm:cxn modelId="{64174317-1E88-42CC-A75A-D145E7AA8214}" type="presOf" srcId="{C21E9E75-641C-4F16-89FA-BB96EFD9460D}" destId="{EF95EC70-1192-457A-8D91-C4526B189F03}" srcOrd="0" destOrd="0" presId="urn:microsoft.com/office/officeart/2016/7/layout/RepeatingBendingProcessNew"/>
    <dgm:cxn modelId="{7180621F-50D3-41A1-85C3-817E90DB82F5}" srcId="{D570DAB9-474B-408B-B744-5C9F7F0F8394}" destId="{70CE89C8-3403-4758-8D32-F5CD8AADBE96}" srcOrd="17" destOrd="0" parTransId="{CCA05187-69AB-4E24-AAA7-D07E7EAE89A1}" sibTransId="{B7062899-D82D-444E-943E-E9B605024F8F}"/>
    <dgm:cxn modelId="{06EB2C21-A79E-41C2-9739-716FFE3C8BB5}" type="presOf" srcId="{E807844A-CA2F-4FAF-8426-04C592EDED2A}" destId="{D7C89C8D-32AA-4FA4-A68F-CF5C813AA74E}" srcOrd="1" destOrd="0" presId="urn:microsoft.com/office/officeart/2016/7/layout/RepeatingBendingProcessNew"/>
    <dgm:cxn modelId="{37C35023-BDEE-4311-8162-A529E508C3FE}" type="presOf" srcId="{F482ECC1-4748-4FAD-96AF-24C2BC117806}" destId="{E5701982-40F8-4687-A0BE-31D92F619491}" srcOrd="0" destOrd="0" presId="urn:microsoft.com/office/officeart/2016/7/layout/RepeatingBendingProcessNew"/>
    <dgm:cxn modelId="{21E97725-569C-4D93-BE71-BC7DB8F7D070}" type="presOf" srcId="{8257D588-1897-424C-9831-1588E9F9D9CB}" destId="{7D5D6FBE-B098-46BD-B4A2-3FCC5FA821BA}" srcOrd="0" destOrd="0" presId="urn:microsoft.com/office/officeart/2016/7/layout/RepeatingBendingProcessNew"/>
    <dgm:cxn modelId="{4890D725-EE84-4584-8D72-26130E3923D3}" type="presOf" srcId="{4A236221-5AF7-4D5A-832A-6F6128087BBC}" destId="{C01BBEEE-C660-43E8-9FA0-42CECDAE25DB}" srcOrd="0" destOrd="0" presId="urn:microsoft.com/office/officeart/2016/7/layout/RepeatingBendingProcessNew"/>
    <dgm:cxn modelId="{A8272628-C81A-40A6-9DD5-8F685D519FBA}" type="presOf" srcId="{0698A27D-20BC-4F35-8CE0-B5FA9AC1D514}" destId="{62D4FF44-71BB-4EF4-8B84-8F09D129D205}" srcOrd="0" destOrd="0" presId="urn:microsoft.com/office/officeart/2016/7/layout/RepeatingBendingProcessNew"/>
    <dgm:cxn modelId="{DE823A29-8D7A-4D3F-8955-DC575C996CBF}" type="presOf" srcId="{47CF4BBC-DC96-402E-B402-EE7C36C8CD52}" destId="{4448F201-A809-4ACC-A81B-2179C8AFA6AF}" srcOrd="0" destOrd="0" presId="urn:microsoft.com/office/officeart/2016/7/layout/RepeatingBendingProcessNew"/>
    <dgm:cxn modelId="{AD7CBE2C-B04C-4974-859D-855D22F32CC3}" type="presOf" srcId="{C034A247-2A8F-4DA6-8282-0DD0FD576812}" destId="{8C16E2FD-9813-4475-8FA5-E6B0F9E0A78D}" srcOrd="0" destOrd="0" presId="urn:microsoft.com/office/officeart/2016/7/layout/RepeatingBendingProcessNew"/>
    <dgm:cxn modelId="{0995D52D-9F6A-4DB6-B31F-A8A616926EE7}" type="presOf" srcId="{006E0E95-4625-45B6-B52A-ABEE89172A0E}" destId="{47803355-406A-4DE0-9F83-A9DF2F8EE0F9}" srcOrd="0" destOrd="0" presId="urn:microsoft.com/office/officeart/2016/7/layout/RepeatingBendingProcessNew"/>
    <dgm:cxn modelId="{19E4FC32-6CED-46F7-9790-A2EB26E7D77D}" srcId="{D570DAB9-474B-408B-B744-5C9F7F0F8394}" destId="{6FB9A5C6-6429-424E-88F0-CB3A07C5F47C}" srcOrd="8" destOrd="0" parTransId="{52AD8374-84DF-4F44-9879-B6724FCDDD29}" sibTransId="{47CF4BBC-DC96-402E-B402-EE7C36C8CD52}"/>
    <dgm:cxn modelId="{18968E33-798A-4406-A100-E4D9A631B9F5}" type="presOf" srcId="{0B787AF9-4ED2-4967-A08E-32DD7712265B}" destId="{863E3B34-25DB-4CCA-83F6-DF6272CCAFF6}" srcOrd="0" destOrd="0" presId="urn:microsoft.com/office/officeart/2016/7/layout/RepeatingBendingProcessNew"/>
    <dgm:cxn modelId="{1C885438-D571-48F2-AD75-F97291DCAD1A}" srcId="{D570DAB9-474B-408B-B744-5C9F7F0F8394}" destId="{9C834BC6-C2BD-4535-9DD9-C919DB79520B}" srcOrd="24" destOrd="0" parTransId="{11FBB3A7-A82D-4660-806F-EF6DBF46928F}" sibTransId="{006E0E95-4625-45B6-B52A-ABEE89172A0E}"/>
    <dgm:cxn modelId="{87791F39-5A29-44A4-9EA7-DFD06B0CD788}" srcId="{D570DAB9-474B-408B-B744-5C9F7F0F8394}" destId="{C8B66170-6A4F-4160-83EC-23C89AF02421}" srcOrd="15" destOrd="0" parTransId="{E5D558EA-CF02-450D-A360-83D92124BF2D}" sibTransId="{A279D397-3BE2-4B4E-AFED-A8598757F763}"/>
    <dgm:cxn modelId="{58BBEE3C-F716-4DF1-A784-77544A9D05B3}" type="presOf" srcId="{CE20F345-3B34-4CB3-B025-C5920D264FE6}" destId="{0FEDD489-29DC-4673-B6F9-01DA39A6322E}" srcOrd="1" destOrd="0" presId="urn:microsoft.com/office/officeart/2016/7/layout/RepeatingBendingProcessNew"/>
    <dgm:cxn modelId="{62643E3D-A5EF-4A55-BAEC-BF175210653E}" type="presOf" srcId="{C8B66170-6A4F-4160-83EC-23C89AF02421}" destId="{2A76B84B-CFA3-44DA-8744-022D164688DB}" srcOrd="0" destOrd="0" presId="urn:microsoft.com/office/officeart/2016/7/layout/RepeatingBendingProcessNew"/>
    <dgm:cxn modelId="{9B6F003E-04A1-4F5D-B2AD-8339D7415EC4}" type="presOf" srcId="{D37DF02B-2917-4951-9834-0960307A512B}" destId="{9212CC10-B78E-4372-855E-48D86AB583B6}" srcOrd="0" destOrd="0" presId="urn:microsoft.com/office/officeart/2016/7/layout/RepeatingBendingProcessNew"/>
    <dgm:cxn modelId="{84C56A5E-D16F-4B26-BAB8-D633130808AD}" type="presOf" srcId="{D2AD6EF0-6241-4C01-AA75-364AD1EDC5B2}" destId="{B8C15985-7CCA-4021-AA70-697A84E1BC59}" srcOrd="0" destOrd="0" presId="urn:microsoft.com/office/officeart/2016/7/layout/RepeatingBendingProcessNew"/>
    <dgm:cxn modelId="{4CF78B60-68A6-4B4F-A08F-C3DA4C96A1F2}" type="presOf" srcId="{3CAF4F50-8C2B-477D-BBFF-0BCF82B7C0FC}" destId="{49A08A04-99B8-48BB-8DB0-663B2DA19A9A}" srcOrd="1" destOrd="0" presId="urn:microsoft.com/office/officeart/2016/7/layout/RepeatingBendingProcessNew"/>
    <dgm:cxn modelId="{71EA3B61-A233-4469-BAF5-811443719958}" type="presOf" srcId="{01871FAE-32E3-42A6-9E72-F274F2193803}" destId="{BADC97E2-8FE5-4050-AF84-426429616F31}" srcOrd="1" destOrd="0" presId="urn:microsoft.com/office/officeart/2016/7/layout/RepeatingBendingProcessNew"/>
    <dgm:cxn modelId="{7A24DE41-EDAC-4452-8362-6250BE2B6AC3}" type="presOf" srcId="{312C6B11-8F76-48BE-A4FB-B470C020C1D7}" destId="{FFA277E7-165C-4D38-83D1-5FB49F5E8C29}" srcOrd="0" destOrd="0" presId="urn:microsoft.com/office/officeart/2016/7/layout/RepeatingBendingProcessNew"/>
    <dgm:cxn modelId="{94F65642-B2FF-463C-A655-D9C8C36A9874}" srcId="{D570DAB9-474B-408B-B744-5C9F7F0F8394}" destId="{5980B160-1DBC-4055-BF62-C56236B68F55}" srcOrd="6" destOrd="0" parTransId="{E3F60754-CB45-4484-9F50-C07D8ABF2F3A}" sibTransId="{86158EA7-5722-40A9-A896-C59325D06197}"/>
    <dgm:cxn modelId="{291FA244-690C-4C61-8BA7-F1AE32E4C7A6}" srcId="{D570DAB9-474B-408B-B744-5C9F7F0F8394}" destId="{4A236221-5AF7-4D5A-832A-6F6128087BBC}" srcOrd="27" destOrd="0" parTransId="{9F697945-8587-4FDB-A58E-144E6496A810}" sibTransId="{50EB3118-B7F1-490F-A3F4-9C4B02A872E9}"/>
    <dgm:cxn modelId="{D518B244-8DCD-4E54-AFF3-E34DB796EFE2}" type="presOf" srcId="{7F18229F-1467-41B2-BBA2-0C7FC5A9CEC2}" destId="{FAC4A44D-3CE5-4A98-AF5A-0312934152C4}" srcOrd="1" destOrd="0" presId="urn:microsoft.com/office/officeart/2016/7/layout/RepeatingBendingProcessNew"/>
    <dgm:cxn modelId="{34D39966-0E0B-41EC-8A1E-6A49ED0884E3}" type="presOf" srcId="{6FB9A5C6-6429-424E-88F0-CB3A07C5F47C}" destId="{AE50AF68-CACF-45AE-A4A1-A0FDBE045E95}" srcOrd="0" destOrd="0" presId="urn:microsoft.com/office/officeart/2016/7/layout/RepeatingBendingProcessNew"/>
    <dgm:cxn modelId="{5520DE67-98B8-43A1-85FC-5A335D11789D}" type="presOf" srcId="{8106B48E-1C46-4134-9616-16F852F30BB4}" destId="{849404B4-8FA4-4FB8-8625-C82E9D2429A4}" srcOrd="0" destOrd="0" presId="urn:microsoft.com/office/officeart/2016/7/layout/RepeatingBendingProcessNew"/>
    <dgm:cxn modelId="{2A6CF967-6063-4612-A990-AFE09504EE97}" srcId="{D570DAB9-474B-408B-B744-5C9F7F0F8394}" destId="{753D0F90-501B-411E-8965-4019CD1B5100}" srcOrd="7" destOrd="0" parTransId="{E932BECB-8234-4E8E-A8E8-ACD03FCA1CD7}" sibTransId="{12E400CF-BE32-4554-AFA3-A85F45058A19}"/>
    <dgm:cxn modelId="{422F1048-FA4A-4760-96C2-96DA0EC01136}" type="presOf" srcId="{F482ECC1-4748-4FAD-96AF-24C2BC117806}" destId="{59A0A1AC-E549-4BA1-91B7-39CB8B51B90B}" srcOrd="1" destOrd="0" presId="urn:microsoft.com/office/officeart/2016/7/layout/RepeatingBendingProcessNew"/>
    <dgm:cxn modelId="{27E6A148-4276-4F45-BBAB-5DDD676536B4}" type="presOf" srcId="{C8A7CABC-E057-4521-AAF2-844AB829F1D7}" destId="{21243846-283D-4C91-A7D4-67C8F9A2A39D}" srcOrd="1" destOrd="0" presId="urn:microsoft.com/office/officeart/2016/7/layout/RepeatingBendingProcessNew"/>
    <dgm:cxn modelId="{9C45A649-A171-4E66-A50D-BBE365355865}" type="presOf" srcId="{6A0F0A44-0DB0-4EB9-A1DA-D4E51314A4B5}" destId="{FD6466CF-5912-4F83-AECE-A50217110213}" srcOrd="0" destOrd="0" presId="urn:microsoft.com/office/officeart/2016/7/layout/RepeatingBendingProcessNew"/>
    <dgm:cxn modelId="{8C72916A-B6AC-48C9-9D79-0BDA793265AF}" type="presOf" srcId="{E807844A-CA2F-4FAF-8426-04C592EDED2A}" destId="{731D253B-D87E-4AAC-88E6-E59DF6D772FF}" srcOrd="0" destOrd="0" presId="urn:microsoft.com/office/officeart/2016/7/layout/RepeatingBendingProcessNew"/>
    <dgm:cxn modelId="{0624726B-C75F-4AEA-94BD-BF037779E9F5}" type="presOf" srcId="{28CFF317-DC71-4911-83E9-160D64D9A853}" destId="{49384FA1-B6ED-4512-8929-3CC10F7930AC}" srcOrd="0" destOrd="0" presId="urn:microsoft.com/office/officeart/2016/7/layout/RepeatingBendingProcessNew"/>
    <dgm:cxn modelId="{8283D16B-3F5F-4D7D-B0EE-D1374FD79CAE}" type="presOf" srcId="{A2D8B8E2-BF2B-4E72-9E2D-F66EB2A645FC}" destId="{01700111-911B-42EC-BCDD-8D2D5DAFA364}" srcOrd="0" destOrd="0" presId="urn:microsoft.com/office/officeart/2016/7/layout/RepeatingBendingProcessNew"/>
    <dgm:cxn modelId="{F7332F6E-61CC-4EE8-B93C-0075BAD6DB9D}" type="presOf" srcId="{006E0E95-4625-45B6-B52A-ABEE89172A0E}" destId="{8C426CDF-A5C4-4FE9-AD92-6742548E3938}" srcOrd="1" destOrd="0" presId="urn:microsoft.com/office/officeart/2016/7/layout/RepeatingBendingProcessNew"/>
    <dgm:cxn modelId="{4910596E-1FED-4670-ABE4-083913531F6A}" type="presOf" srcId="{E12E5351-CD54-4B6F-96DD-8AE197871B0A}" destId="{6D9823D8-710E-467E-B868-10558BBAA2CB}" srcOrd="0" destOrd="0" presId="urn:microsoft.com/office/officeart/2016/7/layout/RepeatingBendingProcessNew"/>
    <dgm:cxn modelId="{B7627E6E-947E-4804-8CB9-167513003D11}" srcId="{D570DAB9-474B-408B-B744-5C9F7F0F8394}" destId="{D0EEC17B-5B03-4457-A9D3-38B2BCF20F5E}" srcOrd="2" destOrd="0" parTransId="{B2A0637A-60C7-4A61-98EF-7C334CF83B4F}" sibTransId="{312C6B11-8F76-48BE-A4FB-B470C020C1D7}"/>
    <dgm:cxn modelId="{30D9966E-6084-4F79-8FB7-82BCC67C6FF4}" type="presOf" srcId="{28CFF317-DC71-4911-83E9-160D64D9A853}" destId="{8C0D365D-723D-4E3D-83DD-71C59695E3DD}" srcOrd="1" destOrd="0" presId="urn:microsoft.com/office/officeart/2016/7/layout/RepeatingBendingProcessNew"/>
    <dgm:cxn modelId="{F9B0F84E-3ACD-4666-B7DC-E04E48772FB7}" type="presOf" srcId="{6BE454A2-5DAF-455D-ABCD-4E8294E2866B}" destId="{EAFFD13F-CBA6-416B-9460-6EE54B0D4313}" srcOrd="0" destOrd="0" presId="urn:microsoft.com/office/officeart/2016/7/layout/RepeatingBendingProcessNew"/>
    <dgm:cxn modelId="{A80F9D6F-6401-44FC-B038-3F451DC758BC}" type="presOf" srcId="{86158EA7-5722-40A9-A896-C59325D06197}" destId="{A368A74A-6DA9-49C3-B0AD-56CEB217F782}" srcOrd="1" destOrd="0" presId="urn:microsoft.com/office/officeart/2016/7/layout/RepeatingBendingProcessNew"/>
    <dgm:cxn modelId="{C13BB96F-2804-470F-85CB-3F12945C33C7}" srcId="{D570DAB9-474B-408B-B744-5C9F7F0F8394}" destId="{C034A247-2A8F-4DA6-8282-0DD0FD576812}" srcOrd="13" destOrd="0" parTransId="{05A2A123-ABD6-489D-A4B2-BC5D0B8E30E0}" sibTransId="{1712CBCC-43DB-40B6-8F6A-C8B8E4D69015}"/>
    <dgm:cxn modelId="{7CC2C36F-0128-4ACC-BB8F-78A8E9CB278B}" type="presOf" srcId="{9C834BC6-C2BD-4535-9DD9-C919DB79520B}" destId="{AAB4E942-0668-43E8-941F-7A4E6836259F}" srcOrd="0" destOrd="0" presId="urn:microsoft.com/office/officeart/2016/7/layout/RepeatingBendingProcessNew"/>
    <dgm:cxn modelId="{3D8E8070-1A5B-4BF9-8760-71077FEDDD42}" type="presOf" srcId="{1712CBCC-43DB-40B6-8F6A-C8B8E4D69015}" destId="{4DB89A01-355F-4A2B-9B41-7899B2AB3A11}" srcOrd="0" destOrd="0" presId="urn:microsoft.com/office/officeart/2016/7/layout/RepeatingBendingProcessNew"/>
    <dgm:cxn modelId="{75FC9F71-2166-4FC9-B359-FACFFE302591}" type="presOf" srcId="{4DC96330-8A36-48E0-B98D-51D63C040417}" destId="{8FF5E2C7-08D1-4E8C-B163-2C64F214B982}" srcOrd="1" destOrd="0" presId="urn:microsoft.com/office/officeart/2016/7/layout/RepeatingBendingProcessNew"/>
    <dgm:cxn modelId="{7311B272-FA3C-4812-BC29-15A4B177FFD5}" type="presOf" srcId="{CE20F345-3B34-4CB3-B025-C5920D264FE6}" destId="{6F086422-3A80-46F6-B7BD-5B2ED281CFE1}" srcOrd="0" destOrd="0" presId="urn:microsoft.com/office/officeart/2016/7/layout/RepeatingBendingProcessNew"/>
    <dgm:cxn modelId="{A650EC52-A002-43EA-9D9E-29604790F2CD}" type="presOf" srcId="{5980B160-1DBC-4055-BF62-C56236B68F55}" destId="{4ECE65E7-B8B2-43CE-82C2-BEB325D48945}" srcOrd="0" destOrd="0" presId="urn:microsoft.com/office/officeart/2016/7/layout/RepeatingBendingProcessNew"/>
    <dgm:cxn modelId="{F7A39577-2847-42BD-B282-B40176CF1F0F}" type="presOf" srcId="{70CE89C8-3403-4758-8D32-F5CD8AADBE96}" destId="{5BA22964-980C-4D59-AED4-0A2BD94FB940}" srcOrd="0" destOrd="0" presId="urn:microsoft.com/office/officeart/2016/7/layout/RepeatingBendingProcessNew"/>
    <dgm:cxn modelId="{0479B257-2109-45E4-9CC8-0C48F777DFA1}" type="presOf" srcId="{753D0F90-501B-411E-8965-4019CD1B5100}" destId="{966D41B6-9FD4-4DC3-B8A9-CD9D3835BC42}" srcOrd="0" destOrd="0" presId="urn:microsoft.com/office/officeart/2016/7/layout/RepeatingBendingProcessNew"/>
    <dgm:cxn modelId="{59ABE479-0D4D-42B5-97AA-F470402082C0}" type="presOf" srcId="{0BB10618-07C4-4CEC-9B2A-7813DAA92515}" destId="{6D46734A-8042-475B-9F55-A8A744D41A37}" srcOrd="1" destOrd="0" presId="urn:microsoft.com/office/officeart/2016/7/layout/RepeatingBendingProcessNew"/>
    <dgm:cxn modelId="{B87B3E5A-88FD-4AAF-9C96-4F756EB5DE18}" type="presOf" srcId="{47CF4BBC-DC96-402E-B402-EE7C36C8CD52}" destId="{4F2C5F28-2665-4679-9640-84F1A7F35BB4}" srcOrd="1" destOrd="0" presId="urn:microsoft.com/office/officeart/2016/7/layout/RepeatingBendingProcessNew"/>
    <dgm:cxn modelId="{D7E9A27E-CA7E-4E68-80FD-B30B47C53B8E}" type="presOf" srcId="{D570DAB9-474B-408B-B744-5C9F7F0F8394}" destId="{7F439A28-E701-4FD3-A1A9-7A5C83F03056}" srcOrd="0" destOrd="0" presId="urn:microsoft.com/office/officeart/2016/7/layout/RepeatingBendingProcessNew"/>
    <dgm:cxn modelId="{5CD12A82-5827-4DD6-82D1-C97A9AD6C238}" srcId="{D570DAB9-474B-408B-B744-5C9F7F0F8394}" destId="{E30295C9-ECCC-4BBA-9C5F-C4CCF76B8198}" srcOrd="10" destOrd="0" parTransId="{CC327C16-6973-422A-9822-6AD43997B308}" sibTransId="{8106B48E-1C46-4134-9616-16F852F30BB4}"/>
    <dgm:cxn modelId="{CA53438B-33EA-4DD2-8832-9CB45C48EBB9}" type="presOf" srcId="{86158EA7-5722-40A9-A896-C59325D06197}" destId="{A71279B0-91FD-4872-BE54-E996B60689F6}" srcOrd="0" destOrd="0" presId="urn:microsoft.com/office/officeart/2016/7/layout/RepeatingBendingProcessNew"/>
    <dgm:cxn modelId="{63A62991-1FA6-454B-821C-C1266B43F266}" type="presOf" srcId="{D0EEC17B-5B03-4457-A9D3-38B2BCF20F5E}" destId="{A6D00311-2AA5-4470-8D2C-5B5DBDA5415A}" srcOrd="0" destOrd="0" presId="urn:microsoft.com/office/officeart/2016/7/layout/RepeatingBendingProcessNew"/>
    <dgm:cxn modelId="{8C7BE993-4536-4036-A997-19F5BD97D259}" srcId="{D570DAB9-474B-408B-B744-5C9F7F0F8394}" destId="{E4A26EFC-E2A9-4913-9BF8-BC77EC16800B}" srcOrd="4" destOrd="0" parTransId="{CE1EF33C-E502-4BE5-A0CC-BEE78FA37A6E}" sibTransId="{F482ECC1-4748-4FAD-96AF-24C2BC117806}"/>
    <dgm:cxn modelId="{DC511B94-F997-4605-887E-34498D8C80A0}" type="presOf" srcId="{E6F7C2BD-7FA1-4E7F-99F7-9789BC2CD5F6}" destId="{0730EEA2-09AF-4FFC-BF9D-589E6CC24D39}" srcOrd="0" destOrd="0" presId="urn:microsoft.com/office/officeart/2016/7/layout/RepeatingBendingProcessNew"/>
    <dgm:cxn modelId="{ED2AD795-44EE-4DE5-90CC-88276745DABA}" type="presOf" srcId="{7C760E63-CCF5-4BE4-B5A3-EAF550463638}" destId="{81D68A2E-39EA-46CE-A5D2-4A7DB6F80741}" srcOrd="1" destOrd="0" presId="urn:microsoft.com/office/officeart/2016/7/layout/RepeatingBendingProcessNew"/>
    <dgm:cxn modelId="{CE66869A-F823-47B8-8F51-06A8F9406D28}" srcId="{D570DAB9-474B-408B-B744-5C9F7F0F8394}" destId="{0698A27D-20BC-4F35-8CE0-B5FA9AC1D514}" srcOrd="1" destOrd="0" parTransId="{2A2FF68E-4524-43EB-8234-A8D4ECC47938}" sibTransId="{7F18229F-1467-41B2-BBA2-0C7FC5A9CEC2}"/>
    <dgm:cxn modelId="{4764F99A-B3B4-4C61-8CB8-B0FA13D0CDC5}" type="presOf" srcId="{312C6B11-8F76-48BE-A4FB-B470C020C1D7}" destId="{03EE0B09-DDE0-4728-8B81-33E45FCCC53B}" srcOrd="1" destOrd="0" presId="urn:microsoft.com/office/officeart/2016/7/layout/RepeatingBendingProcessNew"/>
    <dgm:cxn modelId="{B104399C-1E5D-4D42-99F9-52170B0F086F}" type="presOf" srcId="{01871FAE-32E3-42A6-9E72-F274F2193803}" destId="{677E01A0-AE09-44C4-B705-9EC4E60821D3}" srcOrd="0" destOrd="0" presId="urn:microsoft.com/office/officeart/2016/7/layout/RepeatingBendingProcessNew"/>
    <dgm:cxn modelId="{D31CEE9D-F4F5-449A-84CA-5A5BC8D3D7D0}" type="presOf" srcId="{12E400CF-BE32-4554-AFA3-A85F45058A19}" destId="{A46C60CE-898F-4E04-9032-C480FDFB65C6}" srcOrd="1" destOrd="0" presId="urn:microsoft.com/office/officeart/2016/7/layout/RepeatingBendingProcessNew"/>
    <dgm:cxn modelId="{642D98A5-3B5D-4AC9-A5F1-AD442D7B7768}" srcId="{D570DAB9-474B-408B-B744-5C9F7F0F8394}" destId="{CB72A307-FCF2-4439-B147-9C2ED73C33DD}" srcOrd="12" destOrd="0" parTransId="{66A5C4AB-3740-45E8-9193-1518A6D5D998}" sibTransId="{D37DF02B-2917-4951-9834-0960307A512B}"/>
    <dgm:cxn modelId="{271265A7-4C37-484D-ADCB-A6C80128F0EB}" srcId="{D570DAB9-474B-408B-B744-5C9F7F0F8394}" destId="{0B787AF9-4ED2-4967-A08E-32DD7712265B}" srcOrd="18" destOrd="0" parTransId="{B106E564-E74F-4EB7-9AAC-A1896127E324}" sibTransId="{E6F7C2BD-7FA1-4E7F-99F7-9789BC2CD5F6}"/>
    <dgm:cxn modelId="{7C6266A8-5EDD-430A-A36A-9F4ADF2B27A6}" type="presOf" srcId="{E4A26EFC-E2A9-4913-9BF8-BC77EC16800B}" destId="{2E274275-279F-40E2-AF4D-4C6B0B5C6CD2}" srcOrd="0" destOrd="0" presId="urn:microsoft.com/office/officeart/2016/7/layout/RepeatingBendingProcessNew"/>
    <dgm:cxn modelId="{614F86A9-DA24-495E-B5A3-1D937C40F313}" srcId="{D570DAB9-474B-408B-B744-5C9F7F0F8394}" destId="{CB93CD78-D8D3-4B3A-A39A-A5412D156BBF}" srcOrd="26" destOrd="0" parTransId="{3C9229F0-2E60-4E42-996A-C9EBAE229DF2}" sibTransId="{28CFF317-DC71-4911-83E9-160D64D9A853}"/>
    <dgm:cxn modelId="{EF3605AB-D7DA-4DA5-8545-D97DCC6B8FB6}" type="presOf" srcId="{6A0F0A44-0DB0-4EB9-A1DA-D4E51314A4B5}" destId="{568CF85D-F79A-49A9-BFA8-BE050C70E4CA}" srcOrd="1" destOrd="0" presId="urn:microsoft.com/office/officeart/2016/7/layout/RepeatingBendingProcessNew"/>
    <dgm:cxn modelId="{0B7AD5AD-FA8D-4FD8-922E-5BA6A41832A7}" srcId="{D570DAB9-474B-408B-B744-5C9F7F0F8394}" destId="{C21E9E75-641C-4F16-89FA-BB96EFD9460D}" srcOrd="14" destOrd="0" parTransId="{6AAA08E3-5B83-4966-8B0F-785F51048F51}" sibTransId="{0BB10618-07C4-4CEC-9B2A-7813DAA92515}"/>
    <dgm:cxn modelId="{27A13CAE-C5F2-4E15-8933-5013DE21613D}" type="presOf" srcId="{A279D397-3BE2-4B4E-AFED-A8598757F763}" destId="{A8AC569D-15EA-4CAE-962D-CBF6D71F9D9B}" srcOrd="0" destOrd="0" presId="urn:microsoft.com/office/officeart/2016/7/layout/RepeatingBendingProcessNew"/>
    <dgm:cxn modelId="{E5BFE2B2-1E6E-46C5-8ADB-FEDF3D4BBAC6}" type="presOf" srcId="{B7062899-D82D-444E-943E-E9B605024F8F}" destId="{FE328CC7-CE61-4873-B172-C1B8A093D997}" srcOrd="0" destOrd="0" presId="urn:microsoft.com/office/officeart/2016/7/layout/RepeatingBendingProcessNew"/>
    <dgm:cxn modelId="{69A863B4-55BF-422A-BEF0-0F2E634CEA15}" type="presOf" srcId="{12E400CF-BE32-4554-AFA3-A85F45058A19}" destId="{B1E250E1-20AB-42EE-B601-A4B86AB5419D}" srcOrd="0" destOrd="0" presId="urn:microsoft.com/office/officeart/2016/7/layout/RepeatingBendingProcessNew"/>
    <dgm:cxn modelId="{D53C17B6-DDB5-4161-9621-39643E7D9DAA}" type="presOf" srcId="{B8CEFEE3-9944-4DF5-A520-5927A9FF13A9}" destId="{1C2373E9-B9BA-4E01-9BD1-299A79A33F05}" srcOrd="0" destOrd="0" presId="urn:microsoft.com/office/officeart/2016/7/layout/RepeatingBendingProcessNew"/>
    <dgm:cxn modelId="{755BFDB7-CE95-46D0-9CA6-4C0E8424E8D7}" type="presOf" srcId="{36C97DFA-197E-407B-B883-3544A99BDA97}" destId="{AA368BFD-6C82-473B-B711-5984CECADFD9}" srcOrd="0" destOrd="0" presId="urn:microsoft.com/office/officeart/2016/7/layout/RepeatingBendingProcessNew"/>
    <dgm:cxn modelId="{906BD5B8-0E05-4193-BFEB-984A251FA018}" srcId="{D570DAB9-474B-408B-B744-5C9F7F0F8394}" destId="{6BE454A2-5DAF-455D-ABCD-4E8294E2866B}" srcOrd="21" destOrd="0" parTransId="{97937CDA-4686-4611-96FD-996117E9E33D}" sibTransId="{C8A7CABC-E057-4521-AAF2-844AB829F1D7}"/>
    <dgm:cxn modelId="{578988BB-8D7F-482E-A5F6-1C2C4304B59E}" srcId="{D570DAB9-474B-408B-B744-5C9F7F0F8394}" destId="{E155CC50-90E3-4366-9ED1-CF6F7C1A8D2B}" srcOrd="25" destOrd="0" parTransId="{BE097DCF-86EF-493B-9CC0-0129C6AA5201}" sibTransId="{36C97DFA-197E-407B-B883-3544A99BDA97}"/>
    <dgm:cxn modelId="{1A224CC0-6063-4B6A-A36A-7EC54DF080EB}" type="presOf" srcId="{A2D8B8E2-BF2B-4E72-9E2D-F66EB2A645FC}" destId="{34524124-CADE-4954-9312-DEA5606609F1}" srcOrd="1" destOrd="0" presId="urn:microsoft.com/office/officeart/2016/7/layout/RepeatingBendingProcessNew"/>
    <dgm:cxn modelId="{29073FC6-B6CD-4804-B0AF-089AFD4E2AF1}" type="presOf" srcId="{AA03AA72-2CCB-4534-89DE-8F8DF46A2F40}" destId="{13FE4F21-F5FE-4B96-846E-44B9252EC404}" srcOrd="0" destOrd="0" presId="urn:microsoft.com/office/officeart/2016/7/layout/RepeatingBendingProcessNew"/>
    <dgm:cxn modelId="{98D486CB-2193-486B-B08A-EBB6097CB9A2}" type="presOf" srcId="{22894D43-8958-480B-BFB6-95CAAF06C736}" destId="{95CFFBCC-3D60-446F-A25A-B895003B1E04}" srcOrd="0" destOrd="0" presId="urn:microsoft.com/office/officeart/2016/7/layout/RepeatingBendingProcessNew"/>
    <dgm:cxn modelId="{6CEC90D1-FAFB-49BC-AC10-47F46BEFC293}" srcId="{D570DAB9-474B-408B-B744-5C9F7F0F8394}" destId="{D1574EB2-1A54-4CA9-A92C-44305E996E0A}" srcOrd="23" destOrd="0" parTransId="{ED56F48A-5B04-4CA4-9CF5-2E1CAB0C23C1}" sibTransId="{4DC96330-8A36-48E0-B98D-51D63C040417}"/>
    <dgm:cxn modelId="{FD03D6D4-BC4E-464C-8C94-EE9C2B4FF961}" srcId="{D570DAB9-474B-408B-B744-5C9F7F0F8394}" destId="{F17FB1AC-BA17-49A5-91BF-1288534CEEDA}" srcOrd="11" destOrd="0" parTransId="{D34F3048-1765-40A2-8C0B-F6631F127DF0}" sibTransId="{E12E5351-CD54-4B6F-96DD-8AE197871B0A}"/>
    <dgm:cxn modelId="{106575DC-42CF-4A9A-83EF-7BC5CD2C9938}" type="presOf" srcId="{8106B48E-1C46-4134-9616-16F852F30BB4}" destId="{E2BE0630-6BBB-4174-A487-64EF8B96C229}" srcOrd="1" destOrd="0" presId="urn:microsoft.com/office/officeart/2016/7/layout/RepeatingBendingProcessNew"/>
    <dgm:cxn modelId="{4C3FF1DC-9FC3-4546-B8D3-37516BAA86C1}" type="presOf" srcId="{E155CC50-90E3-4366-9ED1-CF6F7C1A8D2B}" destId="{B1A3EB5E-CB2D-4159-8C38-8CADCC80C67D}" srcOrd="0" destOrd="0" presId="urn:microsoft.com/office/officeart/2016/7/layout/RepeatingBendingProcessNew"/>
    <dgm:cxn modelId="{F78E47E2-C868-44E9-8AE5-D1CADA5EC067}" srcId="{D570DAB9-474B-408B-B744-5C9F7F0F8394}" destId="{D2AD6EF0-6241-4C01-AA75-364AD1EDC5B2}" srcOrd="20" destOrd="0" parTransId="{3D0346B9-A236-4303-9E66-8982807561C9}" sibTransId="{3CAF4F50-8C2B-477D-BBFF-0BCF82B7C0FC}"/>
    <dgm:cxn modelId="{734E3DE4-250E-453E-A1AA-5E1EB761A0A6}" type="presOf" srcId="{7F18229F-1467-41B2-BBA2-0C7FC5A9CEC2}" destId="{189BAA24-779A-4A75-9805-096EBC02E9D5}" srcOrd="0" destOrd="0" presId="urn:microsoft.com/office/officeart/2016/7/layout/RepeatingBendingProcessNew"/>
    <dgm:cxn modelId="{6B2D6BEA-BBB1-4571-A6B7-573EB12672F9}" type="presOf" srcId="{4DC96330-8A36-48E0-B98D-51D63C040417}" destId="{D0A1C659-C31D-4379-894A-C71B596A242C}" srcOrd="0" destOrd="0" presId="urn:microsoft.com/office/officeart/2016/7/layout/RepeatingBendingProcessNew"/>
    <dgm:cxn modelId="{36CF82EB-CB31-4ED9-A30D-D45E4E3AF0C4}" type="presOf" srcId="{36C97DFA-197E-407B-B883-3544A99BDA97}" destId="{D27A2A68-7EDC-4D68-A7F4-14848671C2BA}" srcOrd="1" destOrd="0" presId="urn:microsoft.com/office/officeart/2016/7/layout/RepeatingBendingProcessNew"/>
    <dgm:cxn modelId="{9989E3EC-DA5C-43F3-8F0F-D3ECF8F4DCC4}" type="presOf" srcId="{D1574EB2-1A54-4CA9-A92C-44305E996E0A}" destId="{D7D1929F-DD9B-4840-BA08-0037399C120A}" srcOrd="0" destOrd="0" presId="urn:microsoft.com/office/officeart/2016/7/layout/RepeatingBendingProcessNew"/>
    <dgm:cxn modelId="{2652BDED-2142-4444-9819-2B2631296E0E}" type="presOf" srcId="{A6D7F150-8D81-4E84-8730-BE0FC3D70B2E}" destId="{631DBCBF-60FB-4B60-89BD-E969180F63B8}" srcOrd="0" destOrd="0" presId="urn:microsoft.com/office/officeart/2016/7/layout/RepeatingBendingProcessNew"/>
    <dgm:cxn modelId="{CF5F4AEF-99DB-4F13-8060-BACD21E6AF74}" type="presOf" srcId="{73939A15-EF66-44A7-A9AC-52291DC15F66}" destId="{77F96ACA-317F-4046-95D3-B9AEE992D87F}" srcOrd="0" destOrd="0" presId="urn:microsoft.com/office/officeart/2016/7/layout/RepeatingBendingProcessNew"/>
    <dgm:cxn modelId="{8A088CEF-71F3-4F54-A665-C3C35E8EA18A}" type="presOf" srcId="{CB72A307-FCF2-4439-B147-9C2ED73C33DD}" destId="{F672D4C0-0E21-4D80-B457-E7D7A3379647}" srcOrd="0" destOrd="0" presId="urn:microsoft.com/office/officeart/2016/7/layout/RepeatingBendingProcessNew"/>
    <dgm:cxn modelId="{664E45F2-6F68-4030-9125-1A637A47B986}" type="presOf" srcId="{3CAF4F50-8C2B-477D-BBFF-0BCF82B7C0FC}" destId="{BB754C06-E875-4954-BB27-1A1A58228EC6}" srcOrd="0" destOrd="0" presId="urn:microsoft.com/office/officeart/2016/7/layout/RepeatingBendingProcessNew"/>
    <dgm:cxn modelId="{2BE399F2-57BE-46EA-852D-46C265C3F000}" srcId="{D570DAB9-474B-408B-B744-5C9F7F0F8394}" destId="{8257D588-1897-424C-9831-1588E9F9D9CB}" srcOrd="5" destOrd="0" parTransId="{A99E1C44-36C6-4B0F-9C0A-90B2057578A1}" sibTransId="{6A0F0A44-0DB0-4EB9-A1DA-D4E51314A4B5}"/>
    <dgm:cxn modelId="{68CC4DF3-3B02-47B4-8AF2-8BFDD73B5890}" type="presOf" srcId="{7C760E63-CCF5-4BE4-B5A3-EAF550463638}" destId="{FDA0D42C-6164-4A7C-90F8-74B50DA7F64C}" srcOrd="0" destOrd="0" presId="urn:microsoft.com/office/officeart/2016/7/layout/RepeatingBendingProcessNew"/>
    <dgm:cxn modelId="{E45340F4-B910-466A-B266-25052A9CBEFA}" srcId="{D570DAB9-474B-408B-B744-5C9F7F0F8394}" destId="{F53D6C8D-0FF3-4936-A3DB-9F9C412200A7}" srcOrd="9" destOrd="0" parTransId="{63B738B4-16A1-4A75-A30F-0DAA923D9A7F}" sibTransId="{E807844A-CA2F-4FAF-8426-04C592EDED2A}"/>
    <dgm:cxn modelId="{15D690F5-B985-4813-8220-E1FD8DE96477}" type="presOf" srcId="{1712CBCC-43DB-40B6-8F6A-C8B8E4D69015}" destId="{E446D8C1-0A58-4490-BE72-A84EB8F27E0E}" srcOrd="1" destOrd="0" presId="urn:microsoft.com/office/officeart/2016/7/layout/RepeatingBendingProcessNew"/>
    <dgm:cxn modelId="{1C553FFA-374F-4919-B038-66920B6DF6F7}" type="presOf" srcId="{2C720791-EB37-4792-88BD-3E7B6AC90A75}" destId="{22A0C6A7-6E15-4F41-9913-A2080408E4A9}" srcOrd="0" destOrd="0" presId="urn:microsoft.com/office/officeart/2016/7/layout/RepeatingBendingProcessNew"/>
    <dgm:cxn modelId="{ADCEF5FA-7A4B-4A59-A3D5-51170BD8FC34}" srcId="{D570DAB9-474B-408B-B744-5C9F7F0F8394}" destId="{A6D7F150-8D81-4E84-8730-BE0FC3D70B2E}" srcOrd="0" destOrd="0" parTransId="{87953A8A-13E2-467C-985C-42A4D2F6AF86}" sibTransId="{CE20F345-3B34-4CB3-B025-C5920D264FE6}"/>
    <dgm:cxn modelId="{AAD4FCFA-FE40-46F3-B44E-1C1B3581D62D}" type="presOf" srcId="{D37DF02B-2917-4951-9834-0960307A512B}" destId="{A3C4A2CF-BF9F-4ED1-A04B-E918FF423576}" srcOrd="1" destOrd="0" presId="urn:microsoft.com/office/officeart/2016/7/layout/RepeatingBendingProcessNew"/>
    <dgm:cxn modelId="{9D9F90FC-4A36-4639-8BBB-128BAF657204}" type="presOf" srcId="{CB93CD78-D8D3-4B3A-A39A-A5412D156BBF}" destId="{952E826F-7851-4F7C-88E4-8F01A05BEF5E}" srcOrd="0" destOrd="0" presId="urn:microsoft.com/office/officeart/2016/7/layout/RepeatingBendingProcessNew"/>
    <dgm:cxn modelId="{B90810FA-24D8-40F6-8ADE-AABCD5194572}" type="presParOf" srcId="{7F439A28-E701-4FD3-A1A9-7A5C83F03056}" destId="{631DBCBF-60FB-4B60-89BD-E969180F63B8}" srcOrd="0" destOrd="0" presId="urn:microsoft.com/office/officeart/2016/7/layout/RepeatingBendingProcessNew"/>
    <dgm:cxn modelId="{A2E0EAB0-7532-434F-8FCB-E1FF0C14EF94}" type="presParOf" srcId="{7F439A28-E701-4FD3-A1A9-7A5C83F03056}" destId="{6F086422-3A80-46F6-B7BD-5B2ED281CFE1}" srcOrd="1" destOrd="0" presId="urn:microsoft.com/office/officeart/2016/7/layout/RepeatingBendingProcessNew"/>
    <dgm:cxn modelId="{05AFCFBA-7629-4DCA-A2C2-A5C2596A309C}" type="presParOf" srcId="{6F086422-3A80-46F6-B7BD-5B2ED281CFE1}" destId="{0FEDD489-29DC-4673-B6F9-01DA39A6322E}" srcOrd="0" destOrd="0" presId="urn:microsoft.com/office/officeart/2016/7/layout/RepeatingBendingProcessNew"/>
    <dgm:cxn modelId="{E2F982BE-5ED4-4DFE-94D4-40B0735DEA9E}" type="presParOf" srcId="{7F439A28-E701-4FD3-A1A9-7A5C83F03056}" destId="{62D4FF44-71BB-4EF4-8B84-8F09D129D205}" srcOrd="2" destOrd="0" presId="urn:microsoft.com/office/officeart/2016/7/layout/RepeatingBendingProcessNew"/>
    <dgm:cxn modelId="{BE47DD9B-F875-404F-8A1C-45EEA60CB3F6}" type="presParOf" srcId="{7F439A28-E701-4FD3-A1A9-7A5C83F03056}" destId="{189BAA24-779A-4A75-9805-096EBC02E9D5}" srcOrd="3" destOrd="0" presId="urn:microsoft.com/office/officeart/2016/7/layout/RepeatingBendingProcessNew"/>
    <dgm:cxn modelId="{6EA12640-5A89-4B84-A5B9-252C3B7B82A1}" type="presParOf" srcId="{189BAA24-779A-4A75-9805-096EBC02E9D5}" destId="{FAC4A44D-3CE5-4A98-AF5A-0312934152C4}" srcOrd="0" destOrd="0" presId="urn:microsoft.com/office/officeart/2016/7/layout/RepeatingBendingProcessNew"/>
    <dgm:cxn modelId="{F732A18A-7532-4690-BD33-050CB9ED87C6}" type="presParOf" srcId="{7F439A28-E701-4FD3-A1A9-7A5C83F03056}" destId="{A6D00311-2AA5-4470-8D2C-5B5DBDA5415A}" srcOrd="4" destOrd="0" presId="urn:microsoft.com/office/officeart/2016/7/layout/RepeatingBendingProcessNew"/>
    <dgm:cxn modelId="{2C34C128-41E4-43EB-A40B-2768B1BE039E}" type="presParOf" srcId="{7F439A28-E701-4FD3-A1A9-7A5C83F03056}" destId="{FFA277E7-165C-4D38-83D1-5FB49F5E8C29}" srcOrd="5" destOrd="0" presId="urn:microsoft.com/office/officeart/2016/7/layout/RepeatingBendingProcessNew"/>
    <dgm:cxn modelId="{E2BF941B-FE95-454E-BF9A-B4854CB2F82A}" type="presParOf" srcId="{FFA277E7-165C-4D38-83D1-5FB49F5E8C29}" destId="{03EE0B09-DDE0-4728-8B81-33E45FCCC53B}" srcOrd="0" destOrd="0" presId="urn:microsoft.com/office/officeart/2016/7/layout/RepeatingBendingProcessNew"/>
    <dgm:cxn modelId="{DC19A2E1-2A51-4389-9464-C886EA3706FE}" type="presParOf" srcId="{7F439A28-E701-4FD3-A1A9-7A5C83F03056}" destId="{1C2373E9-B9BA-4E01-9BD1-299A79A33F05}" srcOrd="6" destOrd="0" presId="urn:microsoft.com/office/officeart/2016/7/layout/RepeatingBendingProcessNew"/>
    <dgm:cxn modelId="{086F8049-44AE-44BD-B413-7E3C9ACF7FD4}" type="presParOf" srcId="{7F439A28-E701-4FD3-A1A9-7A5C83F03056}" destId="{95CFFBCC-3D60-446F-A25A-B895003B1E04}" srcOrd="7" destOrd="0" presId="urn:microsoft.com/office/officeart/2016/7/layout/RepeatingBendingProcessNew"/>
    <dgm:cxn modelId="{224180A5-5CEB-414F-8721-30BD73E08C19}" type="presParOf" srcId="{95CFFBCC-3D60-446F-A25A-B895003B1E04}" destId="{E457C2A7-98EB-403D-A3C5-72B775897755}" srcOrd="0" destOrd="0" presId="urn:microsoft.com/office/officeart/2016/7/layout/RepeatingBendingProcessNew"/>
    <dgm:cxn modelId="{5ED47919-9B47-45A8-8CF9-EECA956B0CFC}" type="presParOf" srcId="{7F439A28-E701-4FD3-A1A9-7A5C83F03056}" destId="{2E274275-279F-40E2-AF4D-4C6B0B5C6CD2}" srcOrd="8" destOrd="0" presId="urn:microsoft.com/office/officeart/2016/7/layout/RepeatingBendingProcessNew"/>
    <dgm:cxn modelId="{A5372E94-3218-4AF7-88F5-461C675132A9}" type="presParOf" srcId="{7F439A28-E701-4FD3-A1A9-7A5C83F03056}" destId="{E5701982-40F8-4687-A0BE-31D92F619491}" srcOrd="9" destOrd="0" presId="urn:microsoft.com/office/officeart/2016/7/layout/RepeatingBendingProcessNew"/>
    <dgm:cxn modelId="{4EC357E1-F3A3-4AE2-8D9A-BB5D12358BA0}" type="presParOf" srcId="{E5701982-40F8-4687-A0BE-31D92F619491}" destId="{59A0A1AC-E549-4BA1-91B7-39CB8B51B90B}" srcOrd="0" destOrd="0" presId="urn:microsoft.com/office/officeart/2016/7/layout/RepeatingBendingProcessNew"/>
    <dgm:cxn modelId="{DC1D8A4C-98FA-4FB6-95F7-F82CF053EBB2}" type="presParOf" srcId="{7F439A28-E701-4FD3-A1A9-7A5C83F03056}" destId="{7D5D6FBE-B098-46BD-B4A2-3FCC5FA821BA}" srcOrd="10" destOrd="0" presId="urn:microsoft.com/office/officeart/2016/7/layout/RepeatingBendingProcessNew"/>
    <dgm:cxn modelId="{9BAF8508-14DE-40AF-89F1-831E8CEFC7B8}" type="presParOf" srcId="{7F439A28-E701-4FD3-A1A9-7A5C83F03056}" destId="{FD6466CF-5912-4F83-AECE-A50217110213}" srcOrd="11" destOrd="0" presId="urn:microsoft.com/office/officeart/2016/7/layout/RepeatingBendingProcessNew"/>
    <dgm:cxn modelId="{73BBE94E-2F0F-44EE-99D6-56E92F6B456F}" type="presParOf" srcId="{FD6466CF-5912-4F83-AECE-A50217110213}" destId="{568CF85D-F79A-49A9-BFA8-BE050C70E4CA}" srcOrd="0" destOrd="0" presId="urn:microsoft.com/office/officeart/2016/7/layout/RepeatingBendingProcessNew"/>
    <dgm:cxn modelId="{FFA224F5-3DF6-4B68-8D47-D4461E5EB91C}" type="presParOf" srcId="{7F439A28-E701-4FD3-A1A9-7A5C83F03056}" destId="{4ECE65E7-B8B2-43CE-82C2-BEB325D48945}" srcOrd="12" destOrd="0" presId="urn:microsoft.com/office/officeart/2016/7/layout/RepeatingBendingProcessNew"/>
    <dgm:cxn modelId="{A0B440CD-EF96-4AE1-B972-9CE1B683A6F6}" type="presParOf" srcId="{7F439A28-E701-4FD3-A1A9-7A5C83F03056}" destId="{A71279B0-91FD-4872-BE54-E996B60689F6}" srcOrd="13" destOrd="0" presId="urn:microsoft.com/office/officeart/2016/7/layout/RepeatingBendingProcessNew"/>
    <dgm:cxn modelId="{7BA09C8A-7224-426D-BE61-735D48B3FF5D}" type="presParOf" srcId="{A71279B0-91FD-4872-BE54-E996B60689F6}" destId="{A368A74A-6DA9-49C3-B0AD-56CEB217F782}" srcOrd="0" destOrd="0" presId="urn:microsoft.com/office/officeart/2016/7/layout/RepeatingBendingProcessNew"/>
    <dgm:cxn modelId="{7E2EAFE8-D963-4052-98B5-C763B8CD15D2}" type="presParOf" srcId="{7F439A28-E701-4FD3-A1A9-7A5C83F03056}" destId="{966D41B6-9FD4-4DC3-B8A9-CD9D3835BC42}" srcOrd="14" destOrd="0" presId="urn:microsoft.com/office/officeart/2016/7/layout/RepeatingBendingProcessNew"/>
    <dgm:cxn modelId="{B8EA9565-921C-4938-A123-228996AE6F7A}" type="presParOf" srcId="{7F439A28-E701-4FD3-A1A9-7A5C83F03056}" destId="{B1E250E1-20AB-42EE-B601-A4B86AB5419D}" srcOrd="15" destOrd="0" presId="urn:microsoft.com/office/officeart/2016/7/layout/RepeatingBendingProcessNew"/>
    <dgm:cxn modelId="{141900AB-761C-43FC-A92F-8BF33AA796B5}" type="presParOf" srcId="{B1E250E1-20AB-42EE-B601-A4B86AB5419D}" destId="{A46C60CE-898F-4E04-9032-C480FDFB65C6}" srcOrd="0" destOrd="0" presId="urn:microsoft.com/office/officeart/2016/7/layout/RepeatingBendingProcessNew"/>
    <dgm:cxn modelId="{C0738D97-8F71-44D3-8675-00FE2841D27B}" type="presParOf" srcId="{7F439A28-E701-4FD3-A1A9-7A5C83F03056}" destId="{AE50AF68-CACF-45AE-A4A1-A0FDBE045E95}" srcOrd="16" destOrd="0" presId="urn:microsoft.com/office/officeart/2016/7/layout/RepeatingBendingProcessNew"/>
    <dgm:cxn modelId="{DA47BB68-B49E-467E-9D17-24D9D3D0E3A8}" type="presParOf" srcId="{7F439A28-E701-4FD3-A1A9-7A5C83F03056}" destId="{4448F201-A809-4ACC-A81B-2179C8AFA6AF}" srcOrd="17" destOrd="0" presId="urn:microsoft.com/office/officeart/2016/7/layout/RepeatingBendingProcessNew"/>
    <dgm:cxn modelId="{80972B30-83F0-4697-9AC5-92E0F3372306}" type="presParOf" srcId="{4448F201-A809-4ACC-A81B-2179C8AFA6AF}" destId="{4F2C5F28-2665-4679-9640-84F1A7F35BB4}" srcOrd="0" destOrd="0" presId="urn:microsoft.com/office/officeart/2016/7/layout/RepeatingBendingProcessNew"/>
    <dgm:cxn modelId="{9EA40656-4888-42A7-9829-49E67B18E640}" type="presParOf" srcId="{7F439A28-E701-4FD3-A1A9-7A5C83F03056}" destId="{75272BB0-95BD-4287-94C1-1B828F3D1DB7}" srcOrd="18" destOrd="0" presId="urn:microsoft.com/office/officeart/2016/7/layout/RepeatingBendingProcessNew"/>
    <dgm:cxn modelId="{7AD99D15-62C3-4BC4-9506-EB27965535DE}" type="presParOf" srcId="{7F439A28-E701-4FD3-A1A9-7A5C83F03056}" destId="{731D253B-D87E-4AAC-88E6-E59DF6D772FF}" srcOrd="19" destOrd="0" presId="urn:microsoft.com/office/officeart/2016/7/layout/RepeatingBendingProcessNew"/>
    <dgm:cxn modelId="{407C6522-269C-4AA3-9A8B-9EE5917AFBC9}" type="presParOf" srcId="{731D253B-D87E-4AAC-88E6-E59DF6D772FF}" destId="{D7C89C8D-32AA-4FA4-A68F-CF5C813AA74E}" srcOrd="0" destOrd="0" presId="urn:microsoft.com/office/officeart/2016/7/layout/RepeatingBendingProcessNew"/>
    <dgm:cxn modelId="{548E3230-7248-4CD1-9A4F-9AFF8B73D154}" type="presParOf" srcId="{7F439A28-E701-4FD3-A1A9-7A5C83F03056}" destId="{B3C1AB8B-F2CA-422A-A9E3-805F55804E6E}" srcOrd="20" destOrd="0" presId="urn:microsoft.com/office/officeart/2016/7/layout/RepeatingBendingProcessNew"/>
    <dgm:cxn modelId="{DDF81F2B-D4B4-4348-BF8F-74186AE5D9B8}" type="presParOf" srcId="{7F439A28-E701-4FD3-A1A9-7A5C83F03056}" destId="{849404B4-8FA4-4FB8-8625-C82E9D2429A4}" srcOrd="21" destOrd="0" presId="urn:microsoft.com/office/officeart/2016/7/layout/RepeatingBendingProcessNew"/>
    <dgm:cxn modelId="{F4F435EC-5201-4470-846E-C3DA05D79E0D}" type="presParOf" srcId="{849404B4-8FA4-4FB8-8625-C82E9D2429A4}" destId="{E2BE0630-6BBB-4174-A487-64EF8B96C229}" srcOrd="0" destOrd="0" presId="urn:microsoft.com/office/officeart/2016/7/layout/RepeatingBendingProcessNew"/>
    <dgm:cxn modelId="{73BF4C78-86D0-492A-BEC2-8E9C6C65A6F4}" type="presParOf" srcId="{7F439A28-E701-4FD3-A1A9-7A5C83F03056}" destId="{7AEEDE3C-74A2-41FC-B6B5-4B40A422AC00}" srcOrd="22" destOrd="0" presId="urn:microsoft.com/office/officeart/2016/7/layout/RepeatingBendingProcessNew"/>
    <dgm:cxn modelId="{6E82297E-EAF4-4832-A66A-19B18DE4FD06}" type="presParOf" srcId="{7F439A28-E701-4FD3-A1A9-7A5C83F03056}" destId="{6D9823D8-710E-467E-B868-10558BBAA2CB}" srcOrd="23" destOrd="0" presId="urn:microsoft.com/office/officeart/2016/7/layout/RepeatingBendingProcessNew"/>
    <dgm:cxn modelId="{82054580-B7AC-40E8-9C14-D8821977E4A8}" type="presParOf" srcId="{6D9823D8-710E-467E-B868-10558BBAA2CB}" destId="{80CD2E07-3AB6-4504-8921-093CDF453320}" srcOrd="0" destOrd="0" presId="urn:microsoft.com/office/officeart/2016/7/layout/RepeatingBendingProcessNew"/>
    <dgm:cxn modelId="{019C72AF-B627-4918-BB73-E6E186D54ED8}" type="presParOf" srcId="{7F439A28-E701-4FD3-A1A9-7A5C83F03056}" destId="{F672D4C0-0E21-4D80-B457-E7D7A3379647}" srcOrd="24" destOrd="0" presId="urn:microsoft.com/office/officeart/2016/7/layout/RepeatingBendingProcessNew"/>
    <dgm:cxn modelId="{94504418-AE10-4C0E-ACF5-3A555D63617E}" type="presParOf" srcId="{7F439A28-E701-4FD3-A1A9-7A5C83F03056}" destId="{9212CC10-B78E-4372-855E-48D86AB583B6}" srcOrd="25" destOrd="0" presId="urn:microsoft.com/office/officeart/2016/7/layout/RepeatingBendingProcessNew"/>
    <dgm:cxn modelId="{03A323D0-6ED8-45B1-8F38-453A783D90C8}" type="presParOf" srcId="{9212CC10-B78E-4372-855E-48D86AB583B6}" destId="{A3C4A2CF-BF9F-4ED1-A04B-E918FF423576}" srcOrd="0" destOrd="0" presId="urn:microsoft.com/office/officeart/2016/7/layout/RepeatingBendingProcessNew"/>
    <dgm:cxn modelId="{739EA2F3-8EBA-47E8-873C-4FF345D6A9A8}" type="presParOf" srcId="{7F439A28-E701-4FD3-A1A9-7A5C83F03056}" destId="{8C16E2FD-9813-4475-8FA5-E6B0F9E0A78D}" srcOrd="26" destOrd="0" presId="urn:microsoft.com/office/officeart/2016/7/layout/RepeatingBendingProcessNew"/>
    <dgm:cxn modelId="{5BA48075-FC50-4EAA-8024-8DF35D6B8D89}" type="presParOf" srcId="{7F439A28-E701-4FD3-A1A9-7A5C83F03056}" destId="{4DB89A01-355F-4A2B-9B41-7899B2AB3A11}" srcOrd="27" destOrd="0" presId="urn:microsoft.com/office/officeart/2016/7/layout/RepeatingBendingProcessNew"/>
    <dgm:cxn modelId="{1A30A9E7-4C36-4409-BC10-E1ACD5E0686D}" type="presParOf" srcId="{4DB89A01-355F-4A2B-9B41-7899B2AB3A11}" destId="{E446D8C1-0A58-4490-BE72-A84EB8F27E0E}" srcOrd="0" destOrd="0" presId="urn:microsoft.com/office/officeart/2016/7/layout/RepeatingBendingProcessNew"/>
    <dgm:cxn modelId="{E02EF771-E038-40C2-91E4-F43A83ECCBB9}" type="presParOf" srcId="{7F439A28-E701-4FD3-A1A9-7A5C83F03056}" destId="{EF95EC70-1192-457A-8D91-C4526B189F03}" srcOrd="28" destOrd="0" presId="urn:microsoft.com/office/officeart/2016/7/layout/RepeatingBendingProcessNew"/>
    <dgm:cxn modelId="{48A48968-5A61-4FF5-8295-0BB1FB73970A}" type="presParOf" srcId="{7F439A28-E701-4FD3-A1A9-7A5C83F03056}" destId="{8D373DB3-7520-4707-A86E-1F35B3077FCD}" srcOrd="29" destOrd="0" presId="urn:microsoft.com/office/officeart/2016/7/layout/RepeatingBendingProcessNew"/>
    <dgm:cxn modelId="{833DE70B-EE9C-4BCC-B31E-A18F896A5CB4}" type="presParOf" srcId="{8D373DB3-7520-4707-A86E-1F35B3077FCD}" destId="{6D46734A-8042-475B-9F55-A8A744D41A37}" srcOrd="0" destOrd="0" presId="urn:microsoft.com/office/officeart/2016/7/layout/RepeatingBendingProcessNew"/>
    <dgm:cxn modelId="{ABFFA63E-E36A-461E-9366-D215859A975D}" type="presParOf" srcId="{7F439A28-E701-4FD3-A1A9-7A5C83F03056}" destId="{2A76B84B-CFA3-44DA-8744-022D164688DB}" srcOrd="30" destOrd="0" presId="urn:microsoft.com/office/officeart/2016/7/layout/RepeatingBendingProcessNew"/>
    <dgm:cxn modelId="{A4BA98C0-B8A1-48E1-A3F6-950DA78DACCF}" type="presParOf" srcId="{7F439A28-E701-4FD3-A1A9-7A5C83F03056}" destId="{A8AC569D-15EA-4CAE-962D-CBF6D71F9D9B}" srcOrd="31" destOrd="0" presId="urn:microsoft.com/office/officeart/2016/7/layout/RepeatingBendingProcessNew"/>
    <dgm:cxn modelId="{0029E6CF-C7FC-4E2C-B485-9691693A394D}" type="presParOf" srcId="{A8AC569D-15EA-4CAE-962D-CBF6D71F9D9B}" destId="{32F735DE-1987-4547-91C0-0D5E643AF1F3}" srcOrd="0" destOrd="0" presId="urn:microsoft.com/office/officeart/2016/7/layout/RepeatingBendingProcessNew"/>
    <dgm:cxn modelId="{64C932CF-D86F-4A03-BB75-CF7D7E510F6F}" type="presParOf" srcId="{7F439A28-E701-4FD3-A1A9-7A5C83F03056}" destId="{13FE4F21-F5FE-4B96-846E-44B9252EC404}" srcOrd="32" destOrd="0" presId="urn:microsoft.com/office/officeart/2016/7/layout/RepeatingBendingProcessNew"/>
    <dgm:cxn modelId="{3978FAA8-C29A-4C4D-8FD2-006B78BFE03D}" type="presParOf" srcId="{7F439A28-E701-4FD3-A1A9-7A5C83F03056}" destId="{FDA0D42C-6164-4A7C-90F8-74B50DA7F64C}" srcOrd="33" destOrd="0" presId="urn:microsoft.com/office/officeart/2016/7/layout/RepeatingBendingProcessNew"/>
    <dgm:cxn modelId="{8F1918A0-D678-48C8-B6BC-2D1D239780CC}" type="presParOf" srcId="{FDA0D42C-6164-4A7C-90F8-74B50DA7F64C}" destId="{81D68A2E-39EA-46CE-A5D2-4A7DB6F80741}" srcOrd="0" destOrd="0" presId="urn:microsoft.com/office/officeart/2016/7/layout/RepeatingBendingProcessNew"/>
    <dgm:cxn modelId="{55261C33-095C-4B39-AA41-40078FA07DF6}" type="presParOf" srcId="{7F439A28-E701-4FD3-A1A9-7A5C83F03056}" destId="{5BA22964-980C-4D59-AED4-0A2BD94FB940}" srcOrd="34" destOrd="0" presId="urn:microsoft.com/office/officeart/2016/7/layout/RepeatingBendingProcessNew"/>
    <dgm:cxn modelId="{0627943C-06E8-49CA-908A-425655B5B349}" type="presParOf" srcId="{7F439A28-E701-4FD3-A1A9-7A5C83F03056}" destId="{FE328CC7-CE61-4873-B172-C1B8A093D997}" srcOrd="35" destOrd="0" presId="urn:microsoft.com/office/officeart/2016/7/layout/RepeatingBendingProcessNew"/>
    <dgm:cxn modelId="{E052F070-10B0-42EA-A6DA-4F3F073F9F56}" type="presParOf" srcId="{FE328CC7-CE61-4873-B172-C1B8A093D997}" destId="{98E0CFD7-4D29-45D1-A02A-1914243DC134}" srcOrd="0" destOrd="0" presId="urn:microsoft.com/office/officeart/2016/7/layout/RepeatingBendingProcessNew"/>
    <dgm:cxn modelId="{28AB8403-C782-4B4B-B530-BC03CA6878E7}" type="presParOf" srcId="{7F439A28-E701-4FD3-A1A9-7A5C83F03056}" destId="{863E3B34-25DB-4CCA-83F6-DF6272CCAFF6}" srcOrd="36" destOrd="0" presId="urn:microsoft.com/office/officeart/2016/7/layout/RepeatingBendingProcessNew"/>
    <dgm:cxn modelId="{5E81A512-B902-411A-A172-0081975EE037}" type="presParOf" srcId="{7F439A28-E701-4FD3-A1A9-7A5C83F03056}" destId="{0730EEA2-09AF-4FFC-BF9D-589E6CC24D39}" srcOrd="37" destOrd="0" presId="urn:microsoft.com/office/officeart/2016/7/layout/RepeatingBendingProcessNew"/>
    <dgm:cxn modelId="{DF6B1EDE-ED1D-4743-BE3A-FFF07EA13413}" type="presParOf" srcId="{0730EEA2-09AF-4FFC-BF9D-589E6CC24D39}" destId="{82218A60-A5AF-45D8-8BCF-FB3AB0F9B9B1}" srcOrd="0" destOrd="0" presId="urn:microsoft.com/office/officeart/2016/7/layout/RepeatingBendingProcessNew"/>
    <dgm:cxn modelId="{8ABB14CE-D1FA-4D76-A35B-612B13B15EA1}" type="presParOf" srcId="{7F439A28-E701-4FD3-A1A9-7A5C83F03056}" destId="{22A0C6A7-6E15-4F41-9913-A2080408E4A9}" srcOrd="38" destOrd="0" presId="urn:microsoft.com/office/officeart/2016/7/layout/RepeatingBendingProcessNew"/>
    <dgm:cxn modelId="{12AF045C-5B04-4C5A-AA21-5E4F07A6CBDE}" type="presParOf" srcId="{7F439A28-E701-4FD3-A1A9-7A5C83F03056}" destId="{677E01A0-AE09-44C4-B705-9EC4E60821D3}" srcOrd="39" destOrd="0" presId="urn:microsoft.com/office/officeart/2016/7/layout/RepeatingBendingProcessNew"/>
    <dgm:cxn modelId="{0A383CCB-9057-4AFF-9CDB-62662760E7FC}" type="presParOf" srcId="{677E01A0-AE09-44C4-B705-9EC4E60821D3}" destId="{BADC97E2-8FE5-4050-AF84-426429616F31}" srcOrd="0" destOrd="0" presId="urn:microsoft.com/office/officeart/2016/7/layout/RepeatingBendingProcessNew"/>
    <dgm:cxn modelId="{119B08AD-2622-4E39-827A-2885A86AD713}" type="presParOf" srcId="{7F439A28-E701-4FD3-A1A9-7A5C83F03056}" destId="{B8C15985-7CCA-4021-AA70-697A84E1BC59}" srcOrd="40" destOrd="0" presId="urn:microsoft.com/office/officeart/2016/7/layout/RepeatingBendingProcessNew"/>
    <dgm:cxn modelId="{B914BF04-467E-4916-931D-0AB4632E051F}" type="presParOf" srcId="{7F439A28-E701-4FD3-A1A9-7A5C83F03056}" destId="{BB754C06-E875-4954-BB27-1A1A58228EC6}" srcOrd="41" destOrd="0" presId="urn:microsoft.com/office/officeart/2016/7/layout/RepeatingBendingProcessNew"/>
    <dgm:cxn modelId="{DAE95E98-4E0F-4792-AC8B-8AC93218A397}" type="presParOf" srcId="{BB754C06-E875-4954-BB27-1A1A58228EC6}" destId="{49A08A04-99B8-48BB-8DB0-663B2DA19A9A}" srcOrd="0" destOrd="0" presId="urn:microsoft.com/office/officeart/2016/7/layout/RepeatingBendingProcessNew"/>
    <dgm:cxn modelId="{0616FE60-B262-4D2F-BE15-DFE8F7C6F6AB}" type="presParOf" srcId="{7F439A28-E701-4FD3-A1A9-7A5C83F03056}" destId="{EAFFD13F-CBA6-416B-9460-6EE54B0D4313}" srcOrd="42" destOrd="0" presId="urn:microsoft.com/office/officeart/2016/7/layout/RepeatingBendingProcessNew"/>
    <dgm:cxn modelId="{280F112D-D367-4C11-B10B-9F224DADEF74}" type="presParOf" srcId="{7F439A28-E701-4FD3-A1A9-7A5C83F03056}" destId="{D834D719-C5FE-47DB-82A2-61D6435CFFEF}" srcOrd="43" destOrd="0" presId="urn:microsoft.com/office/officeart/2016/7/layout/RepeatingBendingProcessNew"/>
    <dgm:cxn modelId="{35618861-91BE-4337-9F74-15E1330587F5}" type="presParOf" srcId="{D834D719-C5FE-47DB-82A2-61D6435CFFEF}" destId="{21243846-283D-4C91-A7D4-67C8F9A2A39D}" srcOrd="0" destOrd="0" presId="urn:microsoft.com/office/officeart/2016/7/layout/RepeatingBendingProcessNew"/>
    <dgm:cxn modelId="{F0DB0F37-C6AD-437B-9D7F-0F7569299E82}" type="presParOf" srcId="{7F439A28-E701-4FD3-A1A9-7A5C83F03056}" destId="{77F96ACA-317F-4046-95D3-B9AEE992D87F}" srcOrd="44" destOrd="0" presId="urn:microsoft.com/office/officeart/2016/7/layout/RepeatingBendingProcessNew"/>
    <dgm:cxn modelId="{1F9CB28F-6F12-40C3-955C-F41B752F27C1}" type="presParOf" srcId="{7F439A28-E701-4FD3-A1A9-7A5C83F03056}" destId="{01700111-911B-42EC-BCDD-8D2D5DAFA364}" srcOrd="45" destOrd="0" presId="urn:microsoft.com/office/officeart/2016/7/layout/RepeatingBendingProcessNew"/>
    <dgm:cxn modelId="{F3A59C3F-30BE-4B24-9E36-AC4F3E5E1E87}" type="presParOf" srcId="{01700111-911B-42EC-BCDD-8D2D5DAFA364}" destId="{34524124-CADE-4954-9312-DEA5606609F1}" srcOrd="0" destOrd="0" presId="urn:microsoft.com/office/officeart/2016/7/layout/RepeatingBendingProcessNew"/>
    <dgm:cxn modelId="{A9BD75D2-2A79-4C89-ACC9-EA1F7F5640FA}" type="presParOf" srcId="{7F439A28-E701-4FD3-A1A9-7A5C83F03056}" destId="{D7D1929F-DD9B-4840-BA08-0037399C120A}" srcOrd="46" destOrd="0" presId="urn:microsoft.com/office/officeart/2016/7/layout/RepeatingBendingProcessNew"/>
    <dgm:cxn modelId="{0D44B4BD-9481-4C61-96C6-1DCF17B403BD}" type="presParOf" srcId="{7F439A28-E701-4FD3-A1A9-7A5C83F03056}" destId="{D0A1C659-C31D-4379-894A-C71B596A242C}" srcOrd="47" destOrd="0" presId="urn:microsoft.com/office/officeart/2016/7/layout/RepeatingBendingProcessNew"/>
    <dgm:cxn modelId="{3BF17877-55FD-476D-BE64-206461B509E1}" type="presParOf" srcId="{D0A1C659-C31D-4379-894A-C71B596A242C}" destId="{8FF5E2C7-08D1-4E8C-B163-2C64F214B982}" srcOrd="0" destOrd="0" presId="urn:microsoft.com/office/officeart/2016/7/layout/RepeatingBendingProcessNew"/>
    <dgm:cxn modelId="{34AF0FC3-B257-4374-9D8E-E644E26765B2}" type="presParOf" srcId="{7F439A28-E701-4FD3-A1A9-7A5C83F03056}" destId="{AAB4E942-0668-43E8-941F-7A4E6836259F}" srcOrd="48" destOrd="0" presId="urn:microsoft.com/office/officeart/2016/7/layout/RepeatingBendingProcessNew"/>
    <dgm:cxn modelId="{0458546F-6B6B-4825-BFC6-7F21FC146C7F}" type="presParOf" srcId="{7F439A28-E701-4FD3-A1A9-7A5C83F03056}" destId="{47803355-406A-4DE0-9F83-A9DF2F8EE0F9}" srcOrd="49" destOrd="0" presId="urn:microsoft.com/office/officeart/2016/7/layout/RepeatingBendingProcessNew"/>
    <dgm:cxn modelId="{C073A34F-7D80-40C1-8E1A-0512C85CA54D}" type="presParOf" srcId="{47803355-406A-4DE0-9F83-A9DF2F8EE0F9}" destId="{8C426CDF-A5C4-4FE9-AD92-6742548E3938}" srcOrd="0" destOrd="0" presId="urn:microsoft.com/office/officeart/2016/7/layout/RepeatingBendingProcessNew"/>
    <dgm:cxn modelId="{C95BE49F-FBBA-4CCF-B35F-1FF6463659A1}" type="presParOf" srcId="{7F439A28-E701-4FD3-A1A9-7A5C83F03056}" destId="{B1A3EB5E-CB2D-4159-8C38-8CADCC80C67D}" srcOrd="50" destOrd="0" presId="urn:microsoft.com/office/officeart/2016/7/layout/RepeatingBendingProcessNew"/>
    <dgm:cxn modelId="{E104DD1C-54FE-4976-8297-ECCFEC621478}" type="presParOf" srcId="{7F439A28-E701-4FD3-A1A9-7A5C83F03056}" destId="{AA368BFD-6C82-473B-B711-5984CECADFD9}" srcOrd="51" destOrd="0" presId="urn:microsoft.com/office/officeart/2016/7/layout/RepeatingBendingProcessNew"/>
    <dgm:cxn modelId="{339219DF-9940-4B8C-A861-514FFA23635D}" type="presParOf" srcId="{AA368BFD-6C82-473B-B711-5984CECADFD9}" destId="{D27A2A68-7EDC-4D68-A7F4-14848671C2BA}" srcOrd="0" destOrd="0" presId="urn:microsoft.com/office/officeart/2016/7/layout/RepeatingBendingProcessNew"/>
    <dgm:cxn modelId="{98326976-58BF-4EDF-B0F3-95CB79DD17D1}" type="presParOf" srcId="{7F439A28-E701-4FD3-A1A9-7A5C83F03056}" destId="{952E826F-7851-4F7C-88E4-8F01A05BEF5E}" srcOrd="52" destOrd="0" presId="urn:microsoft.com/office/officeart/2016/7/layout/RepeatingBendingProcessNew"/>
    <dgm:cxn modelId="{89E6DC8B-54A3-4D20-AEC9-9FAF6A980489}" type="presParOf" srcId="{7F439A28-E701-4FD3-A1A9-7A5C83F03056}" destId="{49384FA1-B6ED-4512-8929-3CC10F7930AC}" srcOrd="53" destOrd="0" presId="urn:microsoft.com/office/officeart/2016/7/layout/RepeatingBendingProcessNew"/>
    <dgm:cxn modelId="{32E3011E-6E87-4B88-B7EB-9A74B7D08AFF}" type="presParOf" srcId="{49384FA1-B6ED-4512-8929-3CC10F7930AC}" destId="{8C0D365D-723D-4E3D-83DD-71C59695E3DD}" srcOrd="0" destOrd="0" presId="urn:microsoft.com/office/officeart/2016/7/layout/RepeatingBendingProcessNew"/>
    <dgm:cxn modelId="{A3CEEA42-9238-4868-9CBB-0DF095E78806}" type="presParOf" srcId="{7F439A28-E701-4FD3-A1A9-7A5C83F03056}" destId="{C01BBEEE-C660-43E8-9FA0-42CECDAE25DB}" srcOrd="5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ED9F94-EB46-4CEB-82FE-CC5531BF534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EB36A73-EAE2-41A5-BFB0-A05F493B6524}">
      <dgm:prSet/>
      <dgm:spPr/>
      <dgm:t>
        <a:bodyPr/>
        <a:lstStyle/>
        <a:p>
          <a:r>
            <a:rPr lang="pl-PL"/>
            <a:t>Możliwość awansu </a:t>
          </a:r>
          <a:endParaRPr lang="en-US"/>
        </a:p>
      </dgm:t>
    </dgm:pt>
    <dgm:pt modelId="{FBB55931-F964-48A9-82BD-BB617ECE3170}" type="parTrans" cxnId="{31CB6474-6763-4ECE-BB81-565796A6E874}">
      <dgm:prSet/>
      <dgm:spPr/>
      <dgm:t>
        <a:bodyPr/>
        <a:lstStyle/>
        <a:p>
          <a:endParaRPr lang="en-US"/>
        </a:p>
      </dgm:t>
    </dgm:pt>
    <dgm:pt modelId="{E4E4A537-98EA-4FAD-9C23-2A09918B22EF}" type="sibTrans" cxnId="{31CB6474-6763-4ECE-BB81-565796A6E874}">
      <dgm:prSet/>
      <dgm:spPr/>
      <dgm:t>
        <a:bodyPr/>
        <a:lstStyle/>
        <a:p>
          <a:endParaRPr lang="en-US"/>
        </a:p>
      </dgm:t>
    </dgm:pt>
    <dgm:pt modelId="{53D0BFCC-8BC3-4484-987D-9363B7393160}">
      <dgm:prSet/>
      <dgm:spPr/>
      <dgm:t>
        <a:bodyPr/>
        <a:lstStyle/>
        <a:p>
          <a:r>
            <a:rPr lang="pl-PL"/>
            <a:t>Docenianie</a:t>
          </a:r>
          <a:endParaRPr lang="en-US"/>
        </a:p>
      </dgm:t>
    </dgm:pt>
    <dgm:pt modelId="{80A7E3B6-439E-4D32-9873-29487D0A3EE0}" type="parTrans" cxnId="{77E34CE1-637B-4F3E-BAA7-DD6E3CC31AE8}">
      <dgm:prSet/>
      <dgm:spPr/>
      <dgm:t>
        <a:bodyPr/>
        <a:lstStyle/>
        <a:p>
          <a:endParaRPr lang="en-US"/>
        </a:p>
      </dgm:t>
    </dgm:pt>
    <dgm:pt modelId="{0CABEC53-BEA1-4B37-AECB-30D8ADDC2A7A}" type="sibTrans" cxnId="{77E34CE1-637B-4F3E-BAA7-DD6E3CC31AE8}">
      <dgm:prSet/>
      <dgm:spPr/>
      <dgm:t>
        <a:bodyPr/>
        <a:lstStyle/>
        <a:p>
          <a:endParaRPr lang="en-US"/>
        </a:p>
      </dgm:t>
    </dgm:pt>
    <dgm:pt modelId="{EC685035-4ADE-44CB-8E9E-E253D9B07790}">
      <dgm:prSet/>
      <dgm:spPr/>
      <dgm:t>
        <a:bodyPr/>
        <a:lstStyle/>
        <a:p>
          <a:r>
            <a:rPr lang="pl-PL"/>
            <a:t>Autonomia</a:t>
          </a:r>
          <a:endParaRPr lang="en-US"/>
        </a:p>
      </dgm:t>
    </dgm:pt>
    <dgm:pt modelId="{08E7BB59-9B86-4497-9385-49363CE405B7}" type="parTrans" cxnId="{70656203-8FEF-4EED-A9E3-013F0CF9230A}">
      <dgm:prSet/>
      <dgm:spPr/>
      <dgm:t>
        <a:bodyPr/>
        <a:lstStyle/>
        <a:p>
          <a:endParaRPr lang="en-US"/>
        </a:p>
      </dgm:t>
    </dgm:pt>
    <dgm:pt modelId="{34CDA897-FCDE-4A11-AFE4-B6EFAB8DC357}" type="sibTrans" cxnId="{70656203-8FEF-4EED-A9E3-013F0CF9230A}">
      <dgm:prSet/>
      <dgm:spPr/>
      <dgm:t>
        <a:bodyPr/>
        <a:lstStyle/>
        <a:p>
          <a:endParaRPr lang="en-US"/>
        </a:p>
      </dgm:t>
    </dgm:pt>
    <dgm:pt modelId="{53EAD0E6-12BB-4B8C-8C4E-577ABB556FCC}">
      <dgm:prSet/>
      <dgm:spPr/>
      <dgm:t>
        <a:bodyPr/>
        <a:lstStyle/>
        <a:p>
          <a:r>
            <a:rPr lang="pl-PL"/>
            <a:t>Nagrody finansowe</a:t>
          </a:r>
          <a:endParaRPr lang="en-US"/>
        </a:p>
      </dgm:t>
    </dgm:pt>
    <dgm:pt modelId="{DD9E0741-89DA-41BF-A2EA-567A2C86A1C1}" type="parTrans" cxnId="{3B63F3BF-B4A7-48C4-A300-0D16C59D6B7C}">
      <dgm:prSet/>
      <dgm:spPr/>
      <dgm:t>
        <a:bodyPr/>
        <a:lstStyle/>
        <a:p>
          <a:endParaRPr lang="en-US"/>
        </a:p>
      </dgm:t>
    </dgm:pt>
    <dgm:pt modelId="{2C334FB8-3B42-4658-A29B-EB91DA1897D3}" type="sibTrans" cxnId="{3B63F3BF-B4A7-48C4-A300-0D16C59D6B7C}">
      <dgm:prSet/>
      <dgm:spPr/>
      <dgm:t>
        <a:bodyPr/>
        <a:lstStyle/>
        <a:p>
          <a:endParaRPr lang="en-US"/>
        </a:p>
      </dgm:t>
    </dgm:pt>
    <dgm:pt modelId="{A00912A1-5334-4B6E-BF93-CB92866BDDEA}">
      <dgm:prSet/>
      <dgm:spPr/>
      <dgm:t>
        <a:bodyPr/>
        <a:lstStyle/>
        <a:p>
          <a:r>
            <a:rPr lang="pl-PL"/>
            <a:t>Jasność celów </a:t>
          </a:r>
          <a:endParaRPr lang="en-US"/>
        </a:p>
      </dgm:t>
    </dgm:pt>
    <dgm:pt modelId="{92ED123C-34D7-4E03-9B6D-0EF0BFF73ED7}" type="parTrans" cxnId="{4B9FEB71-811D-4A8C-A6B1-18F04FD2EC5E}">
      <dgm:prSet/>
      <dgm:spPr/>
      <dgm:t>
        <a:bodyPr/>
        <a:lstStyle/>
        <a:p>
          <a:endParaRPr lang="en-US"/>
        </a:p>
      </dgm:t>
    </dgm:pt>
    <dgm:pt modelId="{A24279D6-DEC5-4C06-BDEA-C0F8AD590008}" type="sibTrans" cxnId="{4B9FEB71-811D-4A8C-A6B1-18F04FD2EC5E}">
      <dgm:prSet/>
      <dgm:spPr/>
      <dgm:t>
        <a:bodyPr/>
        <a:lstStyle/>
        <a:p>
          <a:endParaRPr lang="en-US"/>
        </a:p>
      </dgm:t>
    </dgm:pt>
    <dgm:pt modelId="{E7A2DD28-DD95-4948-947A-A11F18BACB69}">
      <dgm:prSet/>
      <dgm:spPr/>
      <dgm:t>
        <a:bodyPr/>
        <a:lstStyle/>
        <a:p>
          <a:r>
            <a:rPr lang="pl-PL"/>
            <a:t>Informacja</a:t>
          </a:r>
          <a:endParaRPr lang="en-US"/>
        </a:p>
      </dgm:t>
    </dgm:pt>
    <dgm:pt modelId="{2BBC3888-1375-46FF-AEFC-D9088153DF2B}" type="parTrans" cxnId="{C359AECC-31AF-4015-98B2-E8171DE47AB8}">
      <dgm:prSet/>
      <dgm:spPr/>
      <dgm:t>
        <a:bodyPr/>
        <a:lstStyle/>
        <a:p>
          <a:endParaRPr lang="en-US"/>
        </a:p>
      </dgm:t>
    </dgm:pt>
    <dgm:pt modelId="{0E0CF1A1-FB41-41C9-AC00-3FDE6234E121}" type="sibTrans" cxnId="{C359AECC-31AF-4015-98B2-E8171DE47AB8}">
      <dgm:prSet/>
      <dgm:spPr/>
      <dgm:t>
        <a:bodyPr/>
        <a:lstStyle/>
        <a:p>
          <a:endParaRPr lang="en-US"/>
        </a:p>
      </dgm:t>
    </dgm:pt>
    <dgm:pt modelId="{AD0DD6DE-213A-4513-99B1-247C09C4818A}">
      <dgm:prSet/>
      <dgm:spPr/>
      <dgm:t>
        <a:bodyPr/>
        <a:lstStyle/>
        <a:p>
          <a:r>
            <a:rPr lang="pl-PL"/>
            <a:t>Klimat innowacyjny </a:t>
          </a:r>
          <a:endParaRPr lang="en-US"/>
        </a:p>
      </dgm:t>
    </dgm:pt>
    <dgm:pt modelId="{2D27D56E-7E0D-4F83-9EFC-79D2223D6ECC}" type="parTrans" cxnId="{66BE2E82-7B9D-4BA5-A315-858CC78D373D}">
      <dgm:prSet/>
      <dgm:spPr/>
      <dgm:t>
        <a:bodyPr/>
        <a:lstStyle/>
        <a:p>
          <a:endParaRPr lang="en-US"/>
        </a:p>
      </dgm:t>
    </dgm:pt>
    <dgm:pt modelId="{F14CEDDE-CDAF-4E4A-A568-CD05E23F30BD}" type="sibTrans" cxnId="{66BE2E82-7B9D-4BA5-A315-858CC78D373D}">
      <dgm:prSet/>
      <dgm:spPr/>
      <dgm:t>
        <a:bodyPr/>
        <a:lstStyle/>
        <a:p>
          <a:endParaRPr lang="en-US"/>
        </a:p>
      </dgm:t>
    </dgm:pt>
    <dgm:pt modelId="{2AB64119-2262-42EE-914D-B6ED8CEA76CF}">
      <dgm:prSet/>
      <dgm:spPr/>
      <dgm:t>
        <a:bodyPr/>
        <a:lstStyle/>
        <a:p>
          <a:r>
            <a:rPr lang="pl-PL"/>
            <a:t>Wyzwanie zawodowe</a:t>
          </a:r>
          <a:endParaRPr lang="en-US"/>
        </a:p>
      </dgm:t>
    </dgm:pt>
    <dgm:pt modelId="{C207650D-2732-44B2-85B1-8AE087269B0B}" type="parTrans" cxnId="{83AF1CFA-03E2-4A96-BA0A-CBDEB3F5F132}">
      <dgm:prSet/>
      <dgm:spPr/>
      <dgm:t>
        <a:bodyPr/>
        <a:lstStyle/>
        <a:p>
          <a:endParaRPr lang="en-US"/>
        </a:p>
      </dgm:t>
    </dgm:pt>
    <dgm:pt modelId="{08721671-55F5-4F0D-86F9-16277DC374DF}" type="sibTrans" cxnId="{83AF1CFA-03E2-4A96-BA0A-CBDEB3F5F132}">
      <dgm:prSet/>
      <dgm:spPr/>
      <dgm:t>
        <a:bodyPr/>
        <a:lstStyle/>
        <a:p>
          <a:endParaRPr lang="en-US"/>
        </a:p>
      </dgm:t>
    </dgm:pt>
    <dgm:pt modelId="{034E73A7-E926-4A07-9250-14454FA7E386}">
      <dgm:prSet/>
      <dgm:spPr/>
      <dgm:t>
        <a:bodyPr/>
        <a:lstStyle/>
        <a:p>
          <a:r>
            <a:rPr lang="pl-PL"/>
            <a:t>Wiedza </a:t>
          </a:r>
          <a:endParaRPr lang="en-US"/>
        </a:p>
      </dgm:t>
    </dgm:pt>
    <dgm:pt modelId="{A85FE2CB-98DC-41CA-B1BE-F3270D72C42E}" type="parTrans" cxnId="{285D0A35-E1F8-4A88-8D1B-BC3427911B0B}">
      <dgm:prSet/>
      <dgm:spPr/>
      <dgm:t>
        <a:bodyPr/>
        <a:lstStyle/>
        <a:p>
          <a:endParaRPr lang="en-US"/>
        </a:p>
      </dgm:t>
    </dgm:pt>
    <dgm:pt modelId="{8F577111-94B0-42CB-8014-735AE962189F}" type="sibTrans" cxnId="{285D0A35-E1F8-4A88-8D1B-BC3427911B0B}">
      <dgm:prSet/>
      <dgm:spPr/>
      <dgm:t>
        <a:bodyPr/>
        <a:lstStyle/>
        <a:p>
          <a:endParaRPr lang="en-US"/>
        </a:p>
      </dgm:t>
    </dgm:pt>
    <dgm:pt modelId="{6470AC57-C2FC-4F60-82B2-D52ED266B28E}">
      <dgm:prSet/>
      <dgm:spPr/>
      <dgm:t>
        <a:bodyPr/>
        <a:lstStyle/>
        <a:p>
          <a:r>
            <a:rPr lang="pl-PL"/>
            <a:t>Przywództwo</a:t>
          </a:r>
          <a:endParaRPr lang="en-US"/>
        </a:p>
      </dgm:t>
    </dgm:pt>
    <dgm:pt modelId="{A14D41F9-AA15-4EC3-8D38-666B771CAC30}" type="parTrans" cxnId="{BC971FC0-573A-4700-B5B8-9B8541A289CE}">
      <dgm:prSet/>
      <dgm:spPr/>
      <dgm:t>
        <a:bodyPr/>
        <a:lstStyle/>
        <a:p>
          <a:endParaRPr lang="en-US"/>
        </a:p>
      </dgm:t>
    </dgm:pt>
    <dgm:pt modelId="{C3936FA2-12CD-4A26-B857-6E96DCEBEA38}" type="sibTrans" cxnId="{BC971FC0-573A-4700-B5B8-9B8541A289CE}">
      <dgm:prSet/>
      <dgm:spPr/>
      <dgm:t>
        <a:bodyPr/>
        <a:lstStyle/>
        <a:p>
          <a:endParaRPr lang="en-US"/>
        </a:p>
      </dgm:t>
    </dgm:pt>
    <dgm:pt modelId="{8FDDC544-0D89-4F21-867E-FF37A6834722}">
      <dgm:prSet/>
      <dgm:spPr/>
      <dgm:t>
        <a:bodyPr/>
        <a:lstStyle/>
        <a:p>
          <a:r>
            <a:rPr lang="pl-PL"/>
            <a:t>Możliwości rozwoju zawodowego </a:t>
          </a:r>
          <a:endParaRPr lang="en-US"/>
        </a:p>
      </dgm:t>
    </dgm:pt>
    <dgm:pt modelId="{68444D20-3BEC-4392-A395-A3F85E2E0587}" type="parTrans" cxnId="{D1B59287-5D3C-45FB-980D-499DE424C582}">
      <dgm:prSet/>
      <dgm:spPr/>
      <dgm:t>
        <a:bodyPr/>
        <a:lstStyle/>
        <a:p>
          <a:endParaRPr lang="en-US"/>
        </a:p>
      </dgm:t>
    </dgm:pt>
    <dgm:pt modelId="{CEF6AC0A-BAB5-4085-9DB9-090D8CCB326C}" type="sibTrans" cxnId="{D1B59287-5D3C-45FB-980D-499DE424C582}">
      <dgm:prSet/>
      <dgm:spPr/>
      <dgm:t>
        <a:bodyPr/>
        <a:lstStyle/>
        <a:p>
          <a:endParaRPr lang="en-US"/>
        </a:p>
      </dgm:t>
    </dgm:pt>
    <dgm:pt modelId="{47ED39BB-FE01-4C67-9988-155CE37691AA}">
      <dgm:prSet/>
      <dgm:spPr/>
      <dgm:t>
        <a:bodyPr/>
        <a:lstStyle/>
        <a:p>
          <a:r>
            <a:rPr lang="pl-PL"/>
            <a:t>Udział w podejmowaniu decyzji</a:t>
          </a:r>
          <a:endParaRPr lang="en-US"/>
        </a:p>
      </dgm:t>
    </dgm:pt>
    <dgm:pt modelId="{D9AF8435-0A94-4D17-898E-2ABE1DA0D224}" type="parTrans" cxnId="{D94B1773-29AA-48FA-8204-898A831069B4}">
      <dgm:prSet/>
      <dgm:spPr/>
      <dgm:t>
        <a:bodyPr/>
        <a:lstStyle/>
        <a:p>
          <a:endParaRPr lang="en-US"/>
        </a:p>
      </dgm:t>
    </dgm:pt>
    <dgm:pt modelId="{9A4ECF5A-8B36-4426-B955-744DB955A892}" type="sibTrans" cxnId="{D94B1773-29AA-48FA-8204-898A831069B4}">
      <dgm:prSet/>
      <dgm:spPr/>
      <dgm:t>
        <a:bodyPr/>
        <a:lstStyle/>
        <a:p>
          <a:endParaRPr lang="en-US"/>
        </a:p>
      </dgm:t>
    </dgm:pt>
    <dgm:pt modelId="{8F9A2DDF-5C2C-49CB-9064-4BC7C0C90E3A}">
      <dgm:prSet/>
      <dgm:spPr/>
      <dgm:t>
        <a:bodyPr/>
        <a:lstStyle/>
        <a:p>
          <a:r>
            <a:rPr lang="pl-PL"/>
            <a:t>Informacje zwrotne dotyczące wyników</a:t>
          </a:r>
          <a:endParaRPr lang="en-US"/>
        </a:p>
      </dgm:t>
    </dgm:pt>
    <dgm:pt modelId="{F7ED58E8-E463-4655-8CE2-8C3452802188}" type="parTrans" cxnId="{7C4BE23D-164F-4C9E-9436-D62C23482FBB}">
      <dgm:prSet/>
      <dgm:spPr/>
      <dgm:t>
        <a:bodyPr/>
        <a:lstStyle/>
        <a:p>
          <a:endParaRPr lang="en-US"/>
        </a:p>
      </dgm:t>
    </dgm:pt>
    <dgm:pt modelId="{3B9418D4-7E64-4CC2-B568-6A1C46468936}" type="sibTrans" cxnId="{7C4BE23D-164F-4C9E-9436-D62C23482FBB}">
      <dgm:prSet/>
      <dgm:spPr/>
      <dgm:t>
        <a:bodyPr/>
        <a:lstStyle/>
        <a:p>
          <a:endParaRPr lang="en-US"/>
        </a:p>
      </dgm:t>
    </dgm:pt>
    <dgm:pt modelId="{607EC384-444D-42AD-831C-0D0073ABADFA}">
      <dgm:prSet/>
      <dgm:spPr/>
      <dgm:t>
        <a:bodyPr/>
        <a:lstStyle/>
        <a:p>
          <a:r>
            <a:rPr lang="pl-PL"/>
            <a:t>Pozytywny wpływ rodziny na pracę </a:t>
          </a:r>
          <a:endParaRPr lang="en-US"/>
        </a:p>
      </dgm:t>
    </dgm:pt>
    <dgm:pt modelId="{01A413C5-4DF8-4BA2-B4BB-76FA7EB5FCA2}" type="parTrans" cxnId="{8E1BBE3D-F7C1-4DAB-ADA9-CA1B3794E90D}">
      <dgm:prSet/>
      <dgm:spPr/>
      <dgm:t>
        <a:bodyPr/>
        <a:lstStyle/>
        <a:p>
          <a:endParaRPr lang="en-US"/>
        </a:p>
      </dgm:t>
    </dgm:pt>
    <dgm:pt modelId="{6546121C-4C41-4041-976A-4C6E820BD28E}" type="sibTrans" cxnId="{8E1BBE3D-F7C1-4DAB-ADA9-CA1B3794E90D}">
      <dgm:prSet/>
      <dgm:spPr/>
      <dgm:t>
        <a:bodyPr/>
        <a:lstStyle/>
        <a:p>
          <a:endParaRPr lang="en-US"/>
        </a:p>
      </dgm:t>
    </dgm:pt>
    <dgm:pt modelId="{BA487604-CC60-4E4E-989C-3EED437D004E}">
      <dgm:prSet/>
      <dgm:spPr/>
      <dgm:t>
        <a:bodyPr/>
        <a:lstStyle/>
        <a:p>
          <a:r>
            <a:rPr lang="pl-PL"/>
            <a:t>Duma zawodowa</a:t>
          </a:r>
          <a:endParaRPr lang="en-US"/>
        </a:p>
      </dgm:t>
    </dgm:pt>
    <dgm:pt modelId="{7F17286F-DC3F-438A-BDE6-EFD6E45BE873}" type="parTrans" cxnId="{4B07FEDA-0AD9-4C49-BAFA-1B915EB63CB3}">
      <dgm:prSet/>
      <dgm:spPr/>
      <dgm:t>
        <a:bodyPr/>
        <a:lstStyle/>
        <a:p>
          <a:endParaRPr lang="en-US"/>
        </a:p>
      </dgm:t>
    </dgm:pt>
    <dgm:pt modelId="{2E604646-D217-41F3-A089-559A44F397C1}" type="sibTrans" cxnId="{4B07FEDA-0AD9-4C49-BAFA-1B915EB63CB3}">
      <dgm:prSet/>
      <dgm:spPr/>
      <dgm:t>
        <a:bodyPr/>
        <a:lstStyle/>
        <a:p>
          <a:endParaRPr lang="en-US"/>
        </a:p>
      </dgm:t>
    </dgm:pt>
    <dgm:pt modelId="{EB2C7F29-378A-423D-A284-88964A585C70}">
      <dgm:prSet/>
      <dgm:spPr/>
      <dgm:t>
        <a:bodyPr/>
        <a:lstStyle/>
        <a:p>
          <a:r>
            <a:rPr lang="pl-PL"/>
            <a:t>Sprawiedliwość proceduralna </a:t>
          </a:r>
          <a:endParaRPr lang="en-US"/>
        </a:p>
      </dgm:t>
    </dgm:pt>
    <dgm:pt modelId="{1AF7186F-048D-4F51-9D73-33E24AFC573E}" type="parTrans" cxnId="{9CA200EC-2543-4D4B-A007-D334F2A6404E}">
      <dgm:prSet/>
      <dgm:spPr/>
      <dgm:t>
        <a:bodyPr/>
        <a:lstStyle/>
        <a:p>
          <a:endParaRPr lang="en-US"/>
        </a:p>
      </dgm:t>
    </dgm:pt>
    <dgm:pt modelId="{09A6F4B6-059C-4CCD-90F4-8325BC050C31}" type="sibTrans" cxnId="{9CA200EC-2543-4D4B-A007-D334F2A6404E}">
      <dgm:prSet/>
      <dgm:spPr/>
      <dgm:t>
        <a:bodyPr/>
        <a:lstStyle/>
        <a:p>
          <a:endParaRPr lang="en-US"/>
        </a:p>
      </dgm:t>
    </dgm:pt>
    <dgm:pt modelId="{33B3F3CC-1251-4499-ABC4-249875393C90}">
      <dgm:prSet/>
      <dgm:spPr/>
      <dgm:t>
        <a:bodyPr/>
        <a:lstStyle/>
        <a:p>
          <a:r>
            <a:rPr lang="pl-PL"/>
            <a:t>Pozytywne kontakty z pacjentami</a:t>
          </a:r>
          <a:endParaRPr lang="en-US"/>
        </a:p>
      </dgm:t>
    </dgm:pt>
    <dgm:pt modelId="{600F8075-E535-4232-B64B-D86D5965E851}" type="parTrans" cxnId="{EBE6E6F5-9229-44AA-BC3E-A47743A15B31}">
      <dgm:prSet/>
      <dgm:spPr/>
      <dgm:t>
        <a:bodyPr/>
        <a:lstStyle/>
        <a:p>
          <a:endParaRPr lang="en-US"/>
        </a:p>
      </dgm:t>
    </dgm:pt>
    <dgm:pt modelId="{F9B3D9B9-9C75-4B03-838E-CE591D08D248}" type="sibTrans" cxnId="{EBE6E6F5-9229-44AA-BC3E-A47743A15B31}">
      <dgm:prSet/>
      <dgm:spPr/>
      <dgm:t>
        <a:bodyPr/>
        <a:lstStyle/>
        <a:p>
          <a:endParaRPr lang="en-US"/>
        </a:p>
      </dgm:t>
    </dgm:pt>
    <dgm:pt modelId="{8CBD4148-2603-492F-86A8-262C991D18A7}">
      <dgm:prSet/>
      <dgm:spPr/>
      <dgm:t>
        <a:bodyPr/>
        <a:lstStyle/>
        <a:p>
          <a:r>
            <a:rPr lang="pl-PL"/>
            <a:t>Jakość relacji z przełożonym </a:t>
          </a:r>
          <a:endParaRPr lang="en-US"/>
        </a:p>
      </dgm:t>
    </dgm:pt>
    <dgm:pt modelId="{CD995C20-6BBE-4D1F-AF3E-9DD1C284ED0B}" type="parTrans" cxnId="{26D5330B-34C5-45EE-9411-24DB4E4C25A6}">
      <dgm:prSet/>
      <dgm:spPr/>
      <dgm:t>
        <a:bodyPr/>
        <a:lstStyle/>
        <a:p>
          <a:endParaRPr lang="en-US"/>
        </a:p>
      </dgm:t>
    </dgm:pt>
    <dgm:pt modelId="{5EF52E30-A9C3-4D92-87C0-38CD9A973C79}" type="sibTrans" cxnId="{26D5330B-34C5-45EE-9411-24DB4E4C25A6}">
      <dgm:prSet/>
      <dgm:spPr/>
      <dgm:t>
        <a:bodyPr/>
        <a:lstStyle/>
        <a:p>
          <a:endParaRPr lang="en-US"/>
        </a:p>
      </dgm:t>
    </dgm:pt>
    <dgm:pt modelId="{D9F63099-6E2E-46A9-8C33-780F8CEDA9DD}">
      <dgm:prSet/>
      <dgm:spPr/>
      <dgm:t>
        <a:bodyPr/>
        <a:lstStyle/>
        <a:p>
          <a:r>
            <a:rPr lang="pl-PL"/>
            <a:t>Klimat bezpieczeństwa</a:t>
          </a:r>
          <a:endParaRPr lang="en-US"/>
        </a:p>
      </dgm:t>
    </dgm:pt>
    <dgm:pt modelId="{800DF10B-DDCB-49DE-8F44-915E679C034D}" type="parTrans" cxnId="{48D729CD-A593-4473-83C9-A08F38ED7A4A}">
      <dgm:prSet/>
      <dgm:spPr/>
      <dgm:t>
        <a:bodyPr/>
        <a:lstStyle/>
        <a:p>
          <a:endParaRPr lang="en-US"/>
        </a:p>
      </dgm:t>
    </dgm:pt>
    <dgm:pt modelId="{8A80D763-698C-40E8-85C3-57C10EA5E0E6}" type="sibTrans" cxnId="{48D729CD-A593-4473-83C9-A08F38ED7A4A}">
      <dgm:prSet/>
      <dgm:spPr/>
      <dgm:t>
        <a:bodyPr/>
        <a:lstStyle/>
        <a:p>
          <a:endParaRPr lang="en-US"/>
        </a:p>
      </dgm:t>
    </dgm:pt>
    <dgm:pt modelId="{348E2719-7D27-4E5D-9406-70A60CD9CF56}">
      <dgm:prSet/>
      <dgm:spPr/>
      <dgm:t>
        <a:bodyPr/>
        <a:lstStyle/>
        <a:p>
          <a:r>
            <a:rPr lang="pl-PL"/>
            <a:t>Naruszenia rutyn bezpieczeństwa </a:t>
          </a:r>
          <a:endParaRPr lang="en-US"/>
        </a:p>
      </dgm:t>
    </dgm:pt>
    <dgm:pt modelId="{89F233D5-1485-4734-B666-F673C97BFDDC}" type="parTrans" cxnId="{E8A80830-FEF6-47F7-83FC-306A608CE121}">
      <dgm:prSet/>
      <dgm:spPr/>
      <dgm:t>
        <a:bodyPr/>
        <a:lstStyle/>
        <a:p>
          <a:endParaRPr lang="en-US"/>
        </a:p>
      </dgm:t>
    </dgm:pt>
    <dgm:pt modelId="{9E412E80-0496-45EB-B93F-06273BA3FEB3}" type="sibTrans" cxnId="{E8A80830-FEF6-47F7-83FC-306A608CE121}">
      <dgm:prSet/>
      <dgm:spPr/>
      <dgm:t>
        <a:bodyPr/>
        <a:lstStyle/>
        <a:p>
          <a:endParaRPr lang="en-US"/>
        </a:p>
      </dgm:t>
    </dgm:pt>
    <dgm:pt modelId="{BE042D29-9DFC-4CC3-9DB0-C1E7C763FF3B}">
      <dgm:prSet/>
      <dgm:spPr/>
      <dgm:t>
        <a:bodyPr/>
        <a:lstStyle/>
        <a:p>
          <a:r>
            <a:rPr lang="pl-PL"/>
            <a:t>Klimat społeczny</a:t>
          </a:r>
          <a:endParaRPr lang="en-US"/>
        </a:p>
      </dgm:t>
    </dgm:pt>
    <dgm:pt modelId="{E6094370-56D6-407D-9D38-7781A2BB1166}" type="parTrans" cxnId="{A3C72955-244F-4715-9ED3-D34064617C0C}">
      <dgm:prSet/>
      <dgm:spPr/>
      <dgm:t>
        <a:bodyPr/>
        <a:lstStyle/>
        <a:p>
          <a:endParaRPr lang="en-US"/>
        </a:p>
      </dgm:t>
    </dgm:pt>
    <dgm:pt modelId="{86F4ED97-25E3-416A-9435-39416C6E1E35}" type="sibTrans" cxnId="{A3C72955-244F-4715-9ED3-D34064617C0C}">
      <dgm:prSet/>
      <dgm:spPr/>
      <dgm:t>
        <a:bodyPr/>
        <a:lstStyle/>
        <a:p>
          <a:endParaRPr lang="en-US"/>
        </a:p>
      </dgm:t>
    </dgm:pt>
    <dgm:pt modelId="{CD2E4C36-5FA8-4BBF-AA68-B38408DB34DE}">
      <dgm:prSet custT="1"/>
      <dgm:spPr/>
      <dgm:t>
        <a:bodyPr/>
        <a:lstStyle/>
        <a:p>
          <a:r>
            <a:rPr lang="pl-PL" sz="900" dirty="0"/>
            <a:t>Wsparcie społeczne ze strony współpracowników </a:t>
          </a:r>
          <a:endParaRPr lang="en-US" sz="900" dirty="0"/>
        </a:p>
      </dgm:t>
    </dgm:pt>
    <dgm:pt modelId="{F70D0DEB-7D8A-4B48-A8C2-453261469B04}" type="parTrans" cxnId="{8F8E9D5D-9736-4C96-B756-4BD3DE1EB265}">
      <dgm:prSet/>
      <dgm:spPr/>
      <dgm:t>
        <a:bodyPr/>
        <a:lstStyle/>
        <a:p>
          <a:endParaRPr lang="en-US"/>
        </a:p>
      </dgm:t>
    </dgm:pt>
    <dgm:pt modelId="{DA6A00B7-C984-41CC-9FD5-B72EB7116851}" type="sibTrans" cxnId="{8F8E9D5D-9736-4C96-B756-4BD3DE1EB265}">
      <dgm:prSet/>
      <dgm:spPr/>
      <dgm:t>
        <a:bodyPr/>
        <a:lstStyle/>
        <a:p>
          <a:endParaRPr lang="en-US"/>
        </a:p>
      </dgm:t>
    </dgm:pt>
    <dgm:pt modelId="{A803D044-1603-4F31-9ABE-598780C38821}">
      <dgm:prSet/>
      <dgm:spPr/>
      <dgm:t>
        <a:bodyPr/>
        <a:lstStyle/>
        <a:p>
          <a:r>
            <a:rPr lang="pl-PL"/>
            <a:t>Wsparcie społeczne ze strony przełożonego</a:t>
          </a:r>
          <a:endParaRPr lang="en-US"/>
        </a:p>
      </dgm:t>
    </dgm:pt>
    <dgm:pt modelId="{1E815600-0D0B-4F0E-8C59-74486A95A78A}" type="parTrans" cxnId="{3772E405-F37D-4392-9C01-60079A05680A}">
      <dgm:prSet/>
      <dgm:spPr/>
      <dgm:t>
        <a:bodyPr/>
        <a:lstStyle/>
        <a:p>
          <a:endParaRPr lang="en-US"/>
        </a:p>
      </dgm:t>
    </dgm:pt>
    <dgm:pt modelId="{0A1753F8-568D-4AA4-AACD-406A485A1093}" type="sibTrans" cxnId="{3772E405-F37D-4392-9C01-60079A05680A}">
      <dgm:prSet/>
      <dgm:spPr/>
      <dgm:t>
        <a:bodyPr/>
        <a:lstStyle/>
        <a:p>
          <a:endParaRPr lang="en-US"/>
        </a:p>
      </dgm:t>
    </dgm:pt>
    <dgm:pt modelId="{353B2291-31E0-47BA-A4F2-6AE932E29305}">
      <dgm:prSet/>
      <dgm:spPr/>
      <dgm:t>
        <a:bodyPr/>
        <a:lstStyle/>
        <a:p>
          <a:r>
            <a:rPr lang="pl-PL"/>
            <a:t>Wykorzystanie umiejętności </a:t>
          </a:r>
          <a:endParaRPr lang="en-US"/>
        </a:p>
      </dgm:t>
    </dgm:pt>
    <dgm:pt modelId="{06A795D3-7584-4FE3-B5E3-CE8866D0918B}" type="parTrans" cxnId="{3DDE290C-C544-4997-AE56-DA8A1E73C268}">
      <dgm:prSet/>
      <dgm:spPr/>
      <dgm:t>
        <a:bodyPr/>
        <a:lstStyle/>
        <a:p>
          <a:endParaRPr lang="en-US"/>
        </a:p>
      </dgm:t>
    </dgm:pt>
    <dgm:pt modelId="{E57D7536-8933-44FB-AAB0-C7816ADD8D34}" type="sibTrans" cxnId="{3DDE290C-C544-4997-AE56-DA8A1E73C268}">
      <dgm:prSet/>
      <dgm:spPr/>
      <dgm:t>
        <a:bodyPr/>
        <a:lstStyle/>
        <a:p>
          <a:endParaRPr lang="en-US"/>
        </a:p>
      </dgm:t>
    </dgm:pt>
    <dgm:pt modelId="{BA58F65C-69E3-4585-A4E8-EEC5A0877755}">
      <dgm:prSet/>
      <dgm:spPr/>
      <dgm:t>
        <a:bodyPr/>
        <a:lstStyle/>
        <a:p>
          <a:r>
            <a:rPr lang="pl-PL"/>
            <a:t>Planowanie strategiczne</a:t>
          </a:r>
          <a:endParaRPr lang="en-US"/>
        </a:p>
      </dgm:t>
    </dgm:pt>
    <dgm:pt modelId="{5DDF503A-519C-4218-AD2E-347F416F9146}" type="parTrans" cxnId="{886AAD0F-CC1F-4B19-A0BE-F7EFAAE4D342}">
      <dgm:prSet/>
      <dgm:spPr/>
      <dgm:t>
        <a:bodyPr/>
        <a:lstStyle/>
        <a:p>
          <a:endParaRPr lang="en-US"/>
        </a:p>
      </dgm:t>
    </dgm:pt>
    <dgm:pt modelId="{54D79866-8605-4993-8BD1-B10E2CA16BAA}" type="sibTrans" cxnId="{886AAD0F-CC1F-4B19-A0BE-F7EFAAE4D342}">
      <dgm:prSet/>
      <dgm:spPr/>
      <dgm:t>
        <a:bodyPr/>
        <a:lstStyle/>
        <a:p>
          <a:endParaRPr lang="en-US"/>
        </a:p>
      </dgm:t>
    </dgm:pt>
    <dgm:pt modelId="{A2CB50FC-B8CC-4230-9245-42F9C7763973}">
      <dgm:prSet/>
      <dgm:spPr/>
      <dgm:t>
        <a:bodyPr/>
        <a:lstStyle/>
        <a:p>
          <a:r>
            <a:rPr lang="pl-PL"/>
            <a:t>Trening nadzorczy </a:t>
          </a:r>
          <a:endParaRPr lang="en-US"/>
        </a:p>
      </dgm:t>
    </dgm:pt>
    <dgm:pt modelId="{FC386D61-8999-4373-BAB6-461A88F14BD8}" type="parTrans" cxnId="{3F773180-B342-4EB7-B6E3-94B053F5BA69}">
      <dgm:prSet/>
      <dgm:spPr/>
      <dgm:t>
        <a:bodyPr/>
        <a:lstStyle/>
        <a:p>
          <a:endParaRPr lang="en-US"/>
        </a:p>
      </dgm:t>
    </dgm:pt>
    <dgm:pt modelId="{AFF02194-2FE0-4052-807B-8CE5F386FA84}" type="sibTrans" cxnId="{3F773180-B342-4EB7-B6E3-94B053F5BA69}">
      <dgm:prSet/>
      <dgm:spPr/>
      <dgm:t>
        <a:bodyPr/>
        <a:lstStyle/>
        <a:p>
          <a:endParaRPr lang="en-US"/>
        </a:p>
      </dgm:t>
    </dgm:pt>
    <dgm:pt modelId="{C74F8DC4-FB07-4DFF-A7CD-EA556A4CF189}">
      <dgm:prSet/>
      <dgm:spPr/>
      <dgm:t>
        <a:bodyPr/>
        <a:lstStyle/>
        <a:p>
          <a:r>
            <a:rPr lang="pl-PL"/>
            <a:t>Różnorodność zadań</a:t>
          </a:r>
          <a:endParaRPr lang="en-US"/>
        </a:p>
      </dgm:t>
    </dgm:pt>
    <dgm:pt modelId="{E5EB86A0-55E3-4BB6-BF5C-FE3860325FDC}" type="parTrans" cxnId="{9F4FC997-A7A0-4936-AFFF-DFB917C845C7}">
      <dgm:prSet/>
      <dgm:spPr/>
      <dgm:t>
        <a:bodyPr/>
        <a:lstStyle/>
        <a:p>
          <a:endParaRPr lang="en-US"/>
        </a:p>
      </dgm:t>
    </dgm:pt>
    <dgm:pt modelId="{9CC4EE6A-B2B6-43A7-8749-F2BAC14FA8EB}" type="sibTrans" cxnId="{9F4FC997-A7A0-4936-AFFF-DFB917C845C7}">
      <dgm:prSet/>
      <dgm:spPr/>
      <dgm:t>
        <a:bodyPr/>
        <a:lstStyle/>
        <a:p>
          <a:endParaRPr lang="en-US"/>
        </a:p>
      </dgm:t>
    </dgm:pt>
    <dgm:pt modelId="{D1F664FF-B529-47C9-8DFD-1363FFC13646}">
      <dgm:prSet/>
      <dgm:spPr/>
      <dgm:t>
        <a:bodyPr/>
        <a:lstStyle/>
        <a:p>
          <a:r>
            <a:rPr lang="pl-PL"/>
            <a:t>Spójność zespołu</a:t>
          </a:r>
          <a:endParaRPr lang="en-US"/>
        </a:p>
      </dgm:t>
    </dgm:pt>
    <dgm:pt modelId="{C09F27A8-DC5D-450D-857E-C68D9B6E10D8}" type="parTrans" cxnId="{1F9C5CCC-E1F5-48D0-A052-D84403C46B14}">
      <dgm:prSet/>
      <dgm:spPr/>
      <dgm:t>
        <a:bodyPr/>
        <a:lstStyle/>
        <a:p>
          <a:endParaRPr lang="en-US"/>
        </a:p>
      </dgm:t>
    </dgm:pt>
    <dgm:pt modelId="{FCF459A4-0C21-491C-91D8-A44B0FF953A8}" type="sibTrans" cxnId="{1F9C5CCC-E1F5-48D0-A052-D84403C46B14}">
      <dgm:prSet/>
      <dgm:spPr/>
      <dgm:t>
        <a:bodyPr/>
        <a:lstStyle/>
        <a:p>
          <a:endParaRPr lang="en-US"/>
        </a:p>
      </dgm:t>
    </dgm:pt>
    <dgm:pt modelId="{25CA2D76-B83B-46A0-8657-38A8A6FF5058}">
      <dgm:prSet/>
      <dgm:spPr/>
      <dgm:t>
        <a:bodyPr/>
        <a:lstStyle/>
        <a:p>
          <a:r>
            <a:rPr lang="pl-PL"/>
            <a:t>Harmonia w zespole </a:t>
          </a:r>
          <a:endParaRPr lang="en-US"/>
        </a:p>
      </dgm:t>
    </dgm:pt>
    <dgm:pt modelId="{27D5BD9C-CA63-4117-B26A-2FDED5DF771C}" type="parTrans" cxnId="{B8D53DFE-73CE-4D67-80B7-0289A12C0B57}">
      <dgm:prSet/>
      <dgm:spPr/>
      <dgm:t>
        <a:bodyPr/>
        <a:lstStyle/>
        <a:p>
          <a:endParaRPr lang="en-US"/>
        </a:p>
      </dgm:t>
    </dgm:pt>
    <dgm:pt modelId="{AE145A2E-8492-4676-9072-834050213E8A}" type="sibTrans" cxnId="{B8D53DFE-73CE-4D67-80B7-0289A12C0B57}">
      <dgm:prSet/>
      <dgm:spPr/>
      <dgm:t>
        <a:bodyPr/>
        <a:lstStyle/>
        <a:p>
          <a:endParaRPr lang="en-US"/>
        </a:p>
      </dgm:t>
    </dgm:pt>
    <dgm:pt modelId="{63E00B5C-BBA2-482F-96D3-725612E4E173}" type="pres">
      <dgm:prSet presAssocID="{D6ED9F94-EB46-4CEB-82FE-CC5531BF534C}" presName="Name0" presStyleCnt="0">
        <dgm:presLayoutVars>
          <dgm:dir/>
          <dgm:resizeHandles val="exact"/>
        </dgm:presLayoutVars>
      </dgm:prSet>
      <dgm:spPr/>
    </dgm:pt>
    <dgm:pt modelId="{F11B8622-0B2F-48AD-B7E9-9164C35208AF}" type="pres">
      <dgm:prSet presAssocID="{8EB36A73-EAE2-41A5-BFB0-A05F493B6524}" presName="node" presStyleLbl="node1" presStyleIdx="0" presStyleCnt="29">
        <dgm:presLayoutVars>
          <dgm:bulletEnabled val="1"/>
        </dgm:presLayoutVars>
      </dgm:prSet>
      <dgm:spPr/>
    </dgm:pt>
    <dgm:pt modelId="{0BC66CD8-107B-4275-94E4-565B9027EEC1}" type="pres">
      <dgm:prSet presAssocID="{E4E4A537-98EA-4FAD-9C23-2A09918B22EF}" presName="sibTrans" presStyleLbl="sibTrans1D1" presStyleIdx="0" presStyleCnt="28"/>
      <dgm:spPr/>
    </dgm:pt>
    <dgm:pt modelId="{7BE16110-1B83-4C21-BAAA-EBF9415EC35C}" type="pres">
      <dgm:prSet presAssocID="{E4E4A537-98EA-4FAD-9C23-2A09918B22EF}" presName="connectorText" presStyleLbl="sibTrans1D1" presStyleIdx="0" presStyleCnt="28"/>
      <dgm:spPr/>
    </dgm:pt>
    <dgm:pt modelId="{A7F404EE-2282-436C-A64E-1B7818FA3881}" type="pres">
      <dgm:prSet presAssocID="{53D0BFCC-8BC3-4484-987D-9363B7393160}" presName="node" presStyleLbl="node1" presStyleIdx="1" presStyleCnt="29">
        <dgm:presLayoutVars>
          <dgm:bulletEnabled val="1"/>
        </dgm:presLayoutVars>
      </dgm:prSet>
      <dgm:spPr/>
    </dgm:pt>
    <dgm:pt modelId="{D190D26D-725E-4AB6-B071-49810F87FD9D}" type="pres">
      <dgm:prSet presAssocID="{0CABEC53-BEA1-4B37-AECB-30D8ADDC2A7A}" presName="sibTrans" presStyleLbl="sibTrans1D1" presStyleIdx="1" presStyleCnt="28"/>
      <dgm:spPr/>
    </dgm:pt>
    <dgm:pt modelId="{450A8480-A6AB-4406-B9AE-76CFB44BCAE5}" type="pres">
      <dgm:prSet presAssocID="{0CABEC53-BEA1-4B37-AECB-30D8ADDC2A7A}" presName="connectorText" presStyleLbl="sibTrans1D1" presStyleIdx="1" presStyleCnt="28"/>
      <dgm:spPr/>
    </dgm:pt>
    <dgm:pt modelId="{C843A351-CBCD-4241-A50B-0921256B279A}" type="pres">
      <dgm:prSet presAssocID="{EC685035-4ADE-44CB-8E9E-E253D9B07790}" presName="node" presStyleLbl="node1" presStyleIdx="2" presStyleCnt="29">
        <dgm:presLayoutVars>
          <dgm:bulletEnabled val="1"/>
        </dgm:presLayoutVars>
      </dgm:prSet>
      <dgm:spPr/>
    </dgm:pt>
    <dgm:pt modelId="{6283F3CA-C50B-4A91-B258-4272284ACE87}" type="pres">
      <dgm:prSet presAssocID="{34CDA897-FCDE-4A11-AFE4-B6EFAB8DC357}" presName="sibTrans" presStyleLbl="sibTrans1D1" presStyleIdx="2" presStyleCnt="28"/>
      <dgm:spPr/>
    </dgm:pt>
    <dgm:pt modelId="{310E0B5E-7140-4057-972F-4C682B3B7AE3}" type="pres">
      <dgm:prSet presAssocID="{34CDA897-FCDE-4A11-AFE4-B6EFAB8DC357}" presName="connectorText" presStyleLbl="sibTrans1D1" presStyleIdx="2" presStyleCnt="28"/>
      <dgm:spPr/>
    </dgm:pt>
    <dgm:pt modelId="{498ACEA0-D7D1-4EFF-ABE3-5C0B2A62B739}" type="pres">
      <dgm:prSet presAssocID="{53EAD0E6-12BB-4B8C-8C4E-577ABB556FCC}" presName="node" presStyleLbl="node1" presStyleIdx="3" presStyleCnt="29">
        <dgm:presLayoutVars>
          <dgm:bulletEnabled val="1"/>
        </dgm:presLayoutVars>
      </dgm:prSet>
      <dgm:spPr/>
    </dgm:pt>
    <dgm:pt modelId="{BF1F3788-B445-4D80-81F0-6E2D42585846}" type="pres">
      <dgm:prSet presAssocID="{2C334FB8-3B42-4658-A29B-EB91DA1897D3}" presName="sibTrans" presStyleLbl="sibTrans1D1" presStyleIdx="3" presStyleCnt="28"/>
      <dgm:spPr/>
    </dgm:pt>
    <dgm:pt modelId="{450A1873-85E9-4F63-9E8B-BE5C4B51F9BB}" type="pres">
      <dgm:prSet presAssocID="{2C334FB8-3B42-4658-A29B-EB91DA1897D3}" presName="connectorText" presStyleLbl="sibTrans1D1" presStyleIdx="3" presStyleCnt="28"/>
      <dgm:spPr/>
    </dgm:pt>
    <dgm:pt modelId="{6221028C-7D27-477F-92A4-094A7200A3E1}" type="pres">
      <dgm:prSet presAssocID="{A00912A1-5334-4B6E-BF93-CB92866BDDEA}" presName="node" presStyleLbl="node1" presStyleIdx="4" presStyleCnt="29">
        <dgm:presLayoutVars>
          <dgm:bulletEnabled val="1"/>
        </dgm:presLayoutVars>
      </dgm:prSet>
      <dgm:spPr/>
    </dgm:pt>
    <dgm:pt modelId="{C98BC747-35C4-406A-8320-17E650D6C198}" type="pres">
      <dgm:prSet presAssocID="{A24279D6-DEC5-4C06-BDEA-C0F8AD590008}" presName="sibTrans" presStyleLbl="sibTrans1D1" presStyleIdx="4" presStyleCnt="28"/>
      <dgm:spPr/>
    </dgm:pt>
    <dgm:pt modelId="{EA3CB94F-D99B-4AD7-82F3-14796A2F9070}" type="pres">
      <dgm:prSet presAssocID="{A24279D6-DEC5-4C06-BDEA-C0F8AD590008}" presName="connectorText" presStyleLbl="sibTrans1D1" presStyleIdx="4" presStyleCnt="28"/>
      <dgm:spPr/>
    </dgm:pt>
    <dgm:pt modelId="{7D4DF64B-9614-4120-9E6E-208E8AC5FE86}" type="pres">
      <dgm:prSet presAssocID="{E7A2DD28-DD95-4948-947A-A11F18BACB69}" presName="node" presStyleLbl="node1" presStyleIdx="5" presStyleCnt="29">
        <dgm:presLayoutVars>
          <dgm:bulletEnabled val="1"/>
        </dgm:presLayoutVars>
      </dgm:prSet>
      <dgm:spPr/>
    </dgm:pt>
    <dgm:pt modelId="{7FDD141C-0C94-4DAB-9DA7-B4C74A899D0D}" type="pres">
      <dgm:prSet presAssocID="{0E0CF1A1-FB41-41C9-AC00-3FDE6234E121}" presName="sibTrans" presStyleLbl="sibTrans1D1" presStyleIdx="5" presStyleCnt="28"/>
      <dgm:spPr/>
    </dgm:pt>
    <dgm:pt modelId="{21CE1ECC-36DA-4372-9718-73BDA4FD15BC}" type="pres">
      <dgm:prSet presAssocID="{0E0CF1A1-FB41-41C9-AC00-3FDE6234E121}" presName="connectorText" presStyleLbl="sibTrans1D1" presStyleIdx="5" presStyleCnt="28"/>
      <dgm:spPr/>
    </dgm:pt>
    <dgm:pt modelId="{A3303FF6-A36C-4607-A9A9-FA6EB56E5EF2}" type="pres">
      <dgm:prSet presAssocID="{AD0DD6DE-213A-4513-99B1-247C09C4818A}" presName="node" presStyleLbl="node1" presStyleIdx="6" presStyleCnt="29">
        <dgm:presLayoutVars>
          <dgm:bulletEnabled val="1"/>
        </dgm:presLayoutVars>
      </dgm:prSet>
      <dgm:spPr/>
    </dgm:pt>
    <dgm:pt modelId="{06B1A83B-747E-4DE0-B569-24367F31909F}" type="pres">
      <dgm:prSet presAssocID="{F14CEDDE-CDAF-4E4A-A568-CD05E23F30BD}" presName="sibTrans" presStyleLbl="sibTrans1D1" presStyleIdx="6" presStyleCnt="28"/>
      <dgm:spPr/>
    </dgm:pt>
    <dgm:pt modelId="{44CF5BDF-7FA3-45B8-90DB-97B69EEBC28C}" type="pres">
      <dgm:prSet presAssocID="{F14CEDDE-CDAF-4E4A-A568-CD05E23F30BD}" presName="connectorText" presStyleLbl="sibTrans1D1" presStyleIdx="6" presStyleCnt="28"/>
      <dgm:spPr/>
    </dgm:pt>
    <dgm:pt modelId="{7B06401C-8D8E-477B-B8B7-D8A0D1866970}" type="pres">
      <dgm:prSet presAssocID="{2AB64119-2262-42EE-914D-B6ED8CEA76CF}" presName="node" presStyleLbl="node1" presStyleIdx="7" presStyleCnt="29">
        <dgm:presLayoutVars>
          <dgm:bulletEnabled val="1"/>
        </dgm:presLayoutVars>
      </dgm:prSet>
      <dgm:spPr/>
    </dgm:pt>
    <dgm:pt modelId="{4CF94659-C1CB-4E19-8539-70E2A0AF9FB4}" type="pres">
      <dgm:prSet presAssocID="{08721671-55F5-4F0D-86F9-16277DC374DF}" presName="sibTrans" presStyleLbl="sibTrans1D1" presStyleIdx="7" presStyleCnt="28"/>
      <dgm:spPr/>
    </dgm:pt>
    <dgm:pt modelId="{45392825-5059-4BE7-9C3C-FFCDAEFB391F}" type="pres">
      <dgm:prSet presAssocID="{08721671-55F5-4F0D-86F9-16277DC374DF}" presName="connectorText" presStyleLbl="sibTrans1D1" presStyleIdx="7" presStyleCnt="28"/>
      <dgm:spPr/>
    </dgm:pt>
    <dgm:pt modelId="{C952F236-2AF9-4F44-847D-A4D16AF4060C}" type="pres">
      <dgm:prSet presAssocID="{034E73A7-E926-4A07-9250-14454FA7E386}" presName="node" presStyleLbl="node1" presStyleIdx="8" presStyleCnt="29">
        <dgm:presLayoutVars>
          <dgm:bulletEnabled val="1"/>
        </dgm:presLayoutVars>
      </dgm:prSet>
      <dgm:spPr/>
    </dgm:pt>
    <dgm:pt modelId="{FE46CEAA-77A9-4849-9F20-A5B5E7246CCB}" type="pres">
      <dgm:prSet presAssocID="{8F577111-94B0-42CB-8014-735AE962189F}" presName="sibTrans" presStyleLbl="sibTrans1D1" presStyleIdx="8" presStyleCnt="28"/>
      <dgm:spPr/>
    </dgm:pt>
    <dgm:pt modelId="{F8B5BEC9-EAAA-433A-8FB6-2E6A0192D6FF}" type="pres">
      <dgm:prSet presAssocID="{8F577111-94B0-42CB-8014-735AE962189F}" presName="connectorText" presStyleLbl="sibTrans1D1" presStyleIdx="8" presStyleCnt="28"/>
      <dgm:spPr/>
    </dgm:pt>
    <dgm:pt modelId="{D95FC16B-732A-41FE-8E36-A6229B843A21}" type="pres">
      <dgm:prSet presAssocID="{6470AC57-C2FC-4F60-82B2-D52ED266B28E}" presName="node" presStyleLbl="node1" presStyleIdx="9" presStyleCnt="29">
        <dgm:presLayoutVars>
          <dgm:bulletEnabled val="1"/>
        </dgm:presLayoutVars>
      </dgm:prSet>
      <dgm:spPr/>
    </dgm:pt>
    <dgm:pt modelId="{E8BDA922-807D-4516-915F-D792E42B9BB7}" type="pres">
      <dgm:prSet presAssocID="{C3936FA2-12CD-4A26-B857-6E96DCEBEA38}" presName="sibTrans" presStyleLbl="sibTrans1D1" presStyleIdx="9" presStyleCnt="28"/>
      <dgm:spPr/>
    </dgm:pt>
    <dgm:pt modelId="{2CABBAC6-95A2-4E24-A4E3-FE876AE42FFF}" type="pres">
      <dgm:prSet presAssocID="{C3936FA2-12CD-4A26-B857-6E96DCEBEA38}" presName="connectorText" presStyleLbl="sibTrans1D1" presStyleIdx="9" presStyleCnt="28"/>
      <dgm:spPr/>
    </dgm:pt>
    <dgm:pt modelId="{C4B325E3-F472-4DB6-9329-C75D3297EDAC}" type="pres">
      <dgm:prSet presAssocID="{8FDDC544-0D89-4F21-867E-FF37A6834722}" presName="node" presStyleLbl="node1" presStyleIdx="10" presStyleCnt="29">
        <dgm:presLayoutVars>
          <dgm:bulletEnabled val="1"/>
        </dgm:presLayoutVars>
      </dgm:prSet>
      <dgm:spPr/>
    </dgm:pt>
    <dgm:pt modelId="{0155634C-F49F-49BD-8E71-A7A82746E127}" type="pres">
      <dgm:prSet presAssocID="{CEF6AC0A-BAB5-4085-9DB9-090D8CCB326C}" presName="sibTrans" presStyleLbl="sibTrans1D1" presStyleIdx="10" presStyleCnt="28"/>
      <dgm:spPr/>
    </dgm:pt>
    <dgm:pt modelId="{E87DCEC5-9CC2-4D8D-9BB5-9ED577C001D5}" type="pres">
      <dgm:prSet presAssocID="{CEF6AC0A-BAB5-4085-9DB9-090D8CCB326C}" presName="connectorText" presStyleLbl="sibTrans1D1" presStyleIdx="10" presStyleCnt="28"/>
      <dgm:spPr/>
    </dgm:pt>
    <dgm:pt modelId="{8D2C7F5B-718E-4582-8A0E-035481FAB6D5}" type="pres">
      <dgm:prSet presAssocID="{47ED39BB-FE01-4C67-9988-155CE37691AA}" presName="node" presStyleLbl="node1" presStyleIdx="11" presStyleCnt="29">
        <dgm:presLayoutVars>
          <dgm:bulletEnabled val="1"/>
        </dgm:presLayoutVars>
      </dgm:prSet>
      <dgm:spPr/>
    </dgm:pt>
    <dgm:pt modelId="{9DC38AA2-8DFF-4C16-B4AD-53C34A25E9B3}" type="pres">
      <dgm:prSet presAssocID="{9A4ECF5A-8B36-4426-B955-744DB955A892}" presName="sibTrans" presStyleLbl="sibTrans1D1" presStyleIdx="11" presStyleCnt="28"/>
      <dgm:spPr/>
    </dgm:pt>
    <dgm:pt modelId="{D296A32A-0919-47E0-937D-ABF6F13DF481}" type="pres">
      <dgm:prSet presAssocID="{9A4ECF5A-8B36-4426-B955-744DB955A892}" presName="connectorText" presStyleLbl="sibTrans1D1" presStyleIdx="11" presStyleCnt="28"/>
      <dgm:spPr/>
    </dgm:pt>
    <dgm:pt modelId="{A4ED953A-D907-4C3A-ABA1-5196D7AB1E63}" type="pres">
      <dgm:prSet presAssocID="{8F9A2DDF-5C2C-49CB-9064-4BC7C0C90E3A}" presName="node" presStyleLbl="node1" presStyleIdx="12" presStyleCnt="29">
        <dgm:presLayoutVars>
          <dgm:bulletEnabled val="1"/>
        </dgm:presLayoutVars>
      </dgm:prSet>
      <dgm:spPr/>
    </dgm:pt>
    <dgm:pt modelId="{F6F75BB3-941C-4A59-A4F2-45C301D3C422}" type="pres">
      <dgm:prSet presAssocID="{3B9418D4-7E64-4CC2-B568-6A1C46468936}" presName="sibTrans" presStyleLbl="sibTrans1D1" presStyleIdx="12" presStyleCnt="28"/>
      <dgm:spPr/>
    </dgm:pt>
    <dgm:pt modelId="{35AFD9BC-1EF1-4174-B519-68DFA6EACC4C}" type="pres">
      <dgm:prSet presAssocID="{3B9418D4-7E64-4CC2-B568-6A1C46468936}" presName="connectorText" presStyleLbl="sibTrans1D1" presStyleIdx="12" presStyleCnt="28"/>
      <dgm:spPr/>
    </dgm:pt>
    <dgm:pt modelId="{CB8481D6-69E5-4AD2-9388-BCF8FB1A1E95}" type="pres">
      <dgm:prSet presAssocID="{607EC384-444D-42AD-831C-0D0073ABADFA}" presName="node" presStyleLbl="node1" presStyleIdx="13" presStyleCnt="29">
        <dgm:presLayoutVars>
          <dgm:bulletEnabled val="1"/>
        </dgm:presLayoutVars>
      </dgm:prSet>
      <dgm:spPr/>
    </dgm:pt>
    <dgm:pt modelId="{7296702E-7A0F-4964-849F-EF8EC8EF44F9}" type="pres">
      <dgm:prSet presAssocID="{6546121C-4C41-4041-976A-4C6E820BD28E}" presName="sibTrans" presStyleLbl="sibTrans1D1" presStyleIdx="13" presStyleCnt="28"/>
      <dgm:spPr/>
    </dgm:pt>
    <dgm:pt modelId="{2E1D28BA-3C25-46EB-BF23-784401870BB3}" type="pres">
      <dgm:prSet presAssocID="{6546121C-4C41-4041-976A-4C6E820BD28E}" presName="connectorText" presStyleLbl="sibTrans1D1" presStyleIdx="13" presStyleCnt="28"/>
      <dgm:spPr/>
    </dgm:pt>
    <dgm:pt modelId="{38CE29A2-027C-4694-AF0C-12FEA4DC8B7D}" type="pres">
      <dgm:prSet presAssocID="{BA487604-CC60-4E4E-989C-3EED437D004E}" presName="node" presStyleLbl="node1" presStyleIdx="14" presStyleCnt="29">
        <dgm:presLayoutVars>
          <dgm:bulletEnabled val="1"/>
        </dgm:presLayoutVars>
      </dgm:prSet>
      <dgm:spPr/>
    </dgm:pt>
    <dgm:pt modelId="{70A612C5-5F10-4AEB-AE55-F5049AC664CA}" type="pres">
      <dgm:prSet presAssocID="{2E604646-D217-41F3-A089-559A44F397C1}" presName="sibTrans" presStyleLbl="sibTrans1D1" presStyleIdx="14" presStyleCnt="28"/>
      <dgm:spPr/>
    </dgm:pt>
    <dgm:pt modelId="{DDFAC9D4-6EA2-49F7-918F-837CAB3ADB4F}" type="pres">
      <dgm:prSet presAssocID="{2E604646-D217-41F3-A089-559A44F397C1}" presName="connectorText" presStyleLbl="sibTrans1D1" presStyleIdx="14" presStyleCnt="28"/>
      <dgm:spPr/>
    </dgm:pt>
    <dgm:pt modelId="{4486721C-1CDC-45DF-8475-979266E8C855}" type="pres">
      <dgm:prSet presAssocID="{EB2C7F29-378A-423D-A284-88964A585C70}" presName="node" presStyleLbl="node1" presStyleIdx="15" presStyleCnt="29">
        <dgm:presLayoutVars>
          <dgm:bulletEnabled val="1"/>
        </dgm:presLayoutVars>
      </dgm:prSet>
      <dgm:spPr/>
    </dgm:pt>
    <dgm:pt modelId="{6106915C-6CFC-42D8-BB82-E978D309628B}" type="pres">
      <dgm:prSet presAssocID="{09A6F4B6-059C-4CCD-90F4-8325BC050C31}" presName="sibTrans" presStyleLbl="sibTrans1D1" presStyleIdx="15" presStyleCnt="28"/>
      <dgm:spPr/>
    </dgm:pt>
    <dgm:pt modelId="{9637B857-F8A4-4052-8553-F4A53776E32E}" type="pres">
      <dgm:prSet presAssocID="{09A6F4B6-059C-4CCD-90F4-8325BC050C31}" presName="connectorText" presStyleLbl="sibTrans1D1" presStyleIdx="15" presStyleCnt="28"/>
      <dgm:spPr/>
    </dgm:pt>
    <dgm:pt modelId="{AB16221F-1467-44BC-A6F1-4A7171E0AF18}" type="pres">
      <dgm:prSet presAssocID="{33B3F3CC-1251-4499-ABC4-249875393C90}" presName="node" presStyleLbl="node1" presStyleIdx="16" presStyleCnt="29">
        <dgm:presLayoutVars>
          <dgm:bulletEnabled val="1"/>
        </dgm:presLayoutVars>
      </dgm:prSet>
      <dgm:spPr/>
    </dgm:pt>
    <dgm:pt modelId="{D92C44A3-51CB-4A20-A422-28C37ED49950}" type="pres">
      <dgm:prSet presAssocID="{F9B3D9B9-9C75-4B03-838E-CE591D08D248}" presName="sibTrans" presStyleLbl="sibTrans1D1" presStyleIdx="16" presStyleCnt="28"/>
      <dgm:spPr/>
    </dgm:pt>
    <dgm:pt modelId="{4B19954C-CA42-48E5-BD00-15E6E1F52E63}" type="pres">
      <dgm:prSet presAssocID="{F9B3D9B9-9C75-4B03-838E-CE591D08D248}" presName="connectorText" presStyleLbl="sibTrans1D1" presStyleIdx="16" presStyleCnt="28"/>
      <dgm:spPr/>
    </dgm:pt>
    <dgm:pt modelId="{D2094AE8-2A62-440D-884C-868D19DCBBED}" type="pres">
      <dgm:prSet presAssocID="{8CBD4148-2603-492F-86A8-262C991D18A7}" presName="node" presStyleLbl="node1" presStyleIdx="17" presStyleCnt="29">
        <dgm:presLayoutVars>
          <dgm:bulletEnabled val="1"/>
        </dgm:presLayoutVars>
      </dgm:prSet>
      <dgm:spPr/>
    </dgm:pt>
    <dgm:pt modelId="{1539C24C-F348-4057-B1AA-2849E10BA548}" type="pres">
      <dgm:prSet presAssocID="{5EF52E30-A9C3-4D92-87C0-38CD9A973C79}" presName="sibTrans" presStyleLbl="sibTrans1D1" presStyleIdx="17" presStyleCnt="28"/>
      <dgm:spPr/>
    </dgm:pt>
    <dgm:pt modelId="{77AC67FB-A43D-4FCE-B7AE-1EC797953FDC}" type="pres">
      <dgm:prSet presAssocID="{5EF52E30-A9C3-4D92-87C0-38CD9A973C79}" presName="connectorText" presStyleLbl="sibTrans1D1" presStyleIdx="17" presStyleCnt="28"/>
      <dgm:spPr/>
    </dgm:pt>
    <dgm:pt modelId="{0DA3E1BD-4E84-445A-946E-605CBB9FBDE6}" type="pres">
      <dgm:prSet presAssocID="{D9F63099-6E2E-46A9-8C33-780F8CEDA9DD}" presName="node" presStyleLbl="node1" presStyleIdx="18" presStyleCnt="29">
        <dgm:presLayoutVars>
          <dgm:bulletEnabled val="1"/>
        </dgm:presLayoutVars>
      </dgm:prSet>
      <dgm:spPr/>
    </dgm:pt>
    <dgm:pt modelId="{3A5FF813-E92E-45AA-B7E3-9A0C5B145233}" type="pres">
      <dgm:prSet presAssocID="{8A80D763-698C-40E8-85C3-57C10EA5E0E6}" presName="sibTrans" presStyleLbl="sibTrans1D1" presStyleIdx="18" presStyleCnt="28"/>
      <dgm:spPr/>
    </dgm:pt>
    <dgm:pt modelId="{B2AFEE6B-8CC4-46AF-911C-5DD7D429F475}" type="pres">
      <dgm:prSet presAssocID="{8A80D763-698C-40E8-85C3-57C10EA5E0E6}" presName="connectorText" presStyleLbl="sibTrans1D1" presStyleIdx="18" presStyleCnt="28"/>
      <dgm:spPr/>
    </dgm:pt>
    <dgm:pt modelId="{BB421084-6D88-40A1-96C6-6643BCE15476}" type="pres">
      <dgm:prSet presAssocID="{348E2719-7D27-4E5D-9406-70A60CD9CF56}" presName="node" presStyleLbl="node1" presStyleIdx="19" presStyleCnt="29">
        <dgm:presLayoutVars>
          <dgm:bulletEnabled val="1"/>
        </dgm:presLayoutVars>
      </dgm:prSet>
      <dgm:spPr/>
    </dgm:pt>
    <dgm:pt modelId="{6F4B88D0-A295-4E8D-9215-62C4F444C89F}" type="pres">
      <dgm:prSet presAssocID="{9E412E80-0496-45EB-B93F-06273BA3FEB3}" presName="sibTrans" presStyleLbl="sibTrans1D1" presStyleIdx="19" presStyleCnt="28"/>
      <dgm:spPr/>
    </dgm:pt>
    <dgm:pt modelId="{31175228-206A-4348-9EF6-97BF290D9CF1}" type="pres">
      <dgm:prSet presAssocID="{9E412E80-0496-45EB-B93F-06273BA3FEB3}" presName="connectorText" presStyleLbl="sibTrans1D1" presStyleIdx="19" presStyleCnt="28"/>
      <dgm:spPr/>
    </dgm:pt>
    <dgm:pt modelId="{FEBBA181-6031-4841-B6A8-F8B1304CB2B8}" type="pres">
      <dgm:prSet presAssocID="{BE042D29-9DFC-4CC3-9DB0-C1E7C763FF3B}" presName="node" presStyleLbl="node1" presStyleIdx="20" presStyleCnt="29">
        <dgm:presLayoutVars>
          <dgm:bulletEnabled val="1"/>
        </dgm:presLayoutVars>
      </dgm:prSet>
      <dgm:spPr/>
    </dgm:pt>
    <dgm:pt modelId="{81FCB108-DE83-42AE-ADD8-0DD045CE55E6}" type="pres">
      <dgm:prSet presAssocID="{86F4ED97-25E3-416A-9435-39416C6E1E35}" presName="sibTrans" presStyleLbl="sibTrans1D1" presStyleIdx="20" presStyleCnt="28"/>
      <dgm:spPr/>
    </dgm:pt>
    <dgm:pt modelId="{9D779599-E284-4A43-A11A-2793F744D066}" type="pres">
      <dgm:prSet presAssocID="{86F4ED97-25E3-416A-9435-39416C6E1E35}" presName="connectorText" presStyleLbl="sibTrans1D1" presStyleIdx="20" presStyleCnt="28"/>
      <dgm:spPr/>
    </dgm:pt>
    <dgm:pt modelId="{D9A8F0B3-74EA-41E3-B29A-9C281A3743A7}" type="pres">
      <dgm:prSet presAssocID="{CD2E4C36-5FA8-4BBF-AA68-B38408DB34DE}" presName="node" presStyleLbl="node1" presStyleIdx="21" presStyleCnt="29">
        <dgm:presLayoutVars>
          <dgm:bulletEnabled val="1"/>
        </dgm:presLayoutVars>
      </dgm:prSet>
      <dgm:spPr/>
    </dgm:pt>
    <dgm:pt modelId="{2533C4A2-A8FE-4D71-830E-349C66C9150C}" type="pres">
      <dgm:prSet presAssocID="{DA6A00B7-C984-41CC-9FD5-B72EB7116851}" presName="sibTrans" presStyleLbl="sibTrans1D1" presStyleIdx="21" presStyleCnt="28"/>
      <dgm:spPr/>
    </dgm:pt>
    <dgm:pt modelId="{2A693192-7E91-4B4F-9A07-BB5D043286CF}" type="pres">
      <dgm:prSet presAssocID="{DA6A00B7-C984-41CC-9FD5-B72EB7116851}" presName="connectorText" presStyleLbl="sibTrans1D1" presStyleIdx="21" presStyleCnt="28"/>
      <dgm:spPr/>
    </dgm:pt>
    <dgm:pt modelId="{37E09BBD-1C19-4BA2-B67D-493B61CB4E9B}" type="pres">
      <dgm:prSet presAssocID="{A803D044-1603-4F31-9ABE-598780C38821}" presName="node" presStyleLbl="node1" presStyleIdx="22" presStyleCnt="29">
        <dgm:presLayoutVars>
          <dgm:bulletEnabled val="1"/>
        </dgm:presLayoutVars>
      </dgm:prSet>
      <dgm:spPr/>
    </dgm:pt>
    <dgm:pt modelId="{FC5D0FE7-51CC-4280-8E22-8E521C68A7EB}" type="pres">
      <dgm:prSet presAssocID="{0A1753F8-568D-4AA4-AACD-406A485A1093}" presName="sibTrans" presStyleLbl="sibTrans1D1" presStyleIdx="22" presStyleCnt="28"/>
      <dgm:spPr/>
    </dgm:pt>
    <dgm:pt modelId="{7554E2C6-E091-498D-904C-B8941D3FDCE6}" type="pres">
      <dgm:prSet presAssocID="{0A1753F8-568D-4AA4-AACD-406A485A1093}" presName="connectorText" presStyleLbl="sibTrans1D1" presStyleIdx="22" presStyleCnt="28"/>
      <dgm:spPr/>
    </dgm:pt>
    <dgm:pt modelId="{7E05C954-BAD4-4537-B4FF-68723B2F91CF}" type="pres">
      <dgm:prSet presAssocID="{353B2291-31E0-47BA-A4F2-6AE932E29305}" presName="node" presStyleLbl="node1" presStyleIdx="23" presStyleCnt="29">
        <dgm:presLayoutVars>
          <dgm:bulletEnabled val="1"/>
        </dgm:presLayoutVars>
      </dgm:prSet>
      <dgm:spPr/>
    </dgm:pt>
    <dgm:pt modelId="{A311F4E4-1498-46DA-8674-8EE154DA2572}" type="pres">
      <dgm:prSet presAssocID="{E57D7536-8933-44FB-AAB0-C7816ADD8D34}" presName="sibTrans" presStyleLbl="sibTrans1D1" presStyleIdx="23" presStyleCnt="28"/>
      <dgm:spPr/>
    </dgm:pt>
    <dgm:pt modelId="{E091F411-C686-46BB-8C06-890F08522366}" type="pres">
      <dgm:prSet presAssocID="{E57D7536-8933-44FB-AAB0-C7816ADD8D34}" presName="connectorText" presStyleLbl="sibTrans1D1" presStyleIdx="23" presStyleCnt="28"/>
      <dgm:spPr/>
    </dgm:pt>
    <dgm:pt modelId="{62235613-844D-4CE1-B77C-C9E3E85EEAF3}" type="pres">
      <dgm:prSet presAssocID="{BA58F65C-69E3-4585-A4E8-EEC5A0877755}" presName="node" presStyleLbl="node1" presStyleIdx="24" presStyleCnt="29">
        <dgm:presLayoutVars>
          <dgm:bulletEnabled val="1"/>
        </dgm:presLayoutVars>
      </dgm:prSet>
      <dgm:spPr/>
    </dgm:pt>
    <dgm:pt modelId="{8F5373B0-E085-41BE-A981-A110F58827DB}" type="pres">
      <dgm:prSet presAssocID="{54D79866-8605-4993-8BD1-B10E2CA16BAA}" presName="sibTrans" presStyleLbl="sibTrans1D1" presStyleIdx="24" presStyleCnt="28"/>
      <dgm:spPr/>
    </dgm:pt>
    <dgm:pt modelId="{57383D97-82EC-4FBE-9567-42B8452E14D4}" type="pres">
      <dgm:prSet presAssocID="{54D79866-8605-4993-8BD1-B10E2CA16BAA}" presName="connectorText" presStyleLbl="sibTrans1D1" presStyleIdx="24" presStyleCnt="28"/>
      <dgm:spPr/>
    </dgm:pt>
    <dgm:pt modelId="{691E8DD9-8864-4CEB-8252-04A72C60C57B}" type="pres">
      <dgm:prSet presAssocID="{A2CB50FC-B8CC-4230-9245-42F9C7763973}" presName="node" presStyleLbl="node1" presStyleIdx="25" presStyleCnt="29">
        <dgm:presLayoutVars>
          <dgm:bulletEnabled val="1"/>
        </dgm:presLayoutVars>
      </dgm:prSet>
      <dgm:spPr/>
    </dgm:pt>
    <dgm:pt modelId="{EEE93071-90D8-417C-B9C6-E233BA45EDA3}" type="pres">
      <dgm:prSet presAssocID="{AFF02194-2FE0-4052-807B-8CE5F386FA84}" presName="sibTrans" presStyleLbl="sibTrans1D1" presStyleIdx="25" presStyleCnt="28"/>
      <dgm:spPr/>
    </dgm:pt>
    <dgm:pt modelId="{62FFE98A-C6BB-4F57-AF31-388A637589AF}" type="pres">
      <dgm:prSet presAssocID="{AFF02194-2FE0-4052-807B-8CE5F386FA84}" presName="connectorText" presStyleLbl="sibTrans1D1" presStyleIdx="25" presStyleCnt="28"/>
      <dgm:spPr/>
    </dgm:pt>
    <dgm:pt modelId="{3EC3A067-AC86-4AEA-AC83-75003DF6E892}" type="pres">
      <dgm:prSet presAssocID="{C74F8DC4-FB07-4DFF-A7CD-EA556A4CF189}" presName="node" presStyleLbl="node1" presStyleIdx="26" presStyleCnt="29">
        <dgm:presLayoutVars>
          <dgm:bulletEnabled val="1"/>
        </dgm:presLayoutVars>
      </dgm:prSet>
      <dgm:spPr/>
    </dgm:pt>
    <dgm:pt modelId="{D2CD58C5-DFE6-466B-B271-E4C42B930D08}" type="pres">
      <dgm:prSet presAssocID="{9CC4EE6A-B2B6-43A7-8749-F2BAC14FA8EB}" presName="sibTrans" presStyleLbl="sibTrans1D1" presStyleIdx="26" presStyleCnt="28"/>
      <dgm:spPr/>
    </dgm:pt>
    <dgm:pt modelId="{5592F0BD-140C-4992-8B03-94DFB24A84BB}" type="pres">
      <dgm:prSet presAssocID="{9CC4EE6A-B2B6-43A7-8749-F2BAC14FA8EB}" presName="connectorText" presStyleLbl="sibTrans1D1" presStyleIdx="26" presStyleCnt="28"/>
      <dgm:spPr/>
    </dgm:pt>
    <dgm:pt modelId="{9ADEB150-190C-4DF6-8317-B1A0BFC95ACC}" type="pres">
      <dgm:prSet presAssocID="{D1F664FF-B529-47C9-8DFD-1363FFC13646}" presName="node" presStyleLbl="node1" presStyleIdx="27" presStyleCnt="29">
        <dgm:presLayoutVars>
          <dgm:bulletEnabled val="1"/>
        </dgm:presLayoutVars>
      </dgm:prSet>
      <dgm:spPr/>
    </dgm:pt>
    <dgm:pt modelId="{E0894E70-A3A4-451D-81D8-8672F229934D}" type="pres">
      <dgm:prSet presAssocID="{FCF459A4-0C21-491C-91D8-A44B0FF953A8}" presName="sibTrans" presStyleLbl="sibTrans1D1" presStyleIdx="27" presStyleCnt="28"/>
      <dgm:spPr/>
    </dgm:pt>
    <dgm:pt modelId="{C1761ED3-DA99-4015-8812-B67B61A4D799}" type="pres">
      <dgm:prSet presAssocID="{FCF459A4-0C21-491C-91D8-A44B0FF953A8}" presName="connectorText" presStyleLbl="sibTrans1D1" presStyleIdx="27" presStyleCnt="28"/>
      <dgm:spPr/>
    </dgm:pt>
    <dgm:pt modelId="{22F31B09-6D7F-439B-A115-256DCDA1F70D}" type="pres">
      <dgm:prSet presAssocID="{25CA2D76-B83B-46A0-8657-38A8A6FF5058}" presName="node" presStyleLbl="node1" presStyleIdx="28" presStyleCnt="29">
        <dgm:presLayoutVars>
          <dgm:bulletEnabled val="1"/>
        </dgm:presLayoutVars>
      </dgm:prSet>
      <dgm:spPr/>
    </dgm:pt>
  </dgm:ptLst>
  <dgm:cxnLst>
    <dgm:cxn modelId="{573E1800-7DC4-4EA5-93AC-56900C1B90D6}" type="presOf" srcId="{A24279D6-DEC5-4C06-BDEA-C0F8AD590008}" destId="{C98BC747-35C4-406A-8320-17E650D6C198}" srcOrd="0" destOrd="0" presId="urn:microsoft.com/office/officeart/2016/7/layout/RepeatingBendingProcessNew"/>
    <dgm:cxn modelId="{70656203-8FEF-4EED-A9E3-013F0CF9230A}" srcId="{D6ED9F94-EB46-4CEB-82FE-CC5531BF534C}" destId="{EC685035-4ADE-44CB-8E9E-E253D9B07790}" srcOrd="2" destOrd="0" parTransId="{08E7BB59-9B86-4497-9385-49363CE405B7}" sibTransId="{34CDA897-FCDE-4A11-AFE4-B6EFAB8DC357}"/>
    <dgm:cxn modelId="{3772E405-F37D-4392-9C01-60079A05680A}" srcId="{D6ED9F94-EB46-4CEB-82FE-CC5531BF534C}" destId="{A803D044-1603-4F31-9ABE-598780C38821}" srcOrd="22" destOrd="0" parTransId="{1E815600-0D0B-4F0E-8C59-74486A95A78A}" sibTransId="{0A1753F8-568D-4AA4-AACD-406A485A1093}"/>
    <dgm:cxn modelId="{A65CD009-AA2F-4EB6-A9DA-42A8B85B5F2B}" type="presOf" srcId="{09A6F4B6-059C-4CCD-90F4-8325BC050C31}" destId="{9637B857-F8A4-4052-8553-F4A53776E32E}" srcOrd="1" destOrd="0" presId="urn:microsoft.com/office/officeart/2016/7/layout/RepeatingBendingProcessNew"/>
    <dgm:cxn modelId="{26D5330B-34C5-45EE-9411-24DB4E4C25A6}" srcId="{D6ED9F94-EB46-4CEB-82FE-CC5531BF534C}" destId="{8CBD4148-2603-492F-86A8-262C991D18A7}" srcOrd="17" destOrd="0" parTransId="{CD995C20-6BBE-4D1F-AF3E-9DD1C284ED0B}" sibTransId="{5EF52E30-A9C3-4D92-87C0-38CD9A973C79}"/>
    <dgm:cxn modelId="{28740A0C-0089-4858-AAA5-F33BAF13DCC3}" type="presOf" srcId="{3B9418D4-7E64-4CC2-B568-6A1C46468936}" destId="{35AFD9BC-1EF1-4174-B519-68DFA6EACC4C}" srcOrd="1" destOrd="0" presId="urn:microsoft.com/office/officeart/2016/7/layout/RepeatingBendingProcessNew"/>
    <dgm:cxn modelId="{3DDE290C-C544-4997-AE56-DA8A1E73C268}" srcId="{D6ED9F94-EB46-4CEB-82FE-CC5531BF534C}" destId="{353B2291-31E0-47BA-A4F2-6AE932E29305}" srcOrd="23" destOrd="0" parTransId="{06A795D3-7584-4FE3-B5E3-CE8866D0918B}" sibTransId="{E57D7536-8933-44FB-AAB0-C7816ADD8D34}"/>
    <dgm:cxn modelId="{FE143A0C-EB94-4C1B-A42F-749008207BB4}" type="presOf" srcId="{C3936FA2-12CD-4A26-B857-6E96DCEBEA38}" destId="{2CABBAC6-95A2-4E24-A4E3-FE876AE42FFF}" srcOrd="1" destOrd="0" presId="urn:microsoft.com/office/officeart/2016/7/layout/RepeatingBendingProcessNew"/>
    <dgm:cxn modelId="{86C0E80D-52C2-4EC8-AFF0-E9B1A8A7F9DA}" type="presOf" srcId="{CEF6AC0A-BAB5-4085-9DB9-090D8CCB326C}" destId="{E87DCEC5-9CC2-4D8D-9BB5-9ED577C001D5}" srcOrd="1" destOrd="0" presId="urn:microsoft.com/office/officeart/2016/7/layout/RepeatingBendingProcessNew"/>
    <dgm:cxn modelId="{886AAD0F-CC1F-4B19-A0BE-F7EFAAE4D342}" srcId="{D6ED9F94-EB46-4CEB-82FE-CC5531BF534C}" destId="{BA58F65C-69E3-4585-A4E8-EEC5A0877755}" srcOrd="24" destOrd="0" parTransId="{5DDF503A-519C-4218-AD2E-347F416F9146}" sibTransId="{54D79866-8605-4993-8BD1-B10E2CA16BAA}"/>
    <dgm:cxn modelId="{95FA7A10-4D4B-41B7-BCCF-565890939DD8}" type="presOf" srcId="{0CABEC53-BEA1-4B37-AECB-30D8ADDC2A7A}" destId="{D190D26D-725E-4AB6-B071-49810F87FD9D}" srcOrd="0" destOrd="0" presId="urn:microsoft.com/office/officeart/2016/7/layout/RepeatingBendingProcessNew"/>
    <dgm:cxn modelId="{25B5561B-4CEA-46EC-86E0-1E4096AE5B80}" type="presOf" srcId="{DA6A00B7-C984-41CC-9FD5-B72EB7116851}" destId="{2A693192-7E91-4B4F-9A07-BB5D043286CF}" srcOrd="1" destOrd="0" presId="urn:microsoft.com/office/officeart/2016/7/layout/RepeatingBendingProcessNew"/>
    <dgm:cxn modelId="{35CC541E-97FA-4EBA-9444-E334E1ACDE01}" type="presOf" srcId="{F9B3D9B9-9C75-4B03-838E-CE591D08D248}" destId="{D92C44A3-51CB-4A20-A422-28C37ED49950}" srcOrd="0" destOrd="0" presId="urn:microsoft.com/office/officeart/2016/7/layout/RepeatingBendingProcessNew"/>
    <dgm:cxn modelId="{E4023C20-3B22-40C4-9B1E-29AE4A04BFCA}" type="presOf" srcId="{33B3F3CC-1251-4499-ABC4-249875393C90}" destId="{AB16221F-1467-44BC-A6F1-4A7171E0AF18}" srcOrd="0" destOrd="0" presId="urn:microsoft.com/office/officeart/2016/7/layout/RepeatingBendingProcessNew"/>
    <dgm:cxn modelId="{F87F8428-F7A2-43EA-BE8B-91DDB435AA48}" type="presOf" srcId="{F9B3D9B9-9C75-4B03-838E-CE591D08D248}" destId="{4B19954C-CA42-48E5-BD00-15E6E1F52E63}" srcOrd="1" destOrd="0" presId="urn:microsoft.com/office/officeart/2016/7/layout/RepeatingBendingProcessNew"/>
    <dgm:cxn modelId="{EB85F32A-DEA1-40A7-AE01-4C6E378CBC5F}" type="presOf" srcId="{BA58F65C-69E3-4585-A4E8-EEC5A0877755}" destId="{62235613-844D-4CE1-B77C-C9E3E85EEAF3}" srcOrd="0" destOrd="0" presId="urn:microsoft.com/office/officeart/2016/7/layout/RepeatingBendingProcessNew"/>
    <dgm:cxn modelId="{E8A80830-FEF6-47F7-83FC-306A608CE121}" srcId="{D6ED9F94-EB46-4CEB-82FE-CC5531BF534C}" destId="{348E2719-7D27-4E5D-9406-70A60CD9CF56}" srcOrd="19" destOrd="0" parTransId="{89F233D5-1485-4734-B666-F673C97BFDDC}" sibTransId="{9E412E80-0496-45EB-B93F-06273BA3FEB3}"/>
    <dgm:cxn modelId="{285D0A35-E1F8-4A88-8D1B-BC3427911B0B}" srcId="{D6ED9F94-EB46-4CEB-82FE-CC5531BF534C}" destId="{034E73A7-E926-4A07-9250-14454FA7E386}" srcOrd="8" destOrd="0" parTransId="{A85FE2CB-98DC-41CA-B1BE-F3270D72C42E}" sibTransId="{8F577111-94B0-42CB-8014-735AE962189F}"/>
    <dgm:cxn modelId="{8E1BBE3D-F7C1-4DAB-ADA9-CA1B3794E90D}" srcId="{D6ED9F94-EB46-4CEB-82FE-CC5531BF534C}" destId="{607EC384-444D-42AD-831C-0D0073ABADFA}" srcOrd="13" destOrd="0" parTransId="{01A413C5-4DF8-4BA2-B4BB-76FA7EB5FCA2}" sibTransId="{6546121C-4C41-4041-976A-4C6E820BD28E}"/>
    <dgm:cxn modelId="{7C4BE23D-164F-4C9E-9436-D62C23482FBB}" srcId="{D6ED9F94-EB46-4CEB-82FE-CC5531BF534C}" destId="{8F9A2DDF-5C2C-49CB-9064-4BC7C0C90E3A}" srcOrd="12" destOrd="0" parTransId="{F7ED58E8-E463-4655-8CE2-8C3452802188}" sibTransId="{3B9418D4-7E64-4CC2-B568-6A1C46468936}"/>
    <dgm:cxn modelId="{D9C77D3E-0FA7-4BED-AE1A-2B1ADAAE9E3A}" type="presOf" srcId="{E4E4A537-98EA-4FAD-9C23-2A09918B22EF}" destId="{0BC66CD8-107B-4275-94E4-565B9027EEC1}" srcOrd="0" destOrd="0" presId="urn:microsoft.com/office/officeart/2016/7/layout/RepeatingBendingProcessNew"/>
    <dgm:cxn modelId="{3414F63F-4D7D-498A-8CA6-3099E14DA92C}" type="presOf" srcId="{86F4ED97-25E3-416A-9435-39416C6E1E35}" destId="{9D779599-E284-4A43-A11A-2793F744D066}" srcOrd="1" destOrd="0" presId="urn:microsoft.com/office/officeart/2016/7/layout/RepeatingBendingProcessNew"/>
    <dgm:cxn modelId="{8789C95B-77E0-413E-AB9F-5F32D60CF14B}" type="presOf" srcId="{8EB36A73-EAE2-41A5-BFB0-A05F493B6524}" destId="{F11B8622-0B2F-48AD-B7E9-9164C35208AF}" srcOrd="0" destOrd="0" presId="urn:microsoft.com/office/officeart/2016/7/layout/RepeatingBendingProcessNew"/>
    <dgm:cxn modelId="{8F8E9D5D-9736-4C96-B756-4BD3DE1EB265}" srcId="{D6ED9F94-EB46-4CEB-82FE-CC5531BF534C}" destId="{CD2E4C36-5FA8-4BBF-AA68-B38408DB34DE}" srcOrd="21" destOrd="0" parTransId="{F70D0DEB-7D8A-4B48-A8C2-453261469B04}" sibTransId="{DA6A00B7-C984-41CC-9FD5-B72EB7116851}"/>
    <dgm:cxn modelId="{79473F60-0897-43F2-8408-24D423BD89E1}" type="presOf" srcId="{2C334FB8-3B42-4658-A29B-EB91DA1897D3}" destId="{BF1F3788-B445-4D80-81F0-6E2D42585846}" srcOrd="0" destOrd="0" presId="urn:microsoft.com/office/officeart/2016/7/layout/RepeatingBendingProcessNew"/>
    <dgm:cxn modelId="{15423661-1E5D-41CB-BDB4-5BFEDFCF272C}" type="presOf" srcId="{FCF459A4-0C21-491C-91D8-A44B0FF953A8}" destId="{C1761ED3-DA99-4015-8812-B67B61A4D799}" srcOrd="1" destOrd="0" presId="urn:microsoft.com/office/officeart/2016/7/layout/RepeatingBendingProcessNew"/>
    <dgm:cxn modelId="{F80C7743-D2E6-417B-93E1-532DE05AAB58}" type="presOf" srcId="{E57D7536-8933-44FB-AAB0-C7816ADD8D34}" destId="{A311F4E4-1498-46DA-8674-8EE154DA2572}" srcOrd="0" destOrd="0" presId="urn:microsoft.com/office/officeart/2016/7/layout/RepeatingBendingProcessNew"/>
    <dgm:cxn modelId="{40676344-0404-42D7-A785-8F70793CCE13}" type="presOf" srcId="{E7A2DD28-DD95-4948-947A-A11F18BACB69}" destId="{7D4DF64B-9614-4120-9E6E-208E8AC5FE86}" srcOrd="0" destOrd="0" presId="urn:microsoft.com/office/officeart/2016/7/layout/RepeatingBendingProcessNew"/>
    <dgm:cxn modelId="{5E10B564-418E-4872-B936-AC07ABEC9817}" type="presOf" srcId="{0A1753F8-568D-4AA4-AACD-406A485A1093}" destId="{FC5D0FE7-51CC-4280-8E22-8E521C68A7EB}" srcOrd="0" destOrd="0" presId="urn:microsoft.com/office/officeart/2016/7/layout/RepeatingBendingProcessNew"/>
    <dgm:cxn modelId="{6F230A46-6CDA-4970-A510-EBB93797C60C}" type="presOf" srcId="{D6ED9F94-EB46-4CEB-82FE-CC5531BF534C}" destId="{63E00B5C-BBA2-482F-96D3-725612E4E173}" srcOrd="0" destOrd="0" presId="urn:microsoft.com/office/officeart/2016/7/layout/RepeatingBendingProcessNew"/>
    <dgm:cxn modelId="{63052F48-FD29-44D4-A2FF-945590D8DE4F}" type="presOf" srcId="{034E73A7-E926-4A07-9250-14454FA7E386}" destId="{C952F236-2AF9-4F44-847D-A4D16AF4060C}" srcOrd="0" destOrd="0" presId="urn:microsoft.com/office/officeart/2016/7/layout/RepeatingBendingProcessNew"/>
    <dgm:cxn modelId="{3DD48748-5586-4EAC-AA7B-31E094F312AD}" type="presOf" srcId="{A00912A1-5334-4B6E-BF93-CB92866BDDEA}" destId="{6221028C-7D27-477F-92A4-094A7200A3E1}" srcOrd="0" destOrd="0" presId="urn:microsoft.com/office/officeart/2016/7/layout/RepeatingBendingProcessNew"/>
    <dgm:cxn modelId="{4795B168-922A-49A3-A5CA-8F4698D5A0BA}" type="presOf" srcId="{47ED39BB-FE01-4C67-9988-155CE37691AA}" destId="{8D2C7F5B-718E-4582-8A0E-035481FAB6D5}" srcOrd="0" destOrd="0" presId="urn:microsoft.com/office/officeart/2016/7/layout/RepeatingBendingProcessNew"/>
    <dgm:cxn modelId="{5D72664B-738A-4FAE-9F39-5A04F73F74E6}" type="presOf" srcId="{C3936FA2-12CD-4A26-B857-6E96DCEBEA38}" destId="{E8BDA922-807D-4516-915F-D792E42B9BB7}" srcOrd="0" destOrd="0" presId="urn:microsoft.com/office/officeart/2016/7/layout/RepeatingBendingProcessNew"/>
    <dgm:cxn modelId="{EE5C706E-13D4-4B33-A7F2-231D35318BDA}" type="presOf" srcId="{6470AC57-C2FC-4F60-82B2-D52ED266B28E}" destId="{D95FC16B-732A-41FE-8E36-A6229B843A21}" srcOrd="0" destOrd="0" presId="urn:microsoft.com/office/officeart/2016/7/layout/RepeatingBendingProcessNew"/>
    <dgm:cxn modelId="{D42B9D6E-0955-4DB5-8411-88FD60BC9C88}" type="presOf" srcId="{AFF02194-2FE0-4052-807B-8CE5F386FA84}" destId="{62FFE98A-C6BB-4F57-AF31-388A637589AF}" srcOrd="1" destOrd="0" presId="urn:microsoft.com/office/officeart/2016/7/layout/RepeatingBendingProcessNew"/>
    <dgm:cxn modelId="{4B9FEB71-811D-4A8C-A6B1-18F04FD2EC5E}" srcId="{D6ED9F94-EB46-4CEB-82FE-CC5531BF534C}" destId="{A00912A1-5334-4B6E-BF93-CB92866BDDEA}" srcOrd="4" destOrd="0" parTransId="{92ED123C-34D7-4E03-9B6D-0EF0BFF73ED7}" sibTransId="{A24279D6-DEC5-4C06-BDEA-C0F8AD590008}"/>
    <dgm:cxn modelId="{2DAF0872-7554-40D8-8625-2546C6515E9C}" type="presOf" srcId="{BA487604-CC60-4E4E-989C-3EED437D004E}" destId="{38CE29A2-027C-4694-AF0C-12FEA4DC8B7D}" srcOrd="0" destOrd="0" presId="urn:microsoft.com/office/officeart/2016/7/layout/RepeatingBendingProcessNew"/>
    <dgm:cxn modelId="{4C9FF552-41F0-4F76-987E-4DEBF08393CD}" type="presOf" srcId="{AFF02194-2FE0-4052-807B-8CE5F386FA84}" destId="{EEE93071-90D8-417C-B9C6-E233BA45EDA3}" srcOrd="0" destOrd="0" presId="urn:microsoft.com/office/officeart/2016/7/layout/RepeatingBendingProcessNew"/>
    <dgm:cxn modelId="{D94B1773-29AA-48FA-8204-898A831069B4}" srcId="{D6ED9F94-EB46-4CEB-82FE-CC5531BF534C}" destId="{47ED39BB-FE01-4C67-9988-155CE37691AA}" srcOrd="11" destOrd="0" parTransId="{D9AF8435-0A94-4D17-898E-2ABE1DA0D224}" sibTransId="{9A4ECF5A-8B36-4426-B955-744DB955A892}"/>
    <dgm:cxn modelId="{31CB6474-6763-4ECE-BB81-565796A6E874}" srcId="{D6ED9F94-EB46-4CEB-82FE-CC5531BF534C}" destId="{8EB36A73-EAE2-41A5-BFB0-A05F493B6524}" srcOrd="0" destOrd="0" parTransId="{FBB55931-F964-48A9-82BD-BB617ECE3170}" sibTransId="{E4E4A537-98EA-4FAD-9C23-2A09918B22EF}"/>
    <dgm:cxn modelId="{59EE8354-0AE2-4E70-BFF0-E44A5FD8512E}" type="presOf" srcId="{A2CB50FC-B8CC-4230-9245-42F9C7763973}" destId="{691E8DD9-8864-4CEB-8252-04A72C60C57B}" srcOrd="0" destOrd="0" presId="urn:microsoft.com/office/officeart/2016/7/layout/RepeatingBendingProcessNew"/>
    <dgm:cxn modelId="{A3C72955-244F-4715-9ED3-D34064617C0C}" srcId="{D6ED9F94-EB46-4CEB-82FE-CC5531BF534C}" destId="{BE042D29-9DFC-4CC3-9DB0-C1E7C763FF3B}" srcOrd="20" destOrd="0" parTransId="{E6094370-56D6-407D-9D38-7781A2BB1166}" sibTransId="{86F4ED97-25E3-416A-9435-39416C6E1E35}"/>
    <dgm:cxn modelId="{29A33055-C6DB-408E-9F06-4E363BA43A1D}" type="presOf" srcId="{0A1753F8-568D-4AA4-AACD-406A485A1093}" destId="{7554E2C6-E091-498D-904C-B8941D3FDCE6}" srcOrd="1" destOrd="0" presId="urn:microsoft.com/office/officeart/2016/7/layout/RepeatingBendingProcessNew"/>
    <dgm:cxn modelId="{D035BC55-959B-431B-A901-30BAD0E52CD3}" type="presOf" srcId="{C74F8DC4-FB07-4DFF-A7CD-EA556A4CF189}" destId="{3EC3A067-AC86-4AEA-AC83-75003DF6E892}" srcOrd="0" destOrd="0" presId="urn:microsoft.com/office/officeart/2016/7/layout/RepeatingBendingProcessNew"/>
    <dgm:cxn modelId="{519FF658-F5D0-4F4C-89D0-83DD15CB1332}" type="presOf" srcId="{8A80D763-698C-40E8-85C3-57C10EA5E0E6}" destId="{B2AFEE6B-8CC4-46AF-911C-5DD7D429F475}" srcOrd="1" destOrd="0" presId="urn:microsoft.com/office/officeart/2016/7/layout/RepeatingBendingProcessNew"/>
    <dgm:cxn modelId="{10478079-2AF8-410B-B884-423246855CE9}" type="presOf" srcId="{FCF459A4-0C21-491C-91D8-A44B0FF953A8}" destId="{E0894E70-A3A4-451D-81D8-8672F229934D}" srcOrd="0" destOrd="0" presId="urn:microsoft.com/office/officeart/2016/7/layout/RepeatingBendingProcessNew"/>
    <dgm:cxn modelId="{E9925B5A-0E3E-4CC0-86DD-8DB1FC190A81}" type="presOf" srcId="{0E0CF1A1-FB41-41C9-AC00-3FDE6234E121}" destId="{21CE1ECC-36DA-4372-9718-73BDA4FD15BC}" srcOrd="1" destOrd="0" presId="urn:microsoft.com/office/officeart/2016/7/layout/RepeatingBendingProcessNew"/>
    <dgm:cxn modelId="{61906D7D-3777-4186-92F4-A46B5F9B6330}" type="presOf" srcId="{A803D044-1603-4F31-9ABE-598780C38821}" destId="{37E09BBD-1C19-4BA2-B67D-493B61CB4E9B}" srcOrd="0" destOrd="0" presId="urn:microsoft.com/office/officeart/2016/7/layout/RepeatingBendingProcessNew"/>
    <dgm:cxn modelId="{3F773180-B342-4EB7-B6E3-94B053F5BA69}" srcId="{D6ED9F94-EB46-4CEB-82FE-CC5531BF534C}" destId="{A2CB50FC-B8CC-4230-9245-42F9C7763973}" srcOrd="25" destOrd="0" parTransId="{FC386D61-8999-4373-BAB6-461A88F14BD8}" sibTransId="{AFF02194-2FE0-4052-807B-8CE5F386FA84}"/>
    <dgm:cxn modelId="{A9701C82-C9F6-402A-8C6F-A5A38F1B7690}" type="presOf" srcId="{EB2C7F29-378A-423D-A284-88964A585C70}" destId="{4486721C-1CDC-45DF-8475-979266E8C855}" srcOrd="0" destOrd="0" presId="urn:microsoft.com/office/officeart/2016/7/layout/RepeatingBendingProcessNew"/>
    <dgm:cxn modelId="{66BE2E82-7B9D-4BA5-A315-858CC78D373D}" srcId="{D6ED9F94-EB46-4CEB-82FE-CC5531BF534C}" destId="{AD0DD6DE-213A-4513-99B1-247C09C4818A}" srcOrd="6" destOrd="0" parTransId="{2D27D56E-7E0D-4F83-9EFC-79D2223D6ECC}" sibTransId="{F14CEDDE-CDAF-4E4A-A568-CD05E23F30BD}"/>
    <dgm:cxn modelId="{D1B59287-5D3C-45FB-980D-499DE424C582}" srcId="{D6ED9F94-EB46-4CEB-82FE-CC5531BF534C}" destId="{8FDDC544-0D89-4F21-867E-FF37A6834722}" srcOrd="10" destOrd="0" parTransId="{68444D20-3BEC-4392-A395-A3F85E2E0587}" sibTransId="{CEF6AC0A-BAB5-4085-9DB9-090D8CCB326C}"/>
    <dgm:cxn modelId="{7CA00389-D440-4BBB-BAE5-8F313C3D6305}" type="presOf" srcId="{3B9418D4-7E64-4CC2-B568-6A1C46468936}" destId="{F6F75BB3-941C-4A59-A4F2-45C301D3C422}" srcOrd="0" destOrd="0" presId="urn:microsoft.com/office/officeart/2016/7/layout/RepeatingBendingProcessNew"/>
    <dgm:cxn modelId="{96D36A8B-FF81-45E7-984E-25CFC3880CCA}" type="presOf" srcId="{9E412E80-0496-45EB-B93F-06273BA3FEB3}" destId="{31175228-206A-4348-9EF6-97BF290D9CF1}" srcOrd="1" destOrd="0" presId="urn:microsoft.com/office/officeart/2016/7/layout/RepeatingBendingProcessNew"/>
    <dgm:cxn modelId="{1285398E-0004-4655-ADE4-BE54C5C567FA}" type="presOf" srcId="{8A80D763-698C-40E8-85C3-57C10EA5E0E6}" destId="{3A5FF813-E92E-45AA-B7E3-9A0C5B145233}" srcOrd="0" destOrd="0" presId="urn:microsoft.com/office/officeart/2016/7/layout/RepeatingBendingProcessNew"/>
    <dgm:cxn modelId="{9D84FD8E-F57A-40D6-91E7-5883C3997485}" type="presOf" srcId="{E4E4A537-98EA-4FAD-9C23-2A09918B22EF}" destId="{7BE16110-1B83-4C21-BAAA-EBF9415EC35C}" srcOrd="1" destOrd="0" presId="urn:microsoft.com/office/officeart/2016/7/layout/RepeatingBendingProcessNew"/>
    <dgm:cxn modelId="{36CFDC95-CDCF-4A1B-9C3A-373785C2E672}" type="presOf" srcId="{BE042D29-9DFC-4CC3-9DB0-C1E7C763FF3B}" destId="{FEBBA181-6031-4841-B6A8-F8B1304CB2B8}" srcOrd="0" destOrd="0" presId="urn:microsoft.com/office/officeart/2016/7/layout/RepeatingBendingProcessNew"/>
    <dgm:cxn modelId="{9F4FC997-A7A0-4936-AFFF-DFB917C845C7}" srcId="{D6ED9F94-EB46-4CEB-82FE-CC5531BF534C}" destId="{C74F8DC4-FB07-4DFF-A7CD-EA556A4CF189}" srcOrd="26" destOrd="0" parTransId="{E5EB86A0-55E3-4BB6-BF5C-FE3860325FDC}" sibTransId="{9CC4EE6A-B2B6-43A7-8749-F2BAC14FA8EB}"/>
    <dgm:cxn modelId="{8168B49A-C24A-4733-8A69-1AA4ACB41E3B}" type="presOf" srcId="{CD2E4C36-5FA8-4BBF-AA68-B38408DB34DE}" destId="{D9A8F0B3-74EA-41E3-B29A-9C281A3743A7}" srcOrd="0" destOrd="0" presId="urn:microsoft.com/office/officeart/2016/7/layout/RepeatingBendingProcessNew"/>
    <dgm:cxn modelId="{AC2C669C-8EDD-4FB4-8DED-E1EC5F7D4A81}" type="presOf" srcId="{8F577111-94B0-42CB-8014-735AE962189F}" destId="{F8B5BEC9-EAAA-433A-8FB6-2E6A0192D6FF}" srcOrd="1" destOrd="0" presId="urn:microsoft.com/office/officeart/2016/7/layout/RepeatingBendingProcessNew"/>
    <dgm:cxn modelId="{4F5ADC9D-237F-4B36-8131-82E046BC5F0F}" type="presOf" srcId="{86F4ED97-25E3-416A-9435-39416C6E1E35}" destId="{81FCB108-DE83-42AE-ADD8-0DD045CE55E6}" srcOrd="0" destOrd="0" presId="urn:microsoft.com/office/officeart/2016/7/layout/RepeatingBendingProcessNew"/>
    <dgm:cxn modelId="{154605A5-D8CE-460C-9C41-36262BE1A366}" type="presOf" srcId="{9A4ECF5A-8B36-4426-B955-744DB955A892}" destId="{9DC38AA2-8DFF-4C16-B4AD-53C34A25E9B3}" srcOrd="0" destOrd="0" presId="urn:microsoft.com/office/officeart/2016/7/layout/RepeatingBendingProcessNew"/>
    <dgm:cxn modelId="{226B1EAD-5FAE-4069-84ED-991DC5EB379E}" type="presOf" srcId="{F14CEDDE-CDAF-4E4A-A568-CD05E23F30BD}" destId="{44CF5BDF-7FA3-45B8-90DB-97B69EEBC28C}" srcOrd="1" destOrd="0" presId="urn:microsoft.com/office/officeart/2016/7/layout/RepeatingBendingProcessNew"/>
    <dgm:cxn modelId="{4959EFB1-3108-496C-ABDA-85065010A58E}" type="presOf" srcId="{D1F664FF-B529-47C9-8DFD-1363FFC13646}" destId="{9ADEB150-190C-4DF6-8317-B1A0BFC95ACC}" srcOrd="0" destOrd="0" presId="urn:microsoft.com/office/officeart/2016/7/layout/RepeatingBendingProcessNew"/>
    <dgm:cxn modelId="{03119BB4-4170-4EA6-97B5-033390716D87}" type="presOf" srcId="{CEF6AC0A-BAB5-4085-9DB9-090D8CCB326C}" destId="{0155634C-F49F-49BD-8E71-A7A82746E127}" srcOrd="0" destOrd="0" presId="urn:microsoft.com/office/officeart/2016/7/layout/RepeatingBendingProcessNew"/>
    <dgm:cxn modelId="{5780C7B7-F80D-4D44-9C19-32A05C3D788D}" type="presOf" srcId="{9A4ECF5A-8B36-4426-B955-744DB955A892}" destId="{D296A32A-0919-47E0-937D-ABF6F13DF481}" srcOrd="1" destOrd="0" presId="urn:microsoft.com/office/officeart/2016/7/layout/RepeatingBendingProcessNew"/>
    <dgm:cxn modelId="{CFB3D5BA-68B5-4798-BD54-F1C2B29332FB}" type="presOf" srcId="{DA6A00B7-C984-41CC-9FD5-B72EB7116851}" destId="{2533C4A2-A8FE-4D71-830E-349C66C9150C}" srcOrd="0" destOrd="0" presId="urn:microsoft.com/office/officeart/2016/7/layout/RepeatingBendingProcessNew"/>
    <dgm:cxn modelId="{C8F20BBB-4F52-4D3A-959C-61BF6A7464C9}" type="presOf" srcId="{348E2719-7D27-4E5D-9406-70A60CD9CF56}" destId="{BB421084-6D88-40A1-96C6-6643BCE15476}" srcOrd="0" destOrd="0" presId="urn:microsoft.com/office/officeart/2016/7/layout/RepeatingBendingProcessNew"/>
    <dgm:cxn modelId="{69EE40BD-619A-4E89-B1BD-BC08C4CC57DA}" type="presOf" srcId="{09A6F4B6-059C-4CCD-90F4-8325BC050C31}" destId="{6106915C-6CFC-42D8-BB82-E978D309628B}" srcOrd="0" destOrd="0" presId="urn:microsoft.com/office/officeart/2016/7/layout/RepeatingBendingProcessNew"/>
    <dgm:cxn modelId="{764DAFBE-8BA6-4901-A758-21CB7AB6519F}" type="presOf" srcId="{8FDDC544-0D89-4F21-867E-FF37A6834722}" destId="{C4B325E3-F472-4DB6-9329-C75D3297EDAC}" srcOrd="0" destOrd="0" presId="urn:microsoft.com/office/officeart/2016/7/layout/RepeatingBendingProcessNew"/>
    <dgm:cxn modelId="{3B63F3BF-B4A7-48C4-A300-0D16C59D6B7C}" srcId="{D6ED9F94-EB46-4CEB-82FE-CC5531BF534C}" destId="{53EAD0E6-12BB-4B8C-8C4E-577ABB556FCC}" srcOrd="3" destOrd="0" parTransId="{DD9E0741-89DA-41BF-A2EA-567A2C86A1C1}" sibTransId="{2C334FB8-3B42-4658-A29B-EB91DA1897D3}"/>
    <dgm:cxn modelId="{BC971FC0-573A-4700-B5B8-9B8541A289CE}" srcId="{D6ED9F94-EB46-4CEB-82FE-CC5531BF534C}" destId="{6470AC57-C2FC-4F60-82B2-D52ED266B28E}" srcOrd="9" destOrd="0" parTransId="{A14D41F9-AA15-4EC3-8D38-666B771CAC30}" sibTransId="{C3936FA2-12CD-4A26-B857-6E96DCEBEA38}"/>
    <dgm:cxn modelId="{3D98B4C3-E0CE-4734-A8BE-45D0E23E601E}" type="presOf" srcId="{9CC4EE6A-B2B6-43A7-8749-F2BAC14FA8EB}" destId="{5592F0BD-140C-4992-8B03-94DFB24A84BB}" srcOrd="1" destOrd="0" presId="urn:microsoft.com/office/officeart/2016/7/layout/RepeatingBendingProcessNew"/>
    <dgm:cxn modelId="{200EBAC3-123B-44F9-84DF-BF9D0F0773F7}" type="presOf" srcId="{34CDA897-FCDE-4A11-AFE4-B6EFAB8DC357}" destId="{310E0B5E-7140-4057-972F-4C682B3B7AE3}" srcOrd="1" destOrd="0" presId="urn:microsoft.com/office/officeart/2016/7/layout/RepeatingBendingProcessNew"/>
    <dgm:cxn modelId="{3C8867C6-EFC9-4DD4-8D46-EAA86DFEDB09}" type="presOf" srcId="{8CBD4148-2603-492F-86A8-262C991D18A7}" destId="{D2094AE8-2A62-440D-884C-868D19DCBBED}" srcOrd="0" destOrd="0" presId="urn:microsoft.com/office/officeart/2016/7/layout/RepeatingBendingProcessNew"/>
    <dgm:cxn modelId="{3E01BEC7-984E-4ABC-93E1-1159D10C1134}" type="presOf" srcId="{0CABEC53-BEA1-4B37-AECB-30D8ADDC2A7A}" destId="{450A8480-A6AB-4406-B9AE-76CFB44BCAE5}" srcOrd="1" destOrd="0" presId="urn:microsoft.com/office/officeart/2016/7/layout/RepeatingBendingProcessNew"/>
    <dgm:cxn modelId="{ED625FC8-9F5C-4C71-A340-A3A82FDE4A33}" type="presOf" srcId="{5EF52E30-A9C3-4D92-87C0-38CD9A973C79}" destId="{1539C24C-F348-4057-B1AA-2849E10BA548}" srcOrd="0" destOrd="0" presId="urn:microsoft.com/office/officeart/2016/7/layout/RepeatingBendingProcessNew"/>
    <dgm:cxn modelId="{66D69CCA-20EC-4269-AF5B-FDE6CCF64808}" type="presOf" srcId="{53EAD0E6-12BB-4B8C-8C4E-577ABB556FCC}" destId="{498ACEA0-D7D1-4EFF-ABE3-5C0B2A62B739}" srcOrd="0" destOrd="0" presId="urn:microsoft.com/office/officeart/2016/7/layout/RepeatingBendingProcessNew"/>
    <dgm:cxn modelId="{43B025CC-36C1-48C8-A78E-91ED65F51E03}" type="presOf" srcId="{5EF52E30-A9C3-4D92-87C0-38CD9A973C79}" destId="{77AC67FB-A43D-4FCE-B7AE-1EC797953FDC}" srcOrd="1" destOrd="0" presId="urn:microsoft.com/office/officeart/2016/7/layout/RepeatingBendingProcessNew"/>
    <dgm:cxn modelId="{D45C31CC-77A0-4FAC-8B01-EF5A02B7D6EE}" type="presOf" srcId="{A24279D6-DEC5-4C06-BDEA-C0F8AD590008}" destId="{EA3CB94F-D99B-4AD7-82F3-14796A2F9070}" srcOrd="1" destOrd="0" presId="urn:microsoft.com/office/officeart/2016/7/layout/RepeatingBendingProcessNew"/>
    <dgm:cxn modelId="{1F9C5CCC-E1F5-48D0-A052-D84403C46B14}" srcId="{D6ED9F94-EB46-4CEB-82FE-CC5531BF534C}" destId="{D1F664FF-B529-47C9-8DFD-1363FFC13646}" srcOrd="27" destOrd="0" parTransId="{C09F27A8-DC5D-450D-857E-C68D9B6E10D8}" sibTransId="{FCF459A4-0C21-491C-91D8-A44B0FF953A8}"/>
    <dgm:cxn modelId="{C359AECC-31AF-4015-98B2-E8171DE47AB8}" srcId="{D6ED9F94-EB46-4CEB-82FE-CC5531BF534C}" destId="{E7A2DD28-DD95-4948-947A-A11F18BACB69}" srcOrd="5" destOrd="0" parTransId="{2BBC3888-1375-46FF-AEFC-D9088153DF2B}" sibTransId="{0E0CF1A1-FB41-41C9-AC00-3FDE6234E121}"/>
    <dgm:cxn modelId="{48D729CD-A593-4473-83C9-A08F38ED7A4A}" srcId="{D6ED9F94-EB46-4CEB-82FE-CC5531BF534C}" destId="{D9F63099-6E2E-46A9-8C33-780F8CEDA9DD}" srcOrd="18" destOrd="0" parTransId="{800DF10B-DDCB-49DE-8F44-915E679C034D}" sibTransId="{8A80D763-698C-40E8-85C3-57C10EA5E0E6}"/>
    <dgm:cxn modelId="{56FC0ECF-F38F-4D2E-AC4F-FA3CB7FAAE7B}" type="presOf" srcId="{607EC384-444D-42AD-831C-0D0073ABADFA}" destId="{CB8481D6-69E5-4AD2-9388-BCF8FB1A1E95}" srcOrd="0" destOrd="0" presId="urn:microsoft.com/office/officeart/2016/7/layout/RepeatingBendingProcessNew"/>
    <dgm:cxn modelId="{24DB11CF-E8D5-4952-BD89-25FF58E4EFB5}" type="presOf" srcId="{34CDA897-FCDE-4A11-AFE4-B6EFAB8DC357}" destId="{6283F3CA-C50B-4A91-B258-4272284ACE87}" srcOrd="0" destOrd="0" presId="urn:microsoft.com/office/officeart/2016/7/layout/RepeatingBendingProcessNew"/>
    <dgm:cxn modelId="{0F6E92CF-7F70-4004-8C1F-F14E51CE2EF9}" type="presOf" srcId="{54D79866-8605-4993-8BD1-B10E2CA16BAA}" destId="{57383D97-82EC-4FBE-9567-42B8452E14D4}" srcOrd="1" destOrd="0" presId="urn:microsoft.com/office/officeart/2016/7/layout/RepeatingBendingProcessNew"/>
    <dgm:cxn modelId="{C3FAA7CF-C963-4792-B4F5-5B054DE61887}" type="presOf" srcId="{F14CEDDE-CDAF-4E4A-A568-CD05E23F30BD}" destId="{06B1A83B-747E-4DE0-B569-24367F31909F}" srcOrd="0" destOrd="0" presId="urn:microsoft.com/office/officeart/2016/7/layout/RepeatingBendingProcessNew"/>
    <dgm:cxn modelId="{47AED8D3-D098-40AB-8583-5BF322CC90A1}" type="presOf" srcId="{E57D7536-8933-44FB-AAB0-C7816ADD8D34}" destId="{E091F411-C686-46BB-8C06-890F08522366}" srcOrd="1" destOrd="0" presId="urn:microsoft.com/office/officeart/2016/7/layout/RepeatingBendingProcessNew"/>
    <dgm:cxn modelId="{65B1A2D4-440A-4CF1-AAE5-45CC02C7A406}" type="presOf" srcId="{2C334FB8-3B42-4658-A29B-EB91DA1897D3}" destId="{450A1873-85E9-4F63-9E8B-BE5C4B51F9BB}" srcOrd="1" destOrd="0" presId="urn:microsoft.com/office/officeart/2016/7/layout/RepeatingBendingProcessNew"/>
    <dgm:cxn modelId="{F23FA6D5-A0AF-46A7-886E-5F52B3CEF267}" type="presOf" srcId="{353B2291-31E0-47BA-A4F2-6AE932E29305}" destId="{7E05C954-BAD4-4537-B4FF-68723B2F91CF}" srcOrd="0" destOrd="0" presId="urn:microsoft.com/office/officeart/2016/7/layout/RepeatingBendingProcessNew"/>
    <dgm:cxn modelId="{AC3A36D6-EE19-4FE7-A931-E6FE15CB5EE3}" type="presOf" srcId="{2E604646-D217-41F3-A089-559A44F397C1}" destId="{DDFAC9D4-6EA2-49F7-918F-837CAB3ADB4F}" srcOrd="1" destOrd="0" presId="urn:microsoft.com/office/officeart/2016/7/layout/RepeatingBendingProcessNew"/>
    <dgm:cxn modelId="{DCE0A5D6-4C88-4E53-99E7-3B95C4C4D3F9}" type="presOf" srcId="{08721671-55F5-4F0D-86F9-16277DC374DF}" destId="{4CF94659-C1CB-4E19-8539-70E2A0AF9FB4}" srcOrd="0" destOrd="0" presId="urn:microsoft.com/office/officeart/2016/7/layout/RepeatingBendingProcessNew"/>
    <dgm:cxn modelId="{1D9CC0D6-DB61-476B-B631-CE52D4B16202}" type="presOf" srcId="{08721671-55F5-4F0D-86F9-16277DC374DF}" destId="{45392825-5059-4BE7-9C3C-FFCDAEFB391F}" srcOrd="1" destOrd="0" presId="urn:microsoft.com/office/officeart/2016/7/layout/RepeatingBendingProcessNew"/>
    <dgm:cxn modelId="{CCF26DD7-4F78-4DD1-9BFB-76404797180C}" type="presOf" srcId="{6546121C-4C41-4041-976A-4C6E820BD28E}" destId="{7296702E-7A0F-4964-849F-EF8EC8EF44F9}" srcOrd="0" destOrd="0" presId="urn:microsoft.com/office/officeart/2016/7/layout/RepeatingBendingProcessNew"/>
    <dgm:cxn modelId="{868110D8-DED5-49F8-8003-27D4C6796DD6}" type="presOf" srcId="{25CA2D76-B83B-46A0-8657-38A8A6FF5058}" destId="{22F31B09-6D7F-439B-A115-256DCDA1F70D}" srcOrd="0" destOrd="0" presId="urn:microsoft.com/office/officeart/2016/7/layout/RepeatingBendingProcessNew"/>
    <dgm:cxn modelId="{4B07FEDA-0AD9-4C49-BAFA-1B915EB63CB3}" srcId="{D6ED9F94-EB46-4CEB-82FE-CC5531BF534C}" destId="{BA487604-CC60-4E4E-989C-3EED437D004E}" srcOrd="14" destOrd="0" parTransId="{7F17286F-DC3F-438A-BDE6-EFD6E45BE873}" sibTransId="{2E604646-D217-41F3-A089-559A44F397C1}"/>
    <dgm:cxn modelId="{DFDD21E1-BB2F-4362-85A6-54923C7478B7}" type="presOf" srcId="{8F9A2DDF-5C2C-49CB-9064-4BC7C0C90E3A}" destId="{A4ED953A-D907-4C3A-ABA1-5196D7AB1E63}" srcOrd="0" destOrd="0" presId="urn:microsoft.com/office/officeart/2016/7/layout/RepeatingBendingProcessNew"/>
    <dgm:cxn modelId="{77E34CE1-637B-4F3E-BAA7-DD6E3CC31AE8}" srcId="{D6ED9F94-EB46-4CEB-82FE-CC5531BF534C}" destId="{53D0BFCC-8BC3-4484-987D-9363B7393160}" srcOrd="1" destOrd="0" parTransId="{80A7E3B6-439E-4D32-9873-29487D0A3EE0}" sibTransId="{0CABEC53-BEA1-4B37-AECB-30D8ADDC2A7A}"/>
    <dgm:cxn modelId="{5685B7E2-E75E-45BD-A2B9-826539B07B07}" type="presOf" srcId="{9E412E80-0496-45EB-B93F-06273BA3FEB3}" destId="{6F4B88D0-A295-4E8D-9215-62C4F444C89F}" srcOrd="0" destOrd="0" presId="urn:microsoft.com/office/officeart/2016/7/layout/RepeatingBendingProcessNew"/>
    <dgm:cxn modelId="{51E6F7E4-6D65-4908-ABEF-7C81D4B14D9A}" type="presOf" srcId="{9CC4EE6A-B2B6-43A7-8749-F2BAC14FA8EB}" destId="{D2CD58C5-DFE6-466B-B271-E4C42B930D08}" srcOrd="0" destOrd="0" presId="urn:microsoft.com/office/officeart/2016/7/layout/RepeatingBendingProcessNew"/>
    <dgm:cxn modelId="{BAE898E5-0F9C-4F8E-A8E6-401B84821139}" type="presOf" srcId="{EC685035-4ADE-44CB-8E9E-E253D9B07790}" destId="{C843A351-CBCD-4241-A50B-0921256B279A}" srcOrd="0" destOrd="0" presId="urn:microsoft.com/office/officeart/2016/7/layout/RepeatingBendingProcessNew"/>
    <dgm:cxn modelId="{D97286E6-A5B3-48A1-B230-162857D5E8AD}" type="presOf" srcId="{D9F63099-6E2E-46A9-8C33-780F8CEDA9DD}" destId="{0DA3E1BD-4E84-445A-946E-605CBB9FBDE6}" srcOrd="0" destOrd="0" presId="urn:microsoft.com/office/officeart/2016/7/layout/RepeatingBendingProcessNew"/>
    <dgm:cxn modelId="{8F7E44EA-D061-4DAE-87A9-22EF3A50C561}" type="presOf" srcId="{AD0DD6DE-213A-4513-99B1-247C09C4818A}" destId="{A3303FF6-A36C-4607-A9A9-FA6EB56E5EF2}" srcOrd="0" destOrd="0" presId="urn:microsoft.com/office/officeart/2016/7/layout/RepeatingBendingProcessNew"/>
    <dgm:cxn modelId="{9CA200EC-2543-4D4B-A007-D334F2A6404E}" srcId="{D6ED9F94-EB46-4CEB-82FE-CC5531BF534C}" destId="{EB2C7F29-378A-423D-A284-88964A585C70}" srcOrd="15" destOrd="0" parTransId="{1AF7186F-048D-4F51-9D73-33E24AFC573E}" sibTransId="{09A6F4B6-059C-4CCD-90F4-8325BC050C31}"/>
    <dgm:cxn modelId="{34810BEE-D9CA-4A92-985E-FAAD9CB84543}" type="presOf" srcId="{2AB64119-2262-42EE-914D-B6ED8CEA76CF}" destId="{7B06401C-8D8E-477B-B8B7-D8A0D1866970}" srcOrd="0" destOrd="0" presId="urn:microsoft.com/office/officeart/2016/7/layout/RepeatingBendingProcessNew"/>
    <dgm:cxn modelId="{BB9915EE-D6A9-43CF-977A-8B27A7193CF8}" type="presOf" srcId="{8F577111-94B0-42CB-8014-735AE962189F}" destId="{FE46CEAA-77A9-4849-9F20-A5B5E7246CCB}" srcOrd="0" destOrd="0" presId="urn:microsoft.com/office/officeart/2016/7/layout/RepeatingBendingProcessNew"/>
    <dgm:cxn modelId="{73A075EF-9182-4571-89F9-435E5533E359}" type="presOf" srcId="{0E0CF1A1-FB41-41C9-AC00-3FDE6234E121}" destId="{7FDD141C-0C94-4DAB-9DA7-B4C74A899D0D}" srcOrd="0" destOrd="0" presId="urn:microsoft.com/office/officeart/2016/7/layout/RepeatingBendingProcessNew"/>
    <dgm:cxn modelId="{74A7A6EF-9752-47F0-9714-AB06483F4C6E}" type="presOf" srcId="{6546121C-4C41-4041-976A-4C6E820BD28E}" destId="{2E1D28BA-3C25-46EB-BF23-784401870BB3}" srcOrd="1" destOrd="0" presId="urn:microsoft.com/office/officeart/2016/7/layout/RepeatingBendingProcessNew"/>
    <dgm:cxn modelId="{09EA80F0-AE2E-4441-8C27-EFEC53DE93AF}" type="presOf" srcId="{2E604646-D217-41F3-A089-559A44F397C1}" destId="{70A612C5-5F10-4AEB-AE55-F5049AC664CA}" srcOrd="0" destOrd="0" presId="urn:microsoft.com/office/officeart/2016/7/layout/RepeatingBendingProcessNew"/>
    <dgm:cxn modelId="{EBE6E6F5-9229-44AA-BC3E-A47743A15B31}" srcId="{D6ED9F94-EB46-4CEB-82FE-CC5531BF534C}" destId="{33B3F3CC-1251-4499-ABC4-249875393C90}" srcOrd="16" destOrd="0" parTransId="{600F8075-E535-4232-B64B-D86D5965E851}" sibTransId="{F9B3D9B9-9C75-4B03-838E-CE591D08D248}"/>
    <dgm:cxn modelId="{47509BF8-8E1D-4D07-B3D6-566A41F822F1}" type="presOf" srcId="{54D79866-8605-4993-8BD1-B10E2CA16BAA}" destId="{8F5373B0-E085-41BE-A981-A110F58827DB}" srcOrd="0" destOrd="0" presId="urn:microsoft.com/office/officeart/2016/7/layout/RepeatingBendingProcessNew"/>
    <dgm:cxn modelId="{83AF1CFA-03E2-4A96-BA0A-CBDEB3F5F132}" srcId="{D6ED9F94-EB46-4CEB-82FE-CC5531BF534C}" destId="{2AB64119-2262-42EE-914D-B6ED8CEA76CF}" srcOrd="7" destOrd="0" parTransId="{C207650D-2732-44B2-85B1-8AE087269B0B}" sibTransId="{08721671-55F5-4F0D-86F9-16277DC374DF}"/>
    <dgm:cxn modelId="{392295FA-2F34-43DB-94C3-6157CDDC9164}" type="presOf" srcId="{53D0BFCC-8BC3-4484-987D-9363B7393160}" destId="{A7F404EE-2282-436C-A64E-1B7818FA3881}" srcOrd="0" destOrd="0" presId="urn:microsoft.com/office/officeart/2016/7/layout/RepeatingBendingProcessNew"/>
    <dgm:cxn modelId="{B8D53DFE-73CE-4D67-80B7-0289A12C0B57}" srcId="{D6ED9F94-EB46-4CEB-82FE-CC5531BF534C}" destId="{25CA2D76-B83B-46A0-8657-38A8A6FF5058}" srcOrd="28" destOrd="0" parTransId="{27D5BD9C-CA63-4117-B26A-2FDED5DF771C}" sibTransId="{AE145A2E-8492-4676-9072-834050213E8A}"/>
    <dgm:cxn modelId="{A71CFE33-0368-47EE-821F-584DB1FC6267}" type="presParOf" srcId="{63E00B5C-BBA2-482F-96D3-725612E4E173}" destId="{F11B8622-0B2F-48AD-B7E9-9164C35208AF}" srcOrd="0" destOrd="0" presId="urn:microsoft.com/office/officeart/2016/7/layout/RepeatingBendingProcessNew"/>
    <dgm:cxn modelId="{7DBFAA28-4972-4E73-973F-891943D9605A}" type="presParOf" srcId="{63E00B5C-BBA2-482F-96D3-725612E4E173}" destId="{0BC66CD8-107B-4275-94E4-565B9027EEC1}" srcOrd="1" destOrd="0" presId="urn:microsoft.com/office/officeart/2016/7/layout/RepeatingBendingProcessNew"/>
    <dgm:cxn modelId="{466C9B65-FDEA-4406-BCAE-FDDB96C4DDF0}" type="presParOf" srcId="{0BC66CD8-107B-4275-94E4-565B9027EEC1}" destId="{7BE16110-1B83-4C21-BAAA-EBF9415EC35C}" srcOrd="0" destOrd="0" presId="urn:microsoft.com/office/officeart/2016/7/layout/RepeatingBendingProcessNew"/>
    <dgm:cxn modelId="{7E0E4F39-8F01-446C-98F8-E477ECA07B78}" type="presParOf" srcId="{63E00B5C-BBA2-482F-96D3-725612E4E173}" destId="{A7F404EE-2282-436C-A64E-1B7818FA3881}" srcOrd="2" destOrd="0" presId="urn:microsoft.com/office/officeart/2016/7/layout/RepeatingBendingProcessNew"/>
    <dgm:cxn modelId="{0BC2AAA0-88E8-4849-9982-81ECD5C7B1E9}" type="presParOf" srcId="{63E00B5C-BBA2-482F-96D3-725612E4E173}" destId="{D190D26D-725E-4AB6-B071-49810F87FD9D}" srcOrd="3" destOrd="0" presId="urn:microsoft.com/office/officeart/2016/7/layout/RepeatingBendingProcessNew"/>
    <dgm:cxn modelId="{06419CA3-3E0A-48AA-9575-5AD264C05C52}" type="presParOf" srcId="{D190D26D-725E-4AB6-B071-49810F87FD9D}" destId="{450A8480-A6AB-4406-B9AE-76CFB44BCAE5}" srcOrd="0" destOrd="0" presId="urn:microsoft.com/office/officeart/2016/7/layout/RepeatingBendingProcessNew"/>
    <dgm:cxn modelId="{ACD75064-B1C2-44F6-9B5C-819941177D10}" type="presParOf" srcId="{63E00B5C-BBA2-482F-96D3-725612E4E173}" destId="{C843A351-CBCD-4241-A50B-0921256B279A}" srcOrd="4" destOrd="0" presId="urn:microsoft.com/office/officeart/2016/7/layout/RepeatingBendingProcessNew"/>
    <dgm:cxn modelId="{C4876C52-23E5-45A6-9823-F432B5FA0CB2}" type="presParOf" srcId="{63E00B5C-BBA2-482F-96D3-725612E4E173}" destId="{6283F3CA-C50B-4A91-B258-4272284ACE87}" srcOrd="5" destOrd="0" presId="urn:microsoft.com/office/officeart/2016/7/layout/RepeatingBendingProcessNew"/>
    <dgm:cxn modelId="{4585DAC2-497E-489B-A48E-BBBD01D7C468}" type="presParOf" srcId="{6283F3CA-C50B-4A91-B258-4272284ACE87}" destId="{310E0B5E-7140-4057-972F-4C682B3B7AE3}" srcOrd="0" destOrd="0" presId="urn:microsoft.com/office/officeart/2016/7/layout/RepeatingBendingProcessNew"/>
    <dgm:cxn modelId="{45EF9C1C-7BA3-4992-8233-87C5D5E1F5EF}" type="presParOf" srcId="{63E00B5C-BBA2-482F-96D3-725612E4E173}" destId="{498ACEA0-D7D1-4EFF-ABE3-5C0B2A62B739}" srcOrd="6" destOrd="0" presId="urn:microsoft.com/office/officeart/2016/7/layout/RepeatingBendingProcessNew"/>
    <dgm:cxn modelId="{28214633-C793-4133-A77B-2CE199E88C1B}" type="presParOf" srcId="{63E00B5C-BBA2-482F-96D3-725612E4E173}" destId="{BF1F3788-B445-4D80-81F0-6E2D42585846}" srcOrd="7" destOrd="0" presId="urn:microsoft.com/office/officeart/2016/7/layout/RepeatingBendingProcessNew"/>
    <dgm:cxn modelId="{96F6D18F-22E7-439A-AFB0-A20DF47D11B6}" type="presParOf" srcId="{BF1F3788-B445-4D80-81F0-6E2D42585846}" destId="{450A1873-85E9-4F63-9E8B-BE5C4B51F9BB}" srcOrd="0" destOrd="0" presId="urn:microsoft.com/office/officeart/2016/7/layout/RepeatingBendingProcessNew"/>
    <dgm:cxn modelId="{0F8B0EF6-79CE-4F0B-8DEE-C9D32DBE8E5B}" type="presParOf" srcId="{63E00B5C-BBA2-482F-96D3-725612E4E173}" destId="{6221028C-7D27-477F-92A4-094A7200A3E1}" srcOrd="8" destOrd="0" presId="urn:microsoft.com/office/officeart/2016/7/layout/RepeatingBendingProcessNew"/>
    <dgm:cxn modelId="{79B0EEB1-FF9D-4B81-B0C4-DE18071AD456}" type="presParOf" srcId="{63E00B5C-BBA2-482F-96D3-725612E4E173}" destId="{C98BC747-35C4-406A-8320-17E650D6C198}" srcOrd="9" destOrd="0" presId="urn:microsoft.com/office/officeart/2016/7/layout/RepeatingBendingProcessNew"/>
    <dgm:cxn modelId="{A4062CF5-3E1A-4711-8674-EA7A38A92848}" type="presParOf" srcId="{C98BC747-35C4-406A-8320-17E650D6C198}" destId="{EA3CB94F-D99B-4AD7-82F3-14796A2F9070}" srcOrd="0" destOrd="0" presId="urn:microsoft.com/office/officeart/2016/7/layout/RepeatingBendingProcessNew"/>
    <dgm:cxn modelId="{F7CE5955-F325-4925-906E-53BA824471EB}" type="presParOf" srcId="{63E00B5C-BBA2-482F-96D3-725612E4E173}" destId="{7D4DF64B-9614-4120-9E6E-208E8AC5FE86}" srcOrd="10" destOrd="0" presId="urn:microsoft.com/office/officeart/2016/7/layout/RepeatingBendingProcessNew"/>
    <dgm:cxn modelId="{50886B7A-E5E2-4FA1-9884-46CAF8524A11}" type="presParOf" srcId="{63E00B5C-BBA2-482F-96D3-725612E4E173}" destId="{7FDD141C-0C94-4DAB-9DA7-B4C74A899D0D}" srcOrd="11" destOrd="0" presId="urn:microsoft.com/office/officeart/2016/7/layout/RepeatingBendingProcessNew"/>
    <dgm:cxn modelId="{21A97F23-6C14-4EB4-B361-CAF63791813E}" type="presParOf" srcId="{7FDD141C-0C94-4DAB-9DA7-B4C74A899D0D}" destId="{21CE1ECC-36DA-4372-9718-73BDA4FD15BC}" srcOrd="0" destOrd="0" presId="urn:microsoft.com/office/officeart/2016/7/layout/RepeatingBendingProcessNew"/>
    <dgm:cxn modelId="{307A85FD-B662-40EB-932C-812F5917DB7E}" type="presParOf" srcId="{63E00B5C-BBA2-482F-96D3-725612E4E173}" destId="{A3303FF6-A36C-4607-A9A9-FA6EB56E5EF2}" srcOrd="12" destOrd="0" presId="urn:microsoft.com/office/officeart/2016/7/layout/RepeatingBendingProcessNew"/>
    <dgm:cxn modelId="{D1C9F572-AA7A-4174-934B-35713CA7DD78}" type="presParOf" srcId="{63E00B5C-BBA2-482F-96D3-725612E4E173}" destId="{06B1A83B-747E-4DE0-B569-24367F31909F}" srcOrd="13" destOrd="0" presId="urn:microsoft.com/office/officeart/2016/7/layout/RepeatingBendingProcessNew"/>
    <dgm:cxn modelId="{214AD842-BBF1-455B-AE6E-E227996C2B45}" type="presParOf" srcId="{06B1A83B-747E-4DE0-B569-24367F31909F}" destId="{44CF5BDF-7FA3-45B8-90DB-97B69EEBC28C}" srcOrd="0" destOrd="0" presId="urn:microsoft.com/office/officeart/2016/7/layout/RepeatingBendingProcessNew"/>
    <dgm:cxn modelId="{FB03D8CA-A7DA-4AEB-B155-D0767C7CEC58}" type="presParOf" srcId="{63E00B5C-BBA2-482F-96D3-725612E4E173}" destId="{7B06401C-8D8E-477B-B8B7-D8A0D1866970}" srcOrd="14" destOrd="0" presId="urn:microsoft.com/office/officeart/2016/7/layout/RepeatingBendingProcessNew"/>
    <dgm:cxn modelId="{92E47101-9CDA-4367-8449-8C670A26BAC4}" type="presParOf" srcId="{63E00B5C-BBA2-482F-96D3-725612E4E173}" destId="{4CF94659-C1CB-4E19-8539-70E2A0AF9FB4}" srcOrd="15" destOrd="0" presId="urn:microsoft.com/office/officeart/2016/7/layout/RepeatingBendingProcessNew"/>
    <dgm:cxn modelId="{7CCB8BC8-73CA-48F4-A6D2-96B7DC3EC1C4}" type="presParOf" srcId="{4CF94659-C1CB-4E19-8539-70E2A0AF9FB4}" destId="{45392825-5059-4BE7-9C3C-FFCDAEFB391F}" srcOrd="0" destOrd="0" presId="urn:microsoft.com/office/officeart/2016/7/layout/RepeatingBendingProcessNew"/>
    <dgm:cxn modelId="{1F9CE524-3E13-4F6C-8325-E6052F339276}" type="presParOf" srcId="{63E00B5C-BBA2-482F-96D3-725612E4E173}" destId="{C952F236-2AF9-4F44-847D-A4D16AF4060C}" srcOrd="16" destOrd="0" presId="urn:microsoft.com/office/officeart/2016/7/layout/RepeatingBendingProcessNew"/>
    <dgm:cxn modelId="{136420F9-B96C-46A8-B4EE-2AC27AEE862B}" type="presParOf" srcId="{63E00B5C-BBA2-482F-96D3-725612E4E173}" destId="{FE46CEAA-77A9-4849-9F20-A5B5E7246CCB}" srcOrd="17" destOrd="0" presId="urn:microsoft.com/office/officeart/2016/7/layout/RepeatingBendingProcessNew"/>
    <dgm:cxn modelId="{4AB96AD6-F0FD-44B5-86D3-6342254DA2B2}" type="presParOf" srcId="{FE46CEAA-77A9-4849-9F20-A5B5E7246CCB}" destId="{F8B5BEC9-EAAA-433A-8FB6-2E6A0192D6FF}" srcOrd="0" destOrd="0" presId="urn:microsoft.com/office/officeart/2016/7/layout/RepeatingBendingProcessNew"/>
    <dgm:cxn modelId="{6549668E-2321-4027-98DD-31339F15B979}" type="presParOf" srcId="{63E00B5C-BBA2-482F-96D3-725612E4E173}" destId="{D95FC16B-732A-41FE-8E36-A6229B843A21}" srcOrd="18" destOrd="0" presId="urn:microsoft.com/office/officeart/2016/7/layout/RepeatingBendingProcessNew"/>
    <dgm:cxn modelId="{59D2577E-C1E1-4613-9358-36F4E8737400}" type="presParOf" srcId="{63E00B5C-BBA2-482F-96D3-725612E4E173}" destId="{E8BDA922-807D-4516-915F-D792E42B9BB7}" srcOrd="19" destOrd="0" presId="urn:microsoft.com/office/officeart/2016/7/layout/RepeatingBendingProcessNew"/>
    <dgm:cxn modelId="{59902799-6409-4243-BB88-DF15782D5B04}" type="presParOf" srcId="{E8BDA922-807D-4516-915F-D792E42B9BB7}" destId="{2CABBAC6-95A2-4E24-A4E3-FE876AE42FFF}" srcOrd="0" destOrd="0" presId="urn:microsoft.com/office/officeart/2016/7/layout/RepeatingBendingProcessNew"/>
    <dgm:cxn modelId="{B8BD9EBB-A0BA-481F-BE6F-3889ED161DFD}" type="presParOf" srcId="{63E00B5C-BBA2-482F-96D3-725612E4E173}" destId="{C4B325E3-F472-4DB6-9329-C75D3297EDAC}" srcOrd="20" destOrd="0" presId="urn:microsoft.com/office/officeart/2016/7/layout/RepeatingBendingProcessNew"/>
    <dgm:cxn modelId="{3D310E3E-45D8-4A46-9302-8924B6826437}" type="presParOf" srcId="{63E00B5C-BBA2-482F-96D3-725612E4E173}" destId="{0155634C-F49F-49BD-8E71-A7A82746E127}" srcOrd="21" destOrd="0" presId="urn:microsoft.com/office/officeart/2016/7/layout/RepeatingBendingProcessNew"/>
    <dgm:cxn modelId="{27632666-C0BB-40BD-B5EF-2D000B19FDC5}" type="presParOf" srcId="{0155634C-F49F-49BD-8E71-A7A82746E127}" destId="{E87DCEC5-9CC2-4D8D-9BB5-9ED577C001D5}" srcOrd="0" destOrd="0" presId="urn:microsoft.com/office/officeart/2016/7/layout/RepeatingBendingProcessNew"/>
    <dgm:cxn modelId="{663594AD-0DD3-4FDF-9A5B-5E5A3D4CFF1C}" type="presParOf" srcId="{63E00B5C-BBA2-482F-96D3-725612E4E173}" destId="{8D2C7F5B-718E-4582-8A0E-035481FAB6D5}" srcOrd="22" destOrd="0" presId="urn:microsoft.com/office/officeart/2016/7/layout/RepeatingBendingProcessNew"/>
    <dgm:cxn modelId="{9D9473AC-5FE5-4D55-BC19-7096477495D4}" type="presParOf" srcId="{63E00B5C-BBA2-482F-96D3-725612E4E173}" destId="{9DC38AA2-8DFF-4C16-B4AD-53C34A25E9B3}" srcOrd="23" destOrd="0" presId="urn:microsoft.com/office/officeart/2016/7/layout/RepeatingBendingProcessNew"/>
    <dgm:cxn modelId="{DD4DA520-E576-48A6-B14D-B7B160D5E1C7}" type="presParOf" srcId="{9DC38AA2-8DFF-4C16-B4AD-53C34A25E9B3}" destId="{D296A32A-0919-47E0-937D-ABF6F13DF481}" srcOrd="0" destOrd="0" presId="urn:microsoft.com/office/officeart/2016/7/layout/RepeatingBendingProcessNew"/>
    <dgm:cxn modelId="{1C21A1F9-F407-4EA9-893F-223F1508C90E}" type="presParOf" srcId="{63E00B5C-BBA2-482F-96D3-725612E4E173}" destId="{A4ED953A-D907-4C3A-ABA1-5196D7AB1E63}" srcOrd="24" destOrd="0" presId="urn:microsoft.com/office/officeart/2016/7/layout/RepeatingBendingProcessNew"/>
    <dgm:cxn modelId="{A7974221-4BE0-46D3-A180-71B32D1DE306}" type="presParOf" srcId="{63E00B5C-BBA2-482F-96D3-725612E4E173}" destId="{F6F75BB3-941C-4A59-A4F2-45C301D3C422}" srcOrd="25" destOrd="0" presId="urn:microsoft.com/office/officeart/2016/7/layout/RepeatingBendingProcessNew"/>
    <dgm:cxn modelId="{1ACB2E08-D5BE-48F8-8098-D86561E3DCAC}" type="presParOf" srcId="{F6F75BB3-941C-4A59-A4F2-45C301D3C422}" destId="{35AFD9BC-1EF1-4174-B519-68DFA6EACC4C}" srcOrd="0" destOrd="0" presId="urn:microsoft.com/office/officeart/2016/7/layout/RepeatingBendingProcessNew"/>
    <dgm:cxn modelId="{A63AC524-46D1-4383-BF87-E16C538108AE}" type="presParOf" srcId="{63E00B5C-BBA2-482F-96D3-725612E4E173}" destId="{CB8481D6-69E5-4AD2-9388-BCF8FB1A1E95}" srcOrd="26" destOrd="0" presId="urn:microsoft.com/office/officeart/2016/7/layout/RepeatingBendingProcessNew"/>
    <dgm:cxn modelId="{4D162B4F-3D98-46C5-966F-86BBFD4E606A}" type="presParOf" srcId="{63E00B5C-BBA2-482F-96D3-725612E4E173}" destId="{7296702E-7A0F-4964-849F-EF8EC8EF44F9}" srcOrd="27" destOrd="0" presId="urn:microsoft.com/office/officeart/2016/7/layout/RepeatingBendingProcessNew"/>
    <dgm:cxn modelId="{53F12EF0-F331-464F-95B9-EF1D4D38F4C6}" type="presParOf" srcId="{7296702E-7A0F-4964-849F-EF8EC8EF44F9}" destId="{2E1D28BA-3C25-46EB-BF23-784401870BB3}" srcOrd="0" destOrd="0" presId="urn:microsoft.com/office/officeart/2016/7/layout/RepeatingBendingProcessNew"/>
    <dgm:cxn modelId="{DF59F0CE-1A85-425A-96DF-4EABA9DB5FEC}" type="presParOf" srcId="{63E00B5C-BBA2-482F-96D3-725612E4E173}" destId="{38CE29A2-027C-4694-AF0C-12FEA4DC8B7D}" srcOrd="28" destOrd="0" presId="urn:microsoft.com/office/officeart/2016/7/layout/RepeatingBendingProcessNew"/>
    <dgm:cxn modelId="{7C11F4BB-88D2-4F3D-8E6E-4E3E9545A7F2}" type="presParOf" srcId="{63E00B5C-BBA2-482F-96D3-725612E4E173}" destId="{70A612C5-5F10-4AEB-AE55-F5049AC664CA}" srcOrd="29" destOrd="0" presId="urn:microsoft.com/office/officeart/2016/7/layout/RepeatingBendingProcessNew"/>
    <dgm:cxn modelId="{5441C98E-F44E-4013-9F49-07BC14A34A19}" type="presParOf" srcId="{70A612C5-5F10-4AEB-AE55-F5049AC664CA}" destId="{DDFAC9D4-6EA2-49F7-918F-837CAB3ADB4F}" srcOrd="0" destOrd="0" presId="urn:microsoft.com/office/officeart/2016/7/layout/RepeatingBendingProcessNew"/>
    <dgm:cxn modelId="{C9B45E38-B592-493B-B36F-AB413D0B3FFB}" type="presParOf" srcId="{63E00B5C-BBA2-482F-96D3-725612E4E173}" destId="{4486721C-1CDC-45DF-8475-979266E8C855}" srcOrd="30" destOrd="0" presId="urn:microsoft.com/office/officeart/2016/7/layout/RepeatingBendingProcessNew"/>
    <dgm:cxn modelId="{B4C80DE2-7235-4AE4-9E70-021CA5BBBBB0}" type="presParOf" srcId="{63E00B5C-BBA2-482F-96D3-725612E4E173}" destId="{6106915C-6CFC-42D8-BB82-E978D309628B}" srcOrd="31" destOrd="0" presId="urn:microsoft.com/office/officeart/2016/7/layout/RepeatingBendingProcessNew"/>
    <dgm:cxn modelId="{546F6DB2-C808-4105-ADC9-8A0BC3E8B9AE}" type="presParOf" srcId="{6106915C-6CFC-42D8-BB82-E978D309628B}" destId="{9637B857-F8A4-4052-8553-F4A53776E32E}" srcOrd="0" destOrd="0" presId="urn:microsoft.com/office/officeart/2016/7/layout/RepeatingBendingProcessNew"/>
    <dgm:cxn modelId="{59203A43-7C47-4516-9772-487E7F15DA06}" type="presParOf" srcId="{63E00B5C-BBA2-482F-96D3-725612E4E173}" destId="{AB16221F-1467-44BC-A6F1-4A7171E0AF18}" srcOrd="32" destOrd="0" presId="urn:microsoft.com/office/officeart/2016/7/layout/RepeatingBendingProcessNew"/>
    <dgm:cxn modelId="{0C65A813-1A2F-4ECA-BE93-82605F23E1A0}" type="presParOf" srcId="{63E00B5C-BBA2-482F-96D3-725612E4E173}" destId="{D92C44A3-51CB-4A20-A422-28C37ED49950}" srcOrd="33" destOrd="0" presId="urn:microsoft.com/office/officeart/2016/7/layout/RepeatingBendingProcessNew"/>
    <dgm:cxn modelId="{02216E18-6FF6-470F-ABCD-E0A0B3DF07B0}" type="presParOf" srcId="{D92C44A3-51CB-4A20-A422-28C37ED49950}" destId="{4B19954C-CA42-48E5-BD00-15E6E1F52E63}" srcOrd="0" destOrd="0" presId="urn:microsoft.com/office/officeart/2016/7/layout/RepeatingBendingProcessNew"/>
    <dgm:cxn modelId="{04753CE3-25A7-4F0A-8CA3-AD25946267D6}" type="presParOf" srcId="{63E00B5C-BBA2-482F-96D3-725612E4E173}" destId="{D2094AE8-2A62-440D-884C-868D19DCBBED}" srcOrd="34" destOrd="0" presId="urn:microsoft.com/office/officeart/2016/7/layout/RepeatingBendingProcessNew"/>
    <dgm:cxn modelId="{8884301E-FAA0-468A-895A-231382A4E575}" type="presParOf" srcId="{63E00B5C-BBA2-482F-96D3-725612E4E173}" destId="{1539C24C-F348-4057-B1AA-2849E10BA548}" srcOrd="35" destOrd="0" presId="urn:microsoft.com/office/officeart/2016/7/layout/RepeatingBendingProcessNew"/>
    <dgm:cxn modelId="{CB6150A4-D222-4450-B8BE-F6B3CD7C123D}" type="presParOf" srcId="{1539C24C-F348-4057-B1AA-2849E10BA548}" destId="{77AC67FB-A43D-4FCE-B7AE-1EC797953FDC}" srcOrd="0" destOrd="0" presId="urn:microsoft.com/office/officeart/2016/7/layout/RepeatingBendingProcessNew"/>
    <dgm:cxn modelId="{7EBD48E8-0537-48D1-847F-A8FB6745C630}" type="presParOf" srcId="{63E00B5C-BBA2-482F-96D3-725612E4E173}" destId="{0DA3E1BD-4E84-445A-946E-605CBB9FBDE6}" srcOrd="36" destOrd="0" presId="urn:microsoft.com/office/officeart/2016/7/layout/RepeatingBendingProcessNew"/>
    <dgm:cxn modelId="{17A9323E-E983-4125-96B6-7CD7DE60E7E1}" type="presParOf" srcId="{63E00B5C-BBA2-482F-96D3-725612E4E173}" destId="{3A5FF813-E92E-45AA-B7E3-9A0C5B145233}" srcOrd="37" destOrd="0" presId="urn:microsoft.com/office/officeart/2016/7/layout/RepeatingBendingProcessNew"/>
    <dgm:cxn modelId="{C1EBD7F2-3774-40E2-A84A-F3525F4EBF12}" type="presParOf" srcId="{3A5FF813-E92E-45AA-B7E3-9A0C5B145233}" destId="{B2AFEE6B-8CC4-46AF-911C-5DD7D429F475}" srcOrd="0" destOrd="0" presId="urn:microsoft.com/office/officeart/2016/7/layout/RepeatingBendingProcessNew"/>
    <dgm:cxn modelId="{830B1124-6D4C-42F1-AF1A-2669DEA2FDE6}" type="presParOf" srcId="{63E00B5C-BBA2-482F-96D3-725612E4E173}" destId="{BB421084-6D88-40A1-96C6-6643BCE15476}" srcOrd="38" destOrd="0" presId="urn:microsoft.com/office/officeart/2016/7/layout/RepeatingBendingProcessNew"/>
    <dgm:cxn modelId="{3ABFB524-431E-4509-BE36-06267A01788B}" type="presParOf" srcId="{63E00B5C-BBA2-482F-96D3-725612E4E173}" destId="{6F4B88D0-A295-4E8D-9215-62C4F444C89F}" srcOrd="39" destOrd="0" presId="urn:microsoft.com/office/officeart/2016/7/layout/RepeatingBendingProcessNew"/>
    <dgm:cxn modelId="{C4C6A577-6AAF-47E8-8DA2-8FED49F9FF63}" type="presParOf" srcId="{6F4B88D0-A295-4E8D-9215-62C4F444C89F}" destId="{31175228-206A-4348-9EF6-97BF290D9CF1}" srcOrd="0" destOrd="0" presId="urn:microsoft.com/office/officeart/2016/7/layout/RepeatingBendingProcessNew"/>
    <dgm:cxn modelId="{D4684977-603C-4D42-BACE-E794BE63A343}" type="presParOf" srcId="{63E00B5C-BBA2-482F-96D3-725612E4E173}" destId="{FEBBA181-6031-4841-B6A8-F8B1304CB2B8}" srcOrd="40" destOrd="0" presId="urn:microsoft.com/office/officeart/2016/7/layout/RepeatingBendingProcessNew"/>
    <dgm:cxn modelId="{BAF17609-68B7-4C10-A39B-08353F235B13}" type="presParOf" srcId="{63E00B5C-BBA2-482F-96D3-725612E4E173}" destId="{81FCB108-DE83-42AE-ADD8-0DD045CE55E6}" srcOrd="41" destOrd="0" presId="urn:microsoft.com/office/officeart/2016/7/layout/RepeatingBendingProcessNew"/>
    <dgm:cxn modelId="{A7C73808-0811-411A-9048-7DDB3F55959C}" type="presParOf" srcId="{81FCB108-DE83-42AE-ADD8-0DD045CE55E6}" destId="{9D779599-E284-4A43-A11A-2793F744D066}" srcOrd="0" destOrd="0" presId="urn:microsoft.com/office/officeart/2016/7/layout/RepeatingBendingProcessNew"/>
    <dgm:cxn modelId="{3DA21524-CBDC-40D6-8837-9E34E8A9C389}" type="presParOf" srcId="{63E00B5C-BBA2-482F-96D3-725612E4E173}" destId="{D9A8F0B3-74EA-41E3-B29A-9C281A3743A7}" srcOrd="42" destOrd="0" presId="urn:microsoft.com/office/officeart/2016/7/layout/RepeatingBendingProcessNew"/>
    <dgm:cxn modelId="{1F375973-D716-470B-8C60-AB4BC550A672}" type="presParOf" srcId="{63E00B5C-BBA2-482F-96D3-725612E4E173}" destId="{2533C4A2-A8FE-4D71-830E-349C66C9150C}" srcOrd="43" destOrd="0" presId="urn:microsoft.com/office/officeart/2016/7/layout/RepeatingBendingProcessNew"/>
    <dgm:cxn modelId="{C96D7A6E-2320-4CB5-AB8E-A4C5E7289C9B}" type="presParOf" srcId="{2533C4A2-A8FE-4D71-830E-349C66C9150C}" destId="{2A693192-7E91-4B4F-9A07-BB5D043286CF}" srcOrd="0" destOrd="0" presId="urn:microsoft.com/office/officeart/2016/7/layout/RepeatingBendingProcessNew"/>
    <dgm:cxn modelId="{5EA9BEB9-1CCF-4565-8332-9DADC30177E7}" type="presParOf" srcId="{63E00B5C-BBA2-482F-96D3-725612E4E173}" destId="{37E09BBD-1C19-4BA2-B67D-493B61CB4E9B}" srcOrd="44" destOrd="0" presId="urn:microsoft.com/office/officeart/2016/7/layout/RepeatingBendingProcessNew"/>
    <dgm:cxn modelId="{735F1EDA-7D02-422C-9969-70F0C0AAB099}" type="presParOf" srcId="{63E00B5C-BBA2-482F-96D3-725612E4E173}" destId="{FC5D0FE7-51CC-4280-8E22-8E521C68A7EB}" srcOrd="45" destOrd="0" presId="urn:microsoft.com/office/officeart/2016/7/layout/RepeatingBendingProcessNew"/>
    <dgm:cxn modelId="{5DEF17E6-43D3-4509-8A8C-32D9E16B1E1F}" type="presParOf" srcId="{FC5D0FE7-51CC-4280-8E22-8E521C68A7EB}" destId="{7554E2C6-E091-498D-904C-B8941D3FDCE6}" srcOrd="0" destOrd="0" presId="urn:microsoft.com/office/officeart/2016/7/layout/RepeatingBendingProcessNew"/>
    <dgm:cxn modelId="{28A994CB-11CB-43F9-823A-BA7CD81DFFE5}" type="presParOf" srcId="{63E00B5C-BBA2-482F-96D3-725612E4E173}" destId="{7E05C954-BAD4-4537-B4FF-68723B2F91CF}" srcOrd="46" destOrd="0" presId="urn:microsoft.com/office/officeart/2016/7/layout/RepeatingBendingProcessNew"/>
    <dgm:cxn modelId="{47297E22-F4DA-47FF-B348-EAFDDA3FD045}" type="presParOf" srcId="{63E00B5C-BBA2-482F-96D3-725612E4E173}" destId="{A311F4E4-1498-46DA-8674-8EE154DA2572}" srcOrd="47" destOrd="0" presId="urn:microsoft.com/office/officeart/2016/7/layout/RepeatingBendingProcessNew"/>
    <dgm:cxn modelId="{7CCC126E-CE81-4ACA-97EF-54751885D727}" type="presParOf" srcId="{A311F4E4-1498-46DA-8674-8EE154DA2572}" destId="{E091F411-C686-46BB-8C06-890F08522366}" srcOrd="0" destOrd="0" presId="urn:microsoft.com/office/officeart/2016/7/layout/RepeatingBendingProcessNew"/>
    <dgm:cxn modelId="{0A163C58-DC05-48E7-A2C4-53E4DC41385A}" type="presParOf" srcId="{63E00B5C-BBA2-482F-96D3-725612E4E173}" destId="{62235613-844D-4CE1-B77C-C9E3E85EEAF3}" srcOrd="48" destOrd="0" presId="urn:microsoft.com/office/officeart/2016/7/layout/RepeatingBendingProcessNew"/>
    <dgm:cxn modelId="{15828A49-2BCD-4DA1-9EA1-8E484D27BC9E}" type="presParOf" srcId="{63E00B5C-BBA2-482F-96D3-725612E4E173}" destId="{8F5373B0-E085-41BE-A981-A110F58827DB}" srcOrd="49" destOrd="0" presId="urn:microsoft.com/office/officeart/2016/7/layout/RepeatingBendingProcessNew"/>
    <dgm:cxn modelId="{DD42491C-275A-4581-8544-2ADBC63CAC00}" type="presParOf" srcId="{8F5373B0-E085-41BE-A981-A110F58827DB}" destId="{57383D97-82EC-4FBE-9567-42B8452E14D4}" srcOrd="0" destOrd="0" presId="urn:microsoft.com/office/officeart/2016/7/layout/RepeatingBendingProcessNew"/>
    <dgm:cxn modelId="{8D9BBA07-847A-4671-AC69-EA7D7D3C4890}" type="presParOf" srcId="{63E00B5C-BBA2-482F-96D3-725612E4E173}" destId="{691E8DD9-8864-4CEB-8252-04A72C60C57B}" srcOrd="50" destOrd="0" presId="urn:microsoft.com/office/officeart/2016/7/layout/RepeatingBendingProcessNew"/>
    <dgm:cxn modelId="{2B2C6622-BAAA-4598-A5B4-BEC5C4A30BC2}" type="presParOf" srcId="{63E00B5C-BBA2-482F-96D3-725612E4E173}" destId="{EEE93071-90D8-417C-B9C6-E233BA45EDA3}" srcOrd="51" destOrd="0" presId="urn:microsoft.com/office/officeart/2016/7/layout/RepeatingBendingProcessNew"/>
    <dgm:cxn modelId="{7C94C09A-DBF0-413F-BBF3-41B9A228800B}" type="presParOf" srcId="{EEE93071-90D8-417C-B9C6-E233BA45EDA3}" destId="{62FFE98A-C6BB-4F57-AF31-388A637589AF}" srcOrd="0" destOrd="0" presId="urn:microsoft.com/office/officeart/2016/7/layout/RepeatingBendingProcessNew"/>
    <dgm:cxn modelId="{78D2D3F7-0164-434B-8AFA-E47832BEF4BC}" type="presParOf" srcId="{63E00B5C-BBA2-482F-96D3-725612E4E173}" destId="{3EC3A067-AC86-4AEA-AC83-75003DF6E892}" srcOrd="52" destOrd="0" presId="urn:microsoft.com/office/officeart/2016/7/layout/RepeatingBendingProcessNew"/>
    <dgm:cxn modelId="{C34F9DC1-A887-4EAA-BD5F-2B0FBC4F2DE3}" type="presParOf" srcId="{63E00B5C-BBA2-482F-96D3-725612E4E173}" destId="{D2CD58C5-DFE6-466B-B271-E4C42B930D08}" srcOrd="53" destOrd="0" presId="urn:microsoft.com/office/officeart/2016/7/layout/RepeatingBendingProcessNew"/>
    <dgm:cxn modelId="{8E83BEDB-811F-454B-A018-DD74402128AF}" type="presParOf" srcId="{D2CD58C5-DFE6-466B-B271-E4C42B930D08}" destId="{5592F0BD-140C-4992-8B03-94DFB24A84BB}" srcOrd="0" destOrd="0" presId="urn:microsoft.com/office/officeart/2016/7/layout/RepeatingBendingProcessNew"/>
    <dgm:cxn modelId="{E6F4BF8F-1A2D-404C-B6A6-30041055AD62}" type="presParOf" srcId="{63E00B5C-BBA2-482F-96D3-725612E4E173}" destId="{9ADEB150-190C-4DF6-8317-B1A0BFC95ACC}" srcOrd="54" destOrd="0" presId="urn:microsoft.com/office/officeart/2016/7/layout/RepeatingBendingProcessNew"/>
    <dgm:cxn modelId="{810E6307-4D8C-45AE-94CD-45C6F3DF61AD}" type="presParOf" srcId="{63E00B5C-BBA2-482F-96D3-725612E4E173}" destId="{E0894E70-A3A4-451D-81D8-8672F229934D}" srcOrd="55" destOrd="0" presId="urn:microsoft.com/office/officeart/2016/7/layout/RepeatingBendingProcessNew"/>
    <dgm:cxn modelId="{ADF127F5-B495-4A4D-93A3-E690A2304145}" type="presParOf" srcId="{E0894E70-A3A4-451D-81D8-8672F229934D}" destId="{C1761ED3-DA99-4015-8812-B67B61A4D799}" srcOrd="0" destOrd="0" presId="urn:microsoft.com/office/officeart/2016/7/layout/RepeatingBendingProcessNew"/>
    <dgm:cxn modelId="{117921B5-681B-4995-A219-293B32B2C4F2}" type="presParOf" srcId="{63E00B5C-BBA2-482F-96D3-725612E4E173}" destId="{22F31B09-6D7F-439B-A115-256DCDA1F70D}" srcOrd="5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9298AC-935A-4AC4-952B-A86D333BE2B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5CC9FCC-6095-46DE-825C-AF17639CE01C}">
      <dgm:prSet/>
      <dgm:spPr>
        <a:solidFill>
          <a:schemeClr val="accent1"/>
        </a:solidFill>
      </dgm:spPr>
      <dgm:t>
        <a:bodyPr/>
        <a:lstStyle/>
        <a:p>
          <a:r>
            <a:rPr lang="pl-PL" dirty="0"/>
            <a:t>Zakłada się, że zasoby pracy mają potencjał motywacyjny i prowadzą do wysokiego poziomu zaangażowania w pracę (</a:t>
          </a:r>
          <a:r>
            <a:rPr lang="pl-PL" i="1" dirty="0"/>
            <a:t>engagement</a:t>
          </a:r>
          <a:r>
            <a:rPr lang="pl-PL" dirty="0"/>
            <a:t>), czego efektem są wysokie wyniki i efektywność. </a:t>
          </a:r>
          <a:endParaRPr lang="en-US" dirty="0"/>
        </a:p>
      </dgm:t>
    </dgm:pt>
    <dgm:pt modelId="{D300064B-CDC8-4538-BE62-BC670CC00649}" type="parTrans" cxnId="{A5A1FECE-4A05-49E9-A894-CB014796C055}">
      <dgm:prSet/>
      <dgm:spPr/>
      <dgm:t>
        <a:bodyPr/>
        <a:lstStyle/>
        <a:p>
          <a:endParaRPr lang="en-US"/>
        </a:p>
      </dgm:t>
    </dgm:pt>
    <dgm:pt modelId="{04E7DDA2-46C5-4FFE-A077-71A953903951}" type="sibTrans" cxnId="{A5A1FECE-4A05-49E9-A894-CB014796C055}">
      <dgm:prSet/>
      <dgm:spPr/>
      <dgm:t>
        <a:bodyPr/>
        <a:lstStyle/>
        <a:p>
          <a:endParaRPr lang="en-US"/>
        </a:p>
      </dgm:t>
    </dgm:pt>
    <dgm:pt modelId="{333A78A0-84A3-4D9F-91D1-B72F9C70A663}">
      <dgm:prSet/>
      <dgm:spPr>
        <a:solidFill>
          <a:schemeClr val="accent1"/>
        </a:solidFill>
      </dgm:spPr>
      <dgm:t>
        <a:bodyPr/>
        <a:lstStyle/>
        <a:p>
          <a:r>
            <a:rPr lang="pl-PL"/>
            <a:t>Zaangażowanie w pracę rozumiane jest jako stan psychiczny, w którym pracownicy czują się: </a:t>
          </a:r>
          <a:endParaRPr lang="en-US"/>
        </a:p>
      </dgm:t>
    </dgm:pt>
    <dgm:pt modelId="{2E029260-0F1C-4BDA-87AC-0F05B60666A4}" type="parTrans" cxnId="{C3D0790B-A213-4D51-87A1-A1BE9E8FE266}">
      <dgm:prSet/>
      <dgm:spPr/>
      <dgm:t>
        <a:bodyPr/>
        <a:lstStyle/>
        <a:p>
          <a:endParaRPr lang="en-US"/>
        </a:p>
      </dgm:t>
    </dgm:pt>
    <dgm:pt modelId="{25C52CDA-F291-44A6-AD17-D79390C96ACD}" type="sibTrans" cxnId="{C3D0790B-A213-4D51-87A1-A1BE9E8FE266}">
      <dgm:prSet/>
      <dgm:spPr/>
      <dgm:t>
        <a:bodyPr/>
        <a:lstStyle/>
        <a:p>
          <a:endParaRPr lang="en-US"/>
        </a:p>
      </dgm:t>
    </dgm:pt>
    <dgm:pt modelId="{1CD2B502-0817-4663-83F4-FD4DBDC74380}">
      <dgm:prSet/>
      <dgm:spPr>
        <a:solidFill>
          <a:schemeClr val="accent1"/>
        </a:solidFill>
      </dgm:spPr>
      <dgm:t>
        <a:bodyPr/>
        <a:lstStyle/>
        <a:p>
          <a:r>
            <a:rPr lang="pl-PL"/>
            <a:t>pełni energii fizycznej (wigoru / </a:t>
          </a:r>
          <a:r>
            <a:rPr lang="pl-PL" i="1"/>
            <a:t>vigor</a:t>
          </a:r>
          <a:r>
            <a:rPr lang="pl-PL"/>
            <a:t>), </a:t>
          </a:r>
          <a:endParaRPr lang="en-US"/>
        </a:p>
      </dgm:t>
    </dgm:pt>
    <dgm:pt modelId="{85399545-E519-4E90-9AB5-A4782454A8CA}" type="parTrans" cxnId="{40825F0D-4749-43BE-A1F7-CDD871BD417E}">
      <dgm:prSet/>
      <dgm:spPr/>
      <dgm:t>
        <a:bodyPr/>
        <a:lstStyle/>
        <a:p>
          <a:endParaRPr lang="en-US"/>
        </a:p>
      </dgm:t>
    </dgm:pt>
    <dgm:pt modelId="{592B0B5D-9951-4144-A209-1BD5F3BB9A33}" type="sibTrans" cxnId="{40825F0D-4749-43BE-A1F7-CDD871BD417E}">
      <dgm:prSet/>
      <dgm:spPr/>
      <dgm:t>
        <a:bodyPr/>
        <a:lstStyle/>
        <a:p>
          <a:endParaRPr lang="en-US"/>
        </a:p>
      </dgm:t>
    </dgm:pt>
    <dgm:pt modelId="{929382D2-EE09-49FB-881E-9D807C852094}">
      <dgm:prSet/>
      <dgm:spPr>
        <a:solidFill>
          <a:schemeClr val="accent1"/>
        </a:solidFill>
      </dgm:spPr>
      <dgm:t>
        <a:bodyPr/>
        <a:lstStyle/>
        <a:p>
          <a:r>
            <a:rPr lang="pl-PL"/>
            <a:t>są entuzjastycznie nastawieni do swojej pracy i rzeczy, które w niej wykonują (oddanie się pracy / </a:t>
          </a:r>
          <a:r>
            <a:rPr lang="pl-PL" i="1"/>
            <a:t>dedication</a:t>
          </a:r>
          <a:r>
            <a:rPr lang="pl-PL"/>
            <a:t>), </a:t>
          </a:r>
          <a:endParaRPr lang="en-US"/>
        </a:p>
      </dgm:t>
    </dgm:pt>
    <dgm:pt modelId="{8F85E9C3-916B-4EE2-B1F0-4100EBE006CD}" type="parTrans" cxnId="{1C9A8BD5-29CE-454D-9153-ABF3C7853511}">
      <dgm:prSet/>
      <dgm:spPr/>
      <dgm:t>
        <a:bodyPr/>
        <a:lstStyle/>
        <a:p>
          <a:endParaRPr lang="en-US"/>
        </a:p>
      </dgm:t>
    </dgm:pt>
    <dgm:pt modelId="{446AB10E-8F85-4FF9-B314-12F5569674AF}" type="sibTrans" cxnId="{1C9A8BD5-29CE-454D-9153-ABF3C7853511}">
      <dgm:prSet/>
      <dgm:spPr/>
      <dgm:t>
        <a:bodyPr/>
        <a:lstStyle/>
        <a:p>
          <a:endParaRPr lang="en-US"/>
        </a:p>
      </dgm:t>
    </dgm:pt>
    <dgm:pt modelId="{7243F3C3-3A60-45FA-A900-C8259E094F07}">
      <dgm:prSet/>
      <dgm:spPr>
        <a:solidFill>
          <a:schemeClr val="accent1"/>
        </a:solidFill>
      </dgm:spPr>
      <dgm:t>
        <a:bodyPr/>
        <a:lstStyle/>
        <a:p>
          <a:r>
            <a:rPr lang="pl-PL"/>
            <a:t>i są tak pochłonięci swoją pracą, że czas zdaje się płynąć (zaabsorbowanie / </a:t>
          </a:r>
          <a:r>
            <a:rPr lang="pl-PL" i="1"/>
            <a:t>absorption</a:t>
          </a:r>
          <a:r>
            <a:rPr lang="pl-PL"/>
            <a:t>) </a:t>
          </a:r>
          <a:r>
            <a:rPr lang="en-US"/>
            <a:t>(Bakker &amp; Demerouti, 2017; Łaguna i in., 2015; Schaufeli, 2017).</a:t>
          </a:r>
        </a:p>
      </dgm:t>
    </dgm:pt>
    <dgm:pt modelId="{3BA83154-E4AD-4889-83AD-00D9DB44F5AE}" type="parTrans" cxnId="{46AA2C95-5A91-48A6-9516-52C354CCF5A7}">
      <dgm:prSet/>
      <dgm:spPr/>
      <dgm:t>
        <a:bodyPr/>
        <a:lstStyle/>
        <a:p>
          <a:endParaRPr lang="en-US"/>
        </a:p>
      </dgm:t>
    </dgm:pt>
    <dgm:pt modelId="{9F03C1AF-6A35-41A4-8B57-21EEA77CE327}" type="sibTrans" cxnId="{46AA2C95-5A91-48A6-9516-52C354CCF5A7}">
      <dgm:prSet/>
      <dgm:spPr/>
      <dgm:t>
        <a:bodyPr/>
        <a:lstStyle/>
        <a:p>
          <a:endParaRPr lang="en-US"/>
        </a:p>
      </dgm:t>
    </dgm:pt>
    <dgm:pt modelId="{92AF65A9-5C41-4F3D-B2B2-414DE9A79C50}" type="pres">
      <dgm:prSet presAssocID="{139298AC-935A-4AC4-952B-A86D333BE2BE}" presName="Name0" presStyleCnt="0">
        <dgm:presLayoutVars>
          <dgm:dir/>
          <dgm:resizeHandles val="exact"/>
        </dgm:presLayoutVars>
      </dgm:prSet>
      <dgm:spPr/>
    </dgm:pt>
    <dgm:pt modelId="{C7192ED6-34AE-4B6E-A92B-3B0AF9E56EEA}" type="pres">
      <dgm:prSet presAssocID="{15CC9FCC-6095-46DE-825C-AF17639CE01C}" presName="node" presStyleLbl="node1" presStyleIdx="0" presStyleCnt="5">
        <dgm:presLayoutVars>
          <dgm:bulletEnabled val="1"/>
        </dgm:presLayoutVars>
      </dgm:prSet>
      <dgm:spPr/>
    </dgm:pt>
    <dgm:pt modelId="{862EB354-6D59-4DAA-BA9B-C25E55DCCB21}" type="pres">
      <dgm:prSet presAssocID="{04E7DDA2-46C5-4FFE-A077-71A953903951}" presName="sibTrans" presStyleLbl="sibTrans1D1" presStyleIdx="0" presStyleCnt="4"/>
      <dgm:spPr/>
    </dgm:pt>
    <dgm:pt modelId="{692A717A-F1D6-467A-9663-EA4433754349}" type="pres">
      <dgm:prSet presAssocID="{04E7DDA2-46C5-4FFE-A077-71A953903951}" presName="connectorText" presStyleLbl="sibTrans1D1" presStyleIdx="0" presStyleCnt="4"/>
      <dgm:spPr/>
    </dgm:pt>
    <dgm:pt modelId="{C143D7F2-F577-41AC-8210-11C26EC39C77}" type="pres">
      <dgm:prSet presAssocID="{333A78A0-84A3-4D9F-91D1-B72F9C70A663}" presName="node" presStyleLbl="node1" presStyleIdx="1" presStyleCnt="5">
        <dgm:presLayoutVars>
          <dgm:bulletEnabled val="1"/>
        </dgm:presLayoutVars>
      </dgm:prSet>
      <dgm:spPr/>
    </dgm:pt>
    <dgm:pt modelId="{C333FAAC-B8C2-4B28-ACED-15ABAAF80D5A}" type="pres">
      <dgm:prSet presAssocID="{25C52CDA-F291-44A6-AD17-D79390C96ACD}" presName="sibTrans" presStyleLbl="sibTrans1D1" presStyleIdx="1" presStyleCnt="4"/>
      <dgm:spPr/>
    </dgm:pt>
    <dgm:pt modelId="{0CDAC3F3-965F-4045-842F-58711D7FCA30}" type="pres">
      <dgm:prSet presAssocID="{25C52CDA-F291-44A6-AD17-D79390C96ACD}" presName="connectorText" presStyleLbl="sibTrans1D1" presStyleIdx="1" presStyleCnt="4"/>
      <dgm:spPr/>
    </dgm:pt>
    <dgm:pt modelId="{76CE86B6-1DB9-4CB0-AF7B-FD7E28A3908E}" type="pres">
      <dgm:prSet presAssocID="{1CD2B502-0817-4663-83F4-FD4DBDC74380}" presName="node" presStyleLbl="node1" presStyleIdx="2" presStyleCnt="5">
        <dgm:presLayoutVars>
          <dgm:bulletEnabled val="1"/>
        </dgm:presLayoutVars>
      </dgm:prSet>
      <dgm:spPr/>
    </dgm:pt>
    <dgm:pt modelId="{07BA5F6F-60DB-4339-8F73-10C3B65D8352}" type="pres">
      <dgm:prSet presAssocID="{592B0B5D-9951-4144-A209-1BD5F3BB9A33}" presName="sibTrans" presStyleLbl="sibTrans1D1" presStyleIdx="2" presStyleCnt="4"/>
      <dgm:spPr/>
    </dgm:pt>
    <dgm:pt modelId="{1E00773E-C116-4F6F-B643-30A5737CB861}" type="pres">
      <dgm:prSet presAssocID="{592B0B5D-9951-4144-A209-1BD5F3BB9A33}" presName="connectorText" presStyleLbl="sibTrans1D1" presStyleIdx="2" presStyleCnt="4"/>
      <dgm:spPr/>
    </dgm:pt>
    <dgm:pt modelId="{B53AE48B-E355-4A91-A238-13966AD3D636}" type="pres">
      <dgm:prSet presAssocID="{929382D2-EE09-49FB-881E-9D807C852094}" presName="node" presStyleLbl="node1" presStyleIdx="3" presStyleCnt="5">
        <dgm:presLayoutVars>
          <dgm:bulletEnabled val="1"/>
        </dgm:presLayoutVars>
      </dgm:prSet>
      <dgm:spPr/>
    </dgm:pt>
    <dgm:pt modelId="{4A7EDD4E-FEE8-444A-8257-C3AF49A1D12F}" type="pres">
      <dgm:prSet presAssocID="{446AB10E-8F85-4FF9-B314-12F5569674AF}" presName="sibTrans" presStyleLbl="sibTrans1D1" presStyleIdx="3" presStyleCnt="4"/>
      <dgm:spPr/>
    </dgm:pt>
    <dgm:pt modelId="{9AB69C4C-8DCB-411D-BC92-D813922D9419}" type="pres">
      <dgm:prSet presAssocID="{446AB10E-8F85-4FF9-B314-12F5569674AF}" presName="connectorText" presStyleLbl="sibTrans1D1" presStyleIdx="3" presStyleCnt="4"/>
      <dgm:spPr/>
    </dgm:pt>
    <dgm:pt modelId="{5DC75BD7-E4C9-4C6F-8C6F-21E23F5CC994}" type="pres">
      <dgm:prSet presAssocID="{7243F3C3-3A60-45FA-A900-C8259E094F07}" presName="node" presStyleLbl="node1" presStyleIdx="4" presStyleCnt="5">
        <dgm:presLayoutVars>
          <dgm:bulletEnabled val="1"/>
        </dgm:presLayoutVars>
      </dgm:prSet>
      <dgm:spPr/>
    </dgm:pt>
  </dgm:ptLst>
  <dgm:cxnLst>
    <dgm:cxn modelId="{C3D0790B-A213-4D51-87A1-A1BE9E8FE266}" srcId="{139298AC-935A-4AC4-952B-A86D333BE2BE}" destId="{333A78A0-84A3-4D9F-91D1-B72F9C70A663}" srcOrd="1" destOrd="0" parTransId="{2E029260-0F1C-4BDA-87AC-0F05B60666A4}" sibTransId="{25C52CDA-F291-44A6-AD17-D79390C96ACD}"/>
    <dgm:cxn modelId="{40825F0D-4749-43BE-A1F7-CDD871BD417E}" srcId="{139298AC-935A-4AC4-952B-A86D333BE2BE}" destId="{1CD2B502-0817-4663-83F4-FD4DBDC74380}" srcOrd="2" destOrd="0" parTransId="{85399545-E519-4E90-9AB5-A4782454A8CA}" sibTransId="{592B0B5D-9951-4144-A209-1BD5F3BB9A33}"/>
    <dgm:cxn modelId="{382ABD26-2BE8-4EE2-A56B-9738CBB95055}" type="presOf" srcId="{25C52CDA-F291-44A6-AD17-D79390C96ACD}" destId="{C333FAAC-B8C2-4B28-ACED-15ABAAF80D5A}" srcOrd="0" destOrd="0" presId="urn:microsoft.com/office/officeart/2016/7/layout/RepeatingBendingProcessNew"/>
    <dgm:cxn modelId="{1914A338-8F3A-4EA4-B9E9-F5B01516F4EB}" type="presOf" srcId="{15CC9FCC-6095-46DE-825C-AF17639CE01C}" destId="{C7192ED6-34AE-4B6E-A92B-3B0AF9E56EEA}" srcOrd="0" destOrd="0" presId="urn:microsoft.com/office/officeart/2016/7/layout/RepeatingBendingProcessNew"/>
    <dgm:cxn modelId="{A301FE3E-A60D-4B71-8044-CFEA5A16318E}" type="presOf" srcId="{25C52CDA-F291-44A6-AD17-D79390C96ACD}" destId="{0CDAC3F3-965F-4045-842F-58711D7FCA30}" srcOrd="1" destOrd="0" presId="urn:microsoft.com/office/officeart/2016/7/layout/RepeatingBendingProcessNew"/>
    <dgm:cxn modelId="{C95CA05F-DA5D-48C4-8A5D-21D54A9B007E}" type="presOf" srcId="{04E7DDA2-46C5-4FFE-A077-71A953903951}" destId="{692A717A-F1D6-467A-9663-EA4433754349}" srcOrd="1" destOrd="0" presId="urn:microsoft.com/office/officeart/2016/7/layout/RepeatingBendingProcessNew"/>
    <dgm:cxn modelId="{38B1544A-ED33-4020-B10C-2323B2A07A39}" type="presOf" srcId="{04E7DDA2-46C5-4FFE-A077-71A953903951}" destId="{862EB354-6D59-4DAA-BA9B-C25E55DCCB21}" srcOrd="0" destOrd="0" presId="urn:microsoft.com/office/officeart/2016/7/layout/RepeatingBendingProcessNew"/>
    <dgm:cxn modelId="{ECA14C4D-9805-43D3-9A2C-9E8DAB77ADCC}" type="presOf" srcId="{592B0B5D-9951-4144-A209-1BD5F3BB9A33}" destId="{07BA5F6F-60DB-4339-8F73-10C3B65D8352}" srcOrd="0" destOrd="0" presId="urn:microsoft.com/office/officeart/2016/7/layout/RepeatingBendingProcessNew"/>
    <dgm:cxn modelId="{A977A786-8CB1-4B84-B92F-7E6AAFF04F7F}" type="presOf" srcId="{1CD2B502-0817-4663-83F4-FD4DBDC74380}" destId="{76CE86B6-1DB9-4CB0-AF7B-FD7E28A3908E}" srcOrd="0" destOrd="0" presId="urn:microsoft.com/office/officeart/2016/7/layout/RepeatingBendingProcessNew"/>
    <dgm:cxn modelId="{E84BC28B-D644-4454-B096-70A52A0606BF}" type="presOf" srcId="{139298AC-935A-4AC4-952B-A86D333BE2BE}" destId="{92AF65A9-5C41-4F3D-B2B2-414DE9A79C50}" srcOrd="0" destOrd="0" presId="urn:microsoft.com/office/officeart/2016/7/layout/RepeatingBendingProcessNew"/>
    <dgm:cxn modelId="{46AA2C95-5A91-48A6-9516-52C354CCF5A7}" srcId="{139298AC-935A-4AC4-952B-A86D333BE2BE}" destId="{7243F3C3-3A60-45FA-A900-C8259E094F07}" srcOrd="4" destOrd="0" parTransId="{3BA83154-E4AD-4889-83AD-00D9DB44F5AE}" sibTransId="{9F03C1AF-6A35-41A4-8B57-21EEA77CE327}"/>
    <dgm:cxn modelId="{0DAE439D-A9E3-4449-AE16-66FE056CB33A}" type="presOf" srcId="{446AB10E-8F85-4FF9-B314-12F5569674AF}" destId="{4A7EDD4E-FEE8-444A-8257-C3AF49A1D12F}" srcOrd="0" destOrd="0" presId="urn:microsoft.com/office/officeart/2016/7/layout/RepeatingBendingProcessNew"/>
    <dgm:cxn modelId="{BA2BC9B7-56CE-4338-937B-1DA62323FFEC}" type="presOf" srcId="{446AB10E-8F85-4FF9-B314-12F5569674AF}" destId="{9AB69C4C-8DCB-411D-BC92-D813922D9419}" srcOrd="1" destOrd="0" presId="urn:microsoft.com/office/officeart/2016/7/layout/RepeatingBendingProcessNew"/>
    <dgm:cxn modelId="{8E21E2B7-98B8-457E-BA93-34842051353B}" type="presOf" srcId="{333A78A0-84A3-4D9F-91D1-B72F9C70A663}" destId="{C143D7F2-F577-41AC-8210-11C26EC39C77}" srcOrd="0" destOrd="0" presId="urn:microsoft.com/office/officeart/2016/7/layout/RepeatingBendingProcessNew"/>
    <dgm:cxn modelId="{A5A1FECE-4A05-49E9-A894-CB014796C055}" srcId="{139298AC-935A-4AC4-952B-A86D333BE2BE}" destId="{15CC9FCC-6095-46DE-825C-AF17639CE01C}" srcOrd="0" destOrd="0" parTransId="{D300064B-CDC8-4538-BE62-BC670CC00649}" sibTransId="{04E7DDA2-46C5-4FFE-A077-71A953903951}"/>
    <dgm:cxn modelId="{C3A981CF-4BF3-4029-914F-B2D08A110400}" type="presOf" srcId="{7243F3C3-3A60-45FA-A900-C8259E094F07}" destId="{5DC75BD7-E4C9-4C6F-8C6F-21E23F5CC994}" srcOrd="0" destOrd="0" presId="urn:microsoft.com/office/officeart/2016/7/layout/RepeatingBendingProcessNew"/>
    <dgm:cxn modelId="{1C9A8BD5-29CE-454D-9153-ABF3C7853511}" srcId="{139298AC-935A-4AC4-952B-A86D333BE2BE}" destId="{929382D2-EE09-49FB-881E-9D807C852094}" srcOrd="3" destOrd="0" parTransId="{8F85E9C3-916B-4EE2-B1F0-4100EBE006CD}" sibTransId="{446AB10E-8F85-4FF9-B314-12F5569674AF}"/>
    <dgm:cxn modelId="{50A761FD-A71B-4013-B845-796D63A73B74}" type="presOf" srcId="{929382D2-EE09-49FB-881E-9D807C852094}" destId="{B53AE48B-E355-4A91-A238-13966AD3D636}" srcOrd="0" destOrd="0" presId="urn:microsoft.com/office/officeart/2016/7/layout/RepeatingBendingProcessNew"/>
    <dgm:cxn modelId="{E0DD78FD-0B3C-4889-A340-FC04571FF565}" type="presOf" srcId="{592B0B5D-9951-4144-A209-1BD5F3BB9A33}" destId="{1E00773E-C116-4F6F-B643-30A5737CB861}" srcOrd="1" destOrd="0" presId="urn:microsoft.com/office/officeart/2016/7/layout/RepeatingBendingProcessNew"/>
    <dgm:cxn modelId="{B76841D2-0022-4790-AF94-CCF1AB1466E5}" type="presParOf" srcId="{92AF65A9-5C41-4F3D-B2B2-414DE9A79C50}" destId="{C7192ED6-34AE-4B6E-A92B-3B0AF9E56EEA}" srcOrd="0" destOrd="0" presId="urn:microsoft.com/office/officeart/2016/7/layout/RepeatingBendingProcessNew"/>
    <dgm:cxn modelId="{36593F02-4F8B-46E7-A6C7-3BCF505306B5}" type="presParOf" srcId="{92AF65A9-5C41-4F3D-B2B2-414DE9A79C50}" destId="{862EB354-6D59-4DAA-BA9B-C25E55DCCB21}" srcOrd="1" destOrd="0" presId="urn:microsoft.com/office/officeart/2016/7/layout/RepeatingBendingProcessNew"/>
    <dgm:cxn modelId="{F4F7649F-8C93-4F41-A89A-DFDEF721F560}" type="presParOf" srcId="{862EB354-6D59-4DAA-BA9B-C25E55DCCB21}" destId="{692A717A-F1D6-467A-9663-EA4433754349}" srcOrd="0" destOrd="0" presId="urn:microsoft.com/office/officeart/2016/7/layout/RepeatingBendingProcessNew"/>
    <dgm:cxn modelId="{8C04E373-539F-4589-A2DB-5DAD986B63A4}" type="presParOf" srcId="{92AF65A9-5C41-4F3D-B2B2-414DE9A79C50}" destId="{C143D7F2-F577-41AC-8210-11C26EC39C77}" srcOrd="2" destOrd="0" presId="urn:microsoft.com/office/officeart/2016/7/layout/RepeatingBendingProcessNew"/>
    <dgm:cxn modelId="{CDC4BCF8-4ECA-4361-95F9-0000EA317F0A}" type="presParOf" srcId="{92AF65A9-5C41-4F3D-B2B2-414DE9A79C50}" destId="{C333FAAC-B8C2-4B28-ACED-15ABAAF80D5A}" srcOrd="3" destOrd="0" presId="urn:microsoft.com/office/officeart/2016/7/layout/RepeatingBendingProcessNew"/>
    <dgm:cxn modelId="{B0BF5499-7A7B-47C7-BB20-2E6A644B435B}" type="presParOf" srcId="{C333FAAC-B8C2-4B28-ACED-15ABAAF80D5A}" destId="{0CDAC3F3-965F-4045-842F-58711D7FCA30}" srcOrd="0" destOrd="0" presId="urn:microsoft.com/office/officeart/2016/7/layout/RepeatingBendingProcessNew"/>
    <dgm:cxn modelId="{5440FC20-57E4-4A3B-8377-C2FF8B6A42DF}" type="presParOf" srcId="{92AF65A9-5C41-4F3D-B2B2-414DE9A79C50}" destId="{76CE86B6-1DB9-4CB0-AF7B-FD7E28A3908E}" srcOrd="4" destOrd="0" presId="urn:microsoft.com/office/officeart/2016/7/layout/RepeatingBendingProcessNew"/>
    <dgm:cxn modelId="{2EEDB8EE-B129-4C04-B312-5F8C15183130}" type="presParOf" srcId="{92AF65A9-5C41-4F3D-B2B2-414DE9A79C50}" destId="{07BA5F6F-60DB-4339-8F73-10C3B65D8352}" srcOrd="5" destOrd="0" presId="urn:microsoft.com/office/officeart/2016/7/layout/RepeatingBendingProcessNew"/>
    <dgm:cxn modelId="{58171954-3AAA-48C9-AC19-59F39984D4D2}" type="presParOf" srcId="{07BA5F6F-60DB-4339-8F73-10C3B65D8352}" destId="{1E00773E-C116-4F6F-B643-30A5737CB861}" srcOrd="0" destOrd="0" presId="urn:microsoft.com/office/officeart/2016/7/layout/RepeatingBendingProcessNew"/>
    <dgm:cxn modelId="{62CDFA51-4BC4-4079-9D88-69DBEB617CFE}" type="presParOf" srcId="{92AF65A9-5C41-4F3D-B2B2-414DE9A79C50}" destId="{B53AE48B-E355-4A91-A238-13966AD3D636}" srcOrd="6" destOrd="0" presId="urn:microsoft.com/office/officeart/2016/7/layout/RepeatingBendingProcessNew"/>
    <dgm:cxn modelId="{95419248-E5B2-43C6-9B75-96D1128E5E0D}" type="presParOf" srcId="{92AF65A9-5C41-4F3D-B2B2-414DE9A79C50}" destId="{4A7EDD4E-FEE8-444A-8257-C3AF49A1D12F}" srcOrd="7" destOrd="0" presId="urn:microsoft.com/office/officeart/2016/7/layout/RepeatingBendingProcessNew"/>
    <dgm:cxn modelId="{C54CF02D-B346-42DC-8685-7866C0C2A2BF}" type="presParOf" srcId="{4A7EDD4E-FEE8-444A-8257-C3AF49A1D12F}" destId="{9AB69C4C-8DCB-411D-BC92-D813922D9419}" srcOrd="0" destOrd="0" presId="urn:microsoft.com/office/officeart/2016/7/layout/RepeatingBendingProcessNew"/>
    <dgm:cxn modelId="{C7AE676F-DDBB-4AF6-A4D8-D1C3EB58A746}" type="presParOf" srcId="{92AF65A9-5C41-4F3D-B2B2-414DE9A79C50}" destId="{5DC75BD7-E4C9-4C6F-8C6F-21E23F5CC994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BAF299-F167-4CF1-A99C-6F206C03FEA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C44A9E-0931-4E39-ACD2-D435BFADEC7B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b="1" dirty="0"/>
            <a:t>Wymagania pracy</a:t>
          </a:r>
          <a:r>
            <a:rPr lang="pl-PL" dirty="0"/>
            <a:t> są definiowane jako fizyczne, psychologiczne, społeczne lub organizacyjne aspekty pracy, które wymagają stałego wysiłku fizycznego, poznawczego i/lub emocjonalnego, a zatem są związane z pewnymi kosztami fizjologicznymi i/lub psychologicznymi.</a:t>
          </a:r>
          <a:endParaRPr lang="en-US" dirty="0"/>
        </a:p>
      </dgm:t>
    </dgm:pt>
    <dgm:pt modelId="{C8E585D3-BCFF-4D6E-9454-E518D5265CA9}" type="parTrans" cxnId="{DC8D8E4B-5175-4C22-99F9-531D13F5D101}">
      <dgm:prSet/>
      <dgm:spPr/>
      <dgm:t>
        <a:bodyPr/>
        <a:lstStyle/>
        <a:p>
          <a:endParaRPr lang="en-US"/>
        </a:p>
      </dgm:t>
    </dgm:pt>
    <dgm:pt modelId="{C1C761F8-88AE-4740-BBB8-6EFF07CE7075}" type="sibTrans" cxnId="{DC8D8E4B-5175-4C22-99F9-531D13F5D101}">
      <dgm:prSet/>
      <dgm:spPr/>
      <dgm:t>
        <a:bodyPr/>
        <a:lstStyle/>
        <a:p>
          <a:endParaRPr lang="en-US"/>
        </a:p>
      </dgm:t>
    </dgm:pt>
    <dgm:pt modelId="{4ECDCB35-9146-4F42-845C-22AA2E31F3D2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b="1" dirty="0"/>
            <a:t>Zasoby pracy</a:t>
          </a:r>
          <a:r>
            <a:rPr lang="pl-PL" dirty="0"/>
            <a:t> są definiowane jako fizyczne, psychologiczne, społeczne lub organizacyjne aspekty pracy, które mają potencjał motywacyjny, są funkcjonalne w osiąganiu celów pracy, regulują wpływ wymagań pracy oraz stymulują uczenie się i rozwój </a:t>
          </a:r>
          <a:r>
            <a:rPr lang="pl-PL" dirty="0" err="1"/>
            <a:t>osobisty.Przetłumaczono</a:t>
          </a:r>
          <a:r>
            <a:rPr lang="pl-PL" dirty="0"/>
            <a:t> z DeepL.com (wersja darmowa)</a:t>
          </a:r>
          <a:endParaRPr lang="en-US" dirty="0"/>
        </a:p>
      </dgm:t>
    </dgm:pt>
    <dgm:pt modelId="{81473524-B5F2-4528-B450-82E062301CCB}" type="parTrans" cxnId="{4F6695A1-C191-4C7E-8221-7204D82D7607}">
      <dgm:prSet/>
      <dgm:spPr/>
      <dgm:t>
        <a:bodyPr/>
        <a:lstStyle/>
        <a:p>
          <a:endParaRPr lang="en-US"/>
        </a:p>
      </dgm:t>
    </dgm:pt>
    <dgm:pt modelId="{5AC218D0-93E6-46F7-A8A6-AF5981E70AB1}" type="sibTrans" cxnId="{4F6695A1-C191-4C7E-8221-7204D82D7607}">
      <dgm:prSet/>
      <dgm:spPr/>
      <dgm:t>
        <a:bodyPr/>
        <a:lstStyle/>
        <a:p>
          <a:endParaRPr lang="en-US"/>
        </a:p>
      </dgm:t>
    </dgm:pt>
    <dgm:pt modelId="{E1259980-EE19-40FA-BDAA-CA94185609FF}" type="pres">
      <dgm:prSet presAssocID="{95BAF299-F167-4CF1-A99C-6F206C03FEAB}" presName="root" presStyleCnt="0">
        <dgm:presLayoutVars>
          <dgm:dir/>
          <dgm:resizeHandles val="exact"/>
        </dgm:presLayoutVars>
      </dgm:prSet>
      <dgm:spPr/>
    </dgm:pt>
    <dgm:pt modelId="{33342EC2-B72D-4A93-A69C-2CF5F13EAEBE}" type="pres">
      <dgm:prSet presAssocID="{44C44A9E-0931-4E39-ACD2-D435BFADEC7B}" presName="compNode" presStyleCnt="0"/>
      <dgm:spPr/>
    </dgm:pt>
    <dgm:pt modelId="{CB9002A0-702F-4BA3-A84C-F6CC711943C4}" type="pres">
      <dgm:prSet presAssocID="{44C44A9E-0931-4E39-ACD2-D435BFADEC7B}" presName="bgRect" presStyleLbl="bgShp" presStyleIdx="0" presStyleCnt="2"/>
      <dgm:spPr/>
    </dgm:pt>
    <dgm:pt modelId="{FD7ED2AA-CE6C-4C10-9F07-A92EA1FCBFF8}" type="pres">
      <dgm:prSet presAssocID="{44C44A9E-0931-4E39-ACD2-D435BFADEC7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770BC5A5-744F-46FF-8D73-4290DA3B9D19}" type="pres">
      <dgm:prSet presAssocID="{44C44A9E-0931-4E39-ACD2-D435BFADEC7B}" presName="spaceRect" presStyleCnt="0"/>
      <dgm:spPr/>
    </dgm:pt>
    <dgm:pt modelId="{44D37C56-E162-4EE0-BFE6-41D6FF775A43}" type="pres">
      <dgm:prSet presAssocID="{44C44A9E-0931-4E39-ACD2-D435BFADEC7B}" presName="parTx" presStyleLbl="revTx" presStyleIdx="0" presStyleCnt="2">
        <dgm:presLayoutVars>
          <dgm:chMax val="0"/>
          <dgm:chPref val="0"/>
        </dgm:presLayoutVars>
      </dgm:prSet>
      <dgm:spPr/>
    </dgm:pt>
    <dgm:pt modelId="{930358E7-BC2A-471D-849F-E3449D012B6A}" type="pres">
      <dgm:prSet presAssocID="{C1C761F8-88AE-4740-BBB8-6EFF07CE7075}" presName="sibTrans" presStyleCnt="0"/>
      <dgm:spPr/>
    </dgm:pt>
    <dgm:pt modelId="{2297DD2C-F71C-4EB2-B199-65492D3090DF}" type="pres">
      <dgm:prSet presAssocID="{4ECDCB35-9146-4F42-845C-22AA2E31F3D2}" presName="compNode" presStyleCnt="0"/>
      <dgm:spPr/>
    </dgm:pt>
    <dgm:pt modelId="{5323CE60-FDB6-4CED-AA01-D614CE09BC2B}" type="pres">
      <dgm:prSet presAssocID="{4ECDCB35-9146-4F42-845C-22AA2E31F3D2}" presName="bgRect" presStyleLbl="bgShp" presStyleIdx="1" presStyleCnt="2"/>
      <dgm:spPr/>
    </dgm:pt>
    <dgm:pt modelId="{F992B819-58AE-4AE3-98D8-6760C5F5B255}" type="pres">
      <dgm:prSet presAssocID="{4ECDCB35-9146-4F42-845C-22AA2E31F3D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ia"/>
        </a:ext>
      </dgm:extLst>
    </dgm:pt>
    <dgm:pt modelId="{43B183C6-4CF8-42E7-9F12-F96E7822E240}" type="pres">
      <dgm:prSet presAssocID="{4ECDCB35-9146-4F42-845C-22AA2E31F3D2}" presName="spaceRect" presStyleCnt="0"/>
      <dgm:spPr/>
    </dgm:pt>
    <dgm:pt modelId="{9028A8E9-DA95-4074-AB64-6E8B359BD6FA}" type="pres">
      <dgm:prSet presAssocID="{4ECDCB35-9146-4F42-845C-22AA2E31F3D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C8D8E4B-5175-4C22-99F9-531D13F5D101}" srcId="{95BAF299-F167-4CF1-A99C-6F206C03FEAB}" destId="{44C44A9E-0931-4E39-ACD2-D435BFADEC7B}" srcOrd="0" destOrd="0" parTransId="{C8E585D3-BCFF-4D6E-9454-E518D5265CA9}" sibTransId="{C1C761F8-88AE-4740-BBB8-6EFF07CE7075}"/>
    <dgm:cxn modelId="{AA65D957-5D67-4EB2-A263-C8767991F567}" type="presOf" srcId="{4ECDCB35-9146-4F42-845C-22AA2E31F3D2}" destId="{9028A8E9-DA95-4074-AB64-6E8B359BD6FA}" srcOrd="0" destOrd="0" presId="urn:microsoft.com/office/officeart/2018/2/layout/IconVerticalSolidList"/>
    <dgm:cxn modelId="{232FE685-8B70-4E2F-B3F3-FBA6896464DC}" type="presOf" srcId="{44C44A9E-0931-4E39-ACD2-D435BFADEC7B}" destId="{44D37C56-E162-4EE0-BFE6-41D6FF775A43}" srcOrd="0" destOrd="0" presId="urn:microsoft.com/office/officeart/2018/2/layout/IconVerticalSolidList"/>
    <dgm:cxn modelId="{4F6695A1-C191-4C7E-8221-7204D82D7607}" srcId="{95BAF299-F167-4CF1-A99C-6F206C03FEAB}" destId="{4ECDCB35-9146-4F42-845C-22AA2E31F3D2}" srcOrd="1" destOrd="0" parTransId="{81473524-B5F2-4528-B450-82E062301CCB}" sibTransId="{5AC218D0-93E6-46F7-A8A6-AF5981E70AB1}"/>
    <dgm:cxn modelId="{98F1FBF1-8EC4-4452-817E-0F92B5211E56}" type="presOf" srcId="{95BAF299-F167-4CF1-A99C-6F206C03FEAB}" destId="{E1259980-EE19-40FA-BDAA-CA94185609FF}" srcOrd="0" destOrd="0" presId="urn:microsoft.com/office/officeart/2018/2/layout/IconVerticalSolidList"/>
    <dgm:cxn modelId="{27796E99-5F54-4387-A020-31C78789D3A4}" type="presParOf" srcId="{E1259980-EE19-40FA-BDAA-CA94185609FF}" destId="{33342EC2-B72D-4A93-A69C-2CF5F13EAEBE}" srcOrd="0" destOrd="0" presId="urn:microsoft.com/office/officeart/2018/2/layout/IconVerticalSolidList"/>
    <dgm:cxn modelId="{BC364C84-B097-4377-9297-2C5A5E72CF28}" type="presParOf" srcId="{33342EC2-B72D-4A93-A69C-2CF5F13EAEBE}" destId="{CB9002A0-702F-4BA3-A84C-F6CC711943C4}" srcOrd="0" destOrd="0" presId="urn:microsoft.com/office/officeart/2018/2/layout/IconVerticalSolidList"/>
    <dgm:cxn modelId="{64C12115-B46C-4B8A-A739-08DA7219BF5D}" type="presParOf" srcId="{33342EC2-B72D-4A93-A69C-2CF5F13EAEBE}" destId="{FD7ED2AA-CE6C-4C10-9F07-A92EA1FCBFF8}" srcOrd="1" destOrd="0" presId="urn:microsoft.com/office/officeart/2018/2/layout/IconVerticalSolidList"/>
    <dgm:cxn modelId="{D0DECB82-09F5-4980-A725-247C050025AC}" type="presParOf" srcId="{33342EC2-B72D-4A93-A69C-2CF5F13EAEBE}" destId="{770BC5A5-744F-46FF-8D73-4290DA3B9D19}" srcOrd="2" destOrd="0" presId="urn:microsoft.com/office/officeart/2018/2/layout/IconVerticalSolidList"/>
    <dgm:cxn modelId="{F5D37B8F-1D50-4E25-8C56-7A3B062370A9}" type="presParOf" srcId="{33342EC2-B72D-4A93-A69C-2CF5F13EAEBE}" destId="{44D37C56-E162-4EE0-BFE6-41D6FF775A43}" srcOrd="3" destOrd="0" presId="urn:microsoft.com/office/officeart/2018/2/layout/IconVerticalSolidList"/>
    <dgm:cxn modelId="{CE8A999F-C621-4080-A11F-84EBBF6FB2E0}" type="presParOf" srcId="{E1259980-EE19-40FA-BDAA-CA94185609FF}" destId="{930358E7-BC2A-471D-849F-E3449D012B6A}" srcOrd="1" destOrd="0" presId="urn:microsoft.com/office/officeart/2018/2/layout/IconVerticalSolidList"/>
    <dgm:cxn modelId="{C1A680CC-F68E-4FEC-B125-5821C073FA6E}" type="presParOf" srcId="{E1259980-EE19-40FA-BDAA-CA94185609FF}" destId="{2297DD2C-F71C-4EB2-B199-65492D3090DF}" srcOrd="2" destOrd="0" presId="urn:microsoft.com/office/officeart/2018/2/layout/IconVerticalSolidList"/>
    <dgm:cxn modelId="{B84A6801-26E4-4BCE-8ABB-73904CAACAFF}" type="presParOf" srcId="{2297DD2C-F71C-4EB2-B199-65492D3090DF}" destId="{5323CE60-FDB6-4CED-AA01-D614CE09BC2B}" srcOrd="0" destOrd="0" presId="urn:microsoft.com/office/officeart/2018/2/layout/IconVerticalSolidList"/>
    <dgm:cxn modelId="{A7169BD6-D3C9-4246-B196-7CC83B4D3857}" type="presParOf" srcId="{2297DD2C-F71C-4EB2-B199-65492D3090DF}" destId="{F992B819-58AE-4AE3-98D8-6760C5F5B255}" srcOrd="1" destOrd="0" presId="urn:microsoft.com/office/officeart/2018/2/layout/IconVerticalSolidList"/>
    <dgm:cxn modelId="{B655082F-0491-4016-89CE-77553E92E81F}" type="presParOf" srcId="{2297DD2C-F71C-4EB2-B199-65492D3090DF}" destId="{43B183C6-4CF8-42E7-9F12-F96E7822E240}" srcOrd="2" destOrd="0" presId="urn:microsoft.com/office/officeart/2018/2/layout/IconVerticalSolidList"/>
    <dgm:cxn modelId="{06CA9151-6021-46FB-9F3E-EA109086AB79}" type="presParOf" srcId="{2297DD2C-F71C-4EB2-B199-65492D3090DF}" destId="{9028A8E9-DA95-4074-AB64-6E8B359BD6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52C7E3-83BA-4FC0-9615-32CF2A08ACA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849D1F-69EA-4FE3-91CC-C106D564A4CE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b="1" dirty="0"/>
            <a:t>Proces utraty zdrowia</a:t>
          </a:r>
          <a:r>
            <a:rPr lang="pl-PL" dirty="0"/>
            <a:t>: Częstotliwość i/lub dotkliwość wymagań związanych z pracą prowadzi do zwiększonego wysiłku, co z kolei wyczerpuje fizyczne, emocjonalne i poznawcze zasoby pracowników i może prowadzić do wyczerpania i problemów zdrowotnych.</a:t>
          </a:r>
          <a:endParaRPr lang="en-US" dirty="0"/>
        </a:p>
      </dgm:t>
    </dgm:pt>
    <dgm:pt modelId="{8AC112DB-C2D2-4A9E-8917-B517C023C300}" type="parTrans" cxnId="{931A2DC8-1703-4828-A8D1-925F9A838772}">
      <dgm:prSet/>
      <dgm:spPr/>
      <dgm:t>
        <a:bodyPr/>
        <a:lstStyle/>
        <a:p>
          <a:endParaRPr lang="en-US"/>
        </a:p>
      </dgm:t>
    </dgm:pt>
    <dgm:pt modelId="{86BA1A1F-7277-4DFD-A8F5-C02020154147}" type="sibTrans" cxnId="{931A2DC8-1703-4828-A8D1-925F9A838772}">
      <dgm:prSet/>
      <dgm:spPr/>
      <dgm:t>
        <a:bodyPr/>
        <a:lstStyle/>
        <a:p>
          <a:endParaRPr lang="en-US"/>
        </a:p>
      </dgm:t>
    </dgm:pt>
    <dgm:pt modelId="{9C21D2ED-E958-4B16-B423-5B89BDD7C189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b="1"/>
            <a:t>Proces motywacyjny</a:t>
          </a:r>
          <a:r>
            <a:rPr lang="pl-PL"/>
            <a:t>: Zasoby pracy zaspokajają podstawowe potrzeby psychologiczne i sprzyjają zaangażowaniu pracowników w pracę. Doświadczenie zaangażowania w pracę prowadzi w konsekwencji do kreatywności i osiągania lepszych wyników (performance).</a:t>
          </a:r>
          <a:endParaRPr lang="en-US"/>
        </a:p>
      </dgm:t>
    </dgm:pt>
    <dgm:pt modelId="{B17239E8-7619-43B3-97EC-1446CF90B522}" type="parTrans" cxnId="{D19FF353-FD75-4C4C-AFD5-7DF7BFE01F18}">
      <dgm:prSet/>
      <dgm:spPr/>
      <dgm:t>
        <a:bodyPr/>
        <a:lstStyle/>
        <a:p>
          <a:endParaRPr lang="en-US"/>
        </a:p>
      </dgm:t>
    </dgm:pt>
    <dgm:pt modelId="{00BAE758-0874-4DB2-B138-1074E6F034DC}" type="sibTrans" cxnId="{D19FF353-FD75-4C4C-AFD5-7DF7BFE01F18}">
      <dgm:prSet/>
      <dgm:spPr/>
      <dgm:t>
        <a:bodyPr/>
        <a:lstStyle/>
        <a:p>
          <a:endParaRPr lang="en-US"/>
        </a:p>
      </dgm:t>
    </dgm:pt>
    <dgm:pt modelId="{A91A84BB-6C95-45DA-8702-6CE147F1705D}" type="pres">
      <dgm:prSet presAssocID="{0852C7E3-83BA-4FC0-9615-32CF2A08ACA8}" presName="root" presStyleCnt="0">
        <dgm:presLayoutVars>
          <dgm:dir/>
          <dgm:resizeHandles val="exact"/>
        </dgm:presLayoutVars>
      </dgm:prSet>
      <dgm:spPr/>
    </dgm:pt>
    <dgm:pt modelId="{BDC7D0F4-7607-4D38-9C9B-858159188714}" type="pres">
      <dgm:prSet presAssocID="{0A849D1F-69EA-4FE3-91CC-C106D564A4CE}" presName="compNode" presStyleCnt="0"/>
      <dgm:spPr/>
    </dgm:pt>
    <dgm:pt modelId="{D9AAA48D-3D88-402E-90DC-7BB9E305BB5E}" type="pres">
      <dgm:prSet presAssocID="{0A849D1F-69EA-4FE3-91CC-C106D564A4CE}" presName="bgRect" presStyleLbl="bgShp" presStyleIdx="0" presStyleCnt="2"/>
      <dgm:spPr/>
    </dgm:pt>
    <dgm:pt modelId="{1DA4FC59-5B9F-4F8E-9069-5C72049CED5F}" type="pres">
      <dgm:prSet presAssocID="{0A849D1F-69EA-4FE3-91CC-C106D564A4C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zeszkol"/>
        </a:ext>
      </dgm:extLst>
    </dgm:pt>
    <dgm:pt modelId="{3AE03AFC-B7F0-4CBF-B3E7-CC85195222C4}" type="pres">
      <dgm:prSet presAssocID="{0A849D1F-69EA-4FE3-91CC-C106D564A4CE}" presName="spaceRect" presStyleCnt="0"/>
      <dgm:spPr/>
    </dgm:pt>
    <dgm:pt modelId="{E3DFC683-B1E7-4471-856E-A4208888A87C}" type="pres">
      <dgm:prSet presAssocID="{0A849D1F-69EA-4FE3-91CC-C106D564A4CE}" presName="parTx" presStyleLbl="revTx" presStyleIdx="0" presStyleCnt="2">
        <dgm:presLayoutVars>
          <dgm:chMax val="0"/>
          <dgm:chPref val="0"/>
        </dgm:presLayoutVars>
      </dgm:prSet>
      <dgm:spPr/>
    </dgm:pt>
    <dgm:pt modelId="{B06CBE43-FC9D-4627-896B-C6B4F0E9FD9E}" type="pres">
      <dgm:prSet presAssocID="{86BA1A1F-7277-4DFD-A8F5-C02020154147}" presName="sibTrans" presStyleCnt="0"/>
      <dgm:spPr/>
    </dgm:pt>
    <dgm:pt modelId="{3F0BB9F0-5EF6-4829-8059-0D3A7CA8DDB4}" type="pres">
      <dgm:prSet presAssocID="{9C21D2ED-E958-4B16-B423-5B89BDD7C189}" presName="compNode" presStyleCnt="0"/>
      <dgm:spPr/>
    </dgm:pt>
    <dgm:pt modelId="{3C68C790-870E-43A1-8D8F-6E9AC1F3017C}" type="pres">
      <dgm:prSet presAssocID="{9C21D2ED-E958-4B16-B423-5B89BDD7C189}" presName="bgRect" presStyleLbl="bgShp" presStyleIdx="1" presStyleCnt="2"/>
      <dgm:spPr/>
    </dgm:pt>
    <dgm:pt modelId="{0D28E615-D6B0-4C35-8C3D-882269448D34}" type="pres">
      <dgm:prSet presAssocID="{9C21D2ED-E958-4B16-B423-5B89BDD7C18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upa"/>
        </a:ext>
      </dgm:extLst>
    </dgm:pt>
    <dgm:pt modelId="{11EF8FFE-3E02-4C1D-A8D7-C662DF806C6E}" type="pres">
      <dgm:prSet presAssocID="{9C21D2ED-E958-4B16-B423-5B89BDD7C189}" presName="spaceRect" presStyleCnt="0"/>
      <dgm:spPr/>
    </dgm:pt>
    <dgm:pt modelId="{F2F32520-2F68-473B-BB69-137C059FB1E2}" type="pres">
      <dgm:prSet presAssocID="{9C21D2ED-E958-4B16-B423-5B89BDD7C18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7EE0006-04EF-4C38-B055-94CE3CFB40B0}" type="presOf" srcId="{0A849D1F-69EA-4FE3-91CC-C106D564A4CE}" destId="{E3DFC683-B1E7-4471-856E-A4208888A87C}" srcOrd="0" destOrd="0" presId="urn:microsoft.com/office/officeart/2018/2/layout/IconVerticalSolidList"/>
    <dgm:cxn modelId="{D19FF353-FD75-4C4C-AFD5-7DF7BFE01F18}" srcId="{0852C7E3-83BA-4FC0-9615-32CF2A08ACA8}" destId="{9C21D2ED-E958-4B16-B423-5B89BDD7C189}" srcOrd="1" destOrd="0" parTransId="{B17239E8-7619-43B3-97EC-1446CF90B522}" sibTransId="{00BAE758-0874-4DB2-B138-1074E6F034DC}"/>
    <dgm:cxn modelId="{04165297-EA49-4208-B1C1-51027D26ABA8}" type="presOf" srcId="{0852C7E3-83BA-4FC0-9615-32CF2A08ACA8}" destId="{A91A84BB-6C95-45DA-8702-6CE147F1705D}" srcOrd="0" destOrd="0" presId="urn:microsoft.com/office/officeart/2018/2/layout/IconVerticalSolidList"/>
    <dgm:cxn modelId="{6A8FB5A1-AF61-4DCA-B069-8F33A551B295}" type="presOf" srcId="{9C21D2ED-E958-4B16-B423-5B89BDD7C189}" destId="{F2F32520-2F68-473B-BB69-137C059FB1E2}" srcOrd="0" destOrd="0" presId="urn:microsoft.com/office/officeart/2018/2/layout/IconVerticalSolidList"/>
    <dgm:cxn modelId="{931A2DC8-1703-4828-A8D1-925F9A838772}" srcId="{0852C7E3-83BA-4FC0-9615-32CF2A08ACA8}" destId="{0A849D1F-69EA-4FE3-91CC-C106D564A4CE}" srcOrd="0" destOrd="0" parTransId="{8AC112DB-C2D2-4A9E-8917-B517C023C300}" sibTransId="{86BA1A1F-7277-4DFD-A8F5-C02020154147}"/>
    <dgm:cxn modelId="{552D93F7-BC64-4063-995F-6596C126D6E3}" type="presParOf" srcId="{A91A84BB-6C95-45DA-8702-6CE147F1705D}" destId="{BDC7D0F4-7607-4D38-9C9B-858159188714}" srcOrd="0" destOrd="0" presId="urn:microsoft.com/office/officeart/2018/2/layout/IconVerticalSolidList"/>
    <dgm:cxn modelId="{85F2B4A0-9CED-4B0B-A74D-FE7E78C18B86}" type="presParOf" srcId="{BDC7D0F4-7607-4D38-9C9B-858159188714}" destId="{D9AAA48D-3D88-402E-90DC-7BB9E305BB5E}" srcOrd="0" destOrd="0" presId="urn:microsoft.com/office/officeart/2018/2/layout/IconVerticalSolidList"/>
    <dgm:cxn modelId="{5042C0B1-847C-4BD8-866A-9D54478C2520}" type="presParOf" srcId="{BDC7D0F4-7607-4D38-9C9B-858159188714}" destId="{1DA4FC59-5B9F-4F8E-9069-5C72049CED5F}" srcOrd="1" destOrd="0" presId="urn:microsoft.com/office/officeart/2018/2/layout/IconVerticalSolidList"/>
    <dgm:cxn modelId="{1E9FB2B3-2957-4AAB-9774-87D4DD14D566}" type="presParOf" srcId="{BDC7D0F4-7607-4D38-9C9B-858159188714}" destId="{3AE03AFC-B7F0-4CBF-B3E7-CC85195222C4}" srcOrd="2" destOrd="0" presId="urn:microsoft.com/office/officeart/2018/2/layout/IconVerticalSolidList"/>
    <dgm:cxn modelId="{C4734797-1332-4E2B-9766-72C92CEFB82C}" type="presParOf" srcId="{BDC7D0F4-7607-4D38-9C9B-858159188714}" destId="{E3DFC683-B1E7-4471-856E-A4208888A87C}" srcOrd="3" destOrd="0" presId="urn:microsoft.com/office/officeart/2018/2/layout/IconVerticalSolidList"/>
    <dgm:cxn modelId="{60AA8974-3B75-4FC0-9FD8-323487B5A038}" type="presParOf" srcId="{A91A84BB-6C95-45DA-8702-6CE147F1705D}" destId="{B06CBE43-FC9D-4627-896B-C6B4F0E9FD9E}" srcOrd="1" destOrd="0" presId="urn:microsoft.com/office/officeart/2018/2/layout/IconVerticalSolidList"/>
    <dgm:cxn modelId="{12A4FFF4-5FA6-4CB3-A0C8-30E83545ED95}" type="presParOf" srcId="{A91A84BB-6C95-45DA-8702-6CE147F1705D}" destId="{3F0BB9F0-5EF6-4829-8059-0D3A7CA8DDB4}" srcOrd="2" destOrd="0" presId="urn:microsoft.com/office/officeart/2018/2/layout/IconVerticalSolidList"/>
    <dgm:cxn modelId="{5F826CF1-407C-4E6A-AE26-76E38D4A6AE3}" type="presParOf" srcId="{3F0BB9F0-5EF6-4829-8059-0D3A7CA8DDB4}" destId="{3C68C790-870E-43A1-8D8F-6E9AC1F3017C}" srcOrd="0" destOrd="0" presId="urn:microsoft.com/office/officeart/2018/2/layout/IconVerticalSolidList"/>
    <dgm:cxn modelId="{4A7F7EC9-9602-4105-9312-4518A7CDD2FA}" type="presParOf" srcId="{3F0BB9F0-5EF6-4829-8059-0D3A7CA8DDB4}" destId="{0D28E615-D6B0-4C35-8C3D-882269448D34}" srcOrd="1" destOrd="0" presId="urn:microsoft.com/office/officeart/2018/2/layout/IconVerticalSolidList"/>
    <dgm:cxn modelId="{D903A928-F3AE-4E34-949F-F4FD2DFA6DB5}" type="presParOf" srcId="{3F0BB9F0-5EF6-4829-8059-0D3A7CA8DDB4}" destId="{11EF8FFE-3E02-4C1D-A8D7-C662DF806C6E}" srcOrd="2" destOrd="0" presId="urn:microsoft.com/office/officeart/2018/2/layout/IconVerticalSolidList"/>
    <dgm:cxn modelId="{F5C3DC10-E0FC-44E6-9983-1C81BF7885A2}" type="presParOf" srcId="{3F0BB9F0-5EF6-4829-8059-0D3A7CA8DDB4}" destId="{F2F32520-2F68-473B-BB69-137C059FB1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B4B2F04-A80A-49C2-B68B-6C30719D56D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CBCE5D-36CE-43B8-AA6C-79F7E3066A3C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b="1"/>
            <a:t>Hipoteza buforowa (łagodząca): </a:t>
          </a:r>
          <a:r>
            <a:rPr lang="pl-PL"/>
            <a:t>Zasoby pracy osłabiają wpływ wymagań pracy na obciążenie.</a:t>
          </a:r>
          <a:endParaRPr lang="en-US"/>
        </a:p>
      </dgm:t>
    </dgm:pt>
    <dgm:pt modelId="{80105A42-F198-4F7E-B2B9-7F2A4AD182F6}" type="parTrans" cxnId="{E16B296F-1DB1-48E9-8B68-8CBE371AE649}">
      <dgm:prSet/>
      <dgm:spPr/>
      <dgm:t>
        <a:bodyPr/>
        <a:lstStyle/>
        <a:p>
          <a:endParaRPr lang="en-US"/>
        </a:p>
      </dgm:t>
    </dgm:pt>
    <dgm:pt modelId="{8D47F690-2FB4-4F50-B72D-4E753B732185}" type="sibTrans" cxnId="{E16B296F-1DB1-48E9-8B68-8CBE371AE649}">
      <dgm:prSet/>
      <dgm:spPr/>
      <dgm:t>
        <a:bodyPr/>
        <a:lstStyle/>
        <a:p>
          <a:endParaRPr lang="en-US"/>
        </a:p>
      </dgm:t>
    </dgm:pt>
    <dgm:pt modelId="{6603FD89-3601-4ECA-9544-F110445594DA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b="1"/>
            <a:t>Hipoteza wzmacniająca</a:t>
          </a:r>
          <a:r>
            <a:rPr lang="pl-PL"/>
            <a:t>: Wymagania pracy wzmacniają wpływ zasobów pracy na zaangażowanie w pracę (i bardziej ogólnie na motywację do pracy).</a:t>
          </a:r>
          <a:endParaRPr lang="en-US"/>
        </a:p>
      </dgm:t>
    </dgm:pt>
    <dgm:pt modelId="{7C66541C-8A3B-499D-B519-A499C9139048}" type="parTrans" cxnId="{FD326275-9ACD-429B-92F2-ED0D4CADED78}">
      <dgm:prSet/>
      <dgm:spPr/>
      <dgm:t>
        <a:bodyPr/>
        <a:lstStyle/>
        <a:p>
          <a:endParaRPr lang="en-US"/>
        </a:p>
      </dgm:t>
    </dgm:pt>
    <dgm:pt modelId="{98C4A10D-3E90-4631-BBB9-DE008E8C1653}" type="sibTrans" cxnId="{FD326275-9ACD-429B-92F2-ED0D4CADED78}">
      <dgm:prSet/>
      <dgm:spPr/>
      <dgm:t>
        <a:bodyPr/>
        <a:lstStyle/>
        <a:p>
          <a:endParaRPr lang="en-US"/>
        </a:p>
      </dgm:t>
    </dgm:pt>
    <dgm:pt modelId="{1F3B85DF-5088-46FB-AD8D-508D216EA7C2}" type="pres">
      <dgm:prSet presAssocID="{DB4B2F04-A80A-49C2-B68B-6C30719D56D5}" presName="root" presStyleCnt="0">
        <dgm:presLayoutVars>
          <dgm:dir/>
          <dgm:resizeHandles val="exact"/>
        </dgm:presLayoutVars>
      </dgm:prSet>
      <dgm:spPr/>
    </dgm:pt>
    <dgm:pt modelId="{FC345CCF-DCDF-4E21-AA66-E0CE641D26E8}" type="pres">
      <dgm:prSet presAssocID="{EBCBCE5D-36CE-43B8-AA6C-79F7E3066A3C}" presName="compNode" presStyleCnt="0"/>
      <dgm:spPr/>
    </dgm:pt>
    <dgm:pt modelId="{91E4C628-E477-4F8E-8CF3-DB86CDEF6E87}" type="pres">
      <dgm:prSet presAssocID="{EBCBCE5D-36CE-43B8-AA6C-79F7E3066A3C}" presName="bgRect" presStyleLbl="bgShp" presStyleIdx="0" presStyleCnt="2"/>
      <dgm:spPr/>
    </dgm:pt>
    <dgm:pt modelId="{D5E52FE6-A22B-4FD1-9492-8755AFD25CDA}" type="pres">
      <dgm:prSet presAssocID="{EBCBCE5D-36CE-43B8-AA6C-79F7E3066A3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43805027-1CB8-4344-9704-F7F0B261574E}" type="pres">
      <dgm:prSet presAssocID="{EBCBCE5D-36CE-43B8-AA6C-79F7E3066A3C}" presName="spaceRect" presStyleCnt="0"/>
      <dgm:spPr/>
    </dgm:pt>
    <dgm:pt modelId="{E48F947F-E647-496B-8BCF-4304CBCE19D7}" type="pres">
      <dgm:prSet presAssocID="{EBCBCE5D-36CE-43B8-AA6C-79F7E3066A3C}" presName="parTx" presStyleLbl="revTx" presStyleIdx="0" presStyleCnt="2">
        <dgm:presLayoutVars>
          <dgm:chMax val="0"/>
          <dgm:chPref val="0"/>
        </dgm:presLayoutVars>
      </dgm:prSet>
      <dgm:spPr/>
    </dgm:pt>
    <dgm:pt modelId="{DC286BD2-C92D-4BE7-A9D2-CB683DF172F0}" type="pres">
      <dgm:prSet presAssocID="{8D47F690-2FB4-4F50-B72D-4E753B732185}" presName="sibTrans" presStyleCnt="0"/>
      <dgm:spPr/>
    </dgm:pt>
    <dgm:pt modelId="{DFFC0CFB-977F-488C-BACD-C04472989A1E}" type="pres">
      <dgm:prSet presAssocID="{6603FD89-3601-4ECA-9544-F110445594DA}" presName="compNode" presStyleCnt="0"/>
      <dgm:spPr/>
    </dgm:pt>
    <dgm:pt modelId="{C49C3D3B-EABA-449F-B42E-49CFA53CF909}" type="pres">
      <dgm:prSet presAssocID="{6603FD89-3601-4ECA-9544-F110445594DA}" presName="bgRect" presStyleLbl="bgShp" presStyleIdx="1" presStyleCnt="2"/>
      <dgm:spPr/>
    </dgm:pt>
    <dgm:pt modelId="{D2C5B9F8-E351-4C74-B5D9-A4FB95530E86}" type="pres">
      <dgm:prSet presAssocID="{6603FD89-3601-4ECA-9544-F110445594D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upa"/>
        </a:ext>
      </dgm:extLst>
    </dgm:pt>
    <dgm:pt modelId="{DDB56BEE-C57C-4660-A416-E42219116C93}" type="pres">
      <dgm:prSet presAssocID="{6603FD89-3601-4ECA-9544-F110445594DA}" presName="spaceRect" presStyleCnt="0"/>
      <dgm:spPr/>
    </dgm:pt>
    <dgm:pt modelId="{A0088D4B-8150-415A-93C3-A60FBA19A0A3}" type="pres">
      <dgm:prSet presAssocID="{6603FD89-3601-4ECA-9544-F110445594D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8AAA42D-B525-4404-9141-D991C665B024}" type="presOf" srcId="{6603FD89-3601-4ECA-9544-F110445594DA}" destId="{A0088D4B-8150-415A-93C3-A60FBA19A0A3}" srcOrd="0" destOrd="0" presId="urn:microsoft.com/office/officeart/2018/2/layout/IconVerticalSolidList"/>
    <dgm:cxn modelId="{E16B296F-1DB1-48E9-8B68-8CBE371AE649}" srcId="{DB4B2F04-A80A-49C2-B68B-6C30719D56D5}" destId="{EBCBCE5D-36CE-43B8-AA6C-79F7E3066A3C}" srcOrd="0" destOrd="0" parTransId="{80105A42-F198-4F7E-B2B9-7F2A4AD182F6}" sibTransId="{8D47F690-2FB4-4F50-B72D-4E753B732185}"/>
    <dgm:cxn modelId="{FD326275-9ACD-429B-92F2-ED0D4CADED78}" srcId="{DB4B2F04-A80A-49C2-B68B-6C30719D56D5}" destId="{6603FD89-3601-4ECA-9544-F110445594DA}" srcOrd="1" destOrd="0" parTransId="{7C66541C-8A3B-499D-B519-A499C9139048}" sibTransId="{98C4A10D-3E90-4631-BBB9-DE008E8C1653}"/>
    <dgm:cxn modelId="{9E0ED0B8-8D12-4C5B-AF59-75B16C4C38B6}" type="presOf" srcId="{DB4B2F04-A80A-49C2-B68B-6C30719D56D5}" destId="{1F3B85DF-5088-46FB-AD8D-508D216EA7C2}" srcOrd="0" destOrd="0" presId="urn:microsoft.com/office/officeart/2018/2/layout/IconVerticalSolidList"/>
    <dgm:cxn modelId="{FC13F6F9-20FC-4063-AD41-CC6E05D370AD}" type="presOf" srcId="{EBCBCE5D-36CE-43B8-AA6C-79F7E3066A3C}" destId="{E48F947F-E647-496B-8BCF-4304CBCE19D7}" srcOrd="0" destOrd="0" presId="urn:microsoft.com/office/officeart/2018/2/layout/IconVerticalSolidList"/>
    <dgm:cxn modelId="{AA26980A-09BA-4963-B128-8D3D9B175EED}" type="presParOf" srcId="{1F3B85DF-5088-46FB-AD8D-508D216EA7C2}" destId="{FC345CCF-DCDF-4E21-AA66-E0CE641D26E8}" srcOrd="0" destOrd="0" presId="urn:microsoft.com/office/officeart/2018/2/layout/IconVerticalSolidList"/>
    <dgm:cxn modelId="{254E5DEB-1035-49D0-B130-5201B3034360}" type="presParOf" srcId="{FC345CCF-DCDF-4E21-AA66-E0CE641D26E8}" destId="{91E4C628-E477-4F8E-8CF3-DB86CDEF6E87}" srcOrd="0" destOrd="0" presId="urn:microsoft.com/office/officeart/2018/2/layout/IconVerticalSolidList"/>
    <dgm:cxn modelId="{10A6B4B5-BF34-4D87-9409-5B34E61078F6}" type="presParOf" srcId="{FC345CCF-DCDF-4E21-AA66-E0CE641D26E8}" destId="{D5E52FE6-A22B-4FD1-9492-8755AFD25CDA}" srcOrd="1" destOrd="0" presId="urn:microsoft.com/office/officeart/2018/2/layout/IconVerticalSolidList"/>
    <dgm:cxn modelId="{A50252F1-7D59-42E7-B413-BA60EA38FD1E}" type="presParOf" srcId="{FC345CCF-DCDF-4E21-AA66-E0CE641D26E8}" destId="{43805027-1CB8-4344-9704-F7F0B261574E}" srcOrd="2" destOrd="0" presId="urn:microsoft.com/office/officeart/2018/2/layout/IconVerticalSolidList"/>
    <dgm:cxn modelId="{B448CE18-8577-47F8-8A3A-68EF48B65B02}" type="presParOf" srcId="{FC345CCF-DCDF-4E21-AA66-E0CE641D26E8}" destId="{E48F947F-E647-496B-8BCF-4304CBCE19D7}" srcOrd="3" destOrd="0" presId="urn:microsoft.com/office/officeart/2018/2/layout/IconVerticalSolidList"/>
    <dgm:cxn modelId="{86C14B0C-9F7E-4666-84C9-B3E954AEB2CD}" type="presParOf" srcId="{1F3B85DF-5088-46FB-AD8D-508D216EA7C2}" destId="{DC286BD2-C92D-4BE7-A9D2-CB683DF172F0}" srcOrd="1" destOrd="0" presId="urn:microsoft.com/office/officeart/2018/2/layout/IconVerticalSolidList"/>
    <dgm:cxn modelId="{DE34C244-8B09-42EF-8BC4-83BFE441A580}" type="presParOf" srcId="{1F3B85DF-5088-46FB-AD8D-508D216EA7C2}" destId="{DFFC0CFB-977F-488C-BACD-C04472989A1E}" srcOrd="2" destOrd="0" presId="urn:microsoft.com/office/officeart/2018/2/layout/IconVerticalSolidList"/>
    <dgm:cxn modelId="{BB26B374-B4A5-4D13-92AB-AA1B51D19AC9}" type="presParOf" srcId="{DFFC0CFB-977F-488C-BACD-C04472989A1E}" destId="{C49C3D3B-EABA-449F-B42E-49CFA53CF909}" srcOrd="0" destOrd="0" presId="urn:microsoft.com/office/officeart/2018/2/layout/IconVerticalSolidList"/>
    <dgm:cxn modelId="{A34AD5D4-9893-41D5-A842-37FA0371DDAB}" type="presParOf" srcId="{DFFC0CFB-977F-488C-BACD-C04472989A1E}" destId="{D2C5B9F8-E351-4C74-B5D9-A4FB95530E86}" srcOrd="1" destOrd="0" presId="urn:microsoft.com/office/officeart/2018/2/layout/IconVerticalSolidList"/>
    <dgm:cxn modelId="{2287BA08-4298-4500-915F-01BFB54F7DCA}" type="presParOf" srcId="{DFFC0CFB-977F-488C-BACD-C04472989A1E}" destId="{DDB56BEE-C57C-4660-A416-E42219116C93}" srcOrd="2" destOrd="0" presId="urn:microsoft.com/office/officeart/2018/2/layout/IconVerticalSolidList"/>
    <dgm:cxn modelId="{3BE7028E-6F80-4CC4-B6C8-47BE296BADC5}" type="presParOf" srcId="{DFFC0CFB-977F-488C-BACD-C04472989A1E}" destId="{A0088D4B-8150-415A-93C3-A60FBA19A0A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1D7F96C-1B55-48C7-99E7-8180038AC45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C287F3-B209-4415-99C1-5CB917605703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b="1"/>
            <a:t>Zasoby osobiste </a:t>
          </a:r>
          <a:r>
            <a:rPr lang="pl-PL"/>
            <a:t>to pozytywna samoocena, która odnosi się do poczucia jednostki, że jest ona w stanie skutecznie kontrolować i wpływać na swoje otoczenie.</a:t>
          </a:r>
          <a:endParaRPr lang="en-US"/>
        </a:p>
      </dgm:t>
    </dgm:pt>
    <dgm:pt modelId="{5CEAEA38-BF57-40F9-8EDA-267113C09E74}" type="parTrans" cxnId="{846DB84E-24D2-48E4-82FC-293F92FE55FC}">
      <dgm:prSet/>
      <dgm:spPr/>
      <dgm:t>
        <a:bodyPr/>
        <a:lstStyle/>
        <a:p>
          <a:endParaRPr lang="en-US"/>
        </a:p>
      </dgm:t>
    </dgm:pt>
    <dgm:pt modelId="{8EFECB9D-026A-4F7B-98AB-680DE091337C}" type="sibTrans" cxnId="{846DB84E-24D2-48E4-82FC-293F92FE55FC}">
      <dgm:prSet/>
      <dgm:spPr/>
      <dgm:t>
        <a:bodyPr/>
        <a:lstStyle/>
        <a:p>
          <a:endParaRPr lang="en-US"/>
        </a:p>
      </dgm:t>
    </dgm:pt>
    <dgm:pt modelId="{E30A9696-02BB-413D-BE1C-DA4541329499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Oczekuje się, że pracownicy z większymi zasobami osobistymi będą mieli również dostęp do większej liczby zasobów związanych z pracą i odwrotnie.</a:t>
          </a:r>
          <a:endParaRPr lang="en-US"/>
        </a:p>
      </dgm:t>
    </dgm:pt>
    <dgm:pt modelId="{DD87279A-B65D-430E-88B6-4CA84AD3B475}" type="parTrans" cxnId="{077178A1-5163-47B2-9330-E3B7DB1D44F3}">
      <dgm:prSet/>
      <dgm:spPr/>
      <dgm:t>
        <a:bodyPr/>
        <a:lstStyle/>
        <a:p>
          <a:endParaRPr lang="en-US"/>
        </a:p>
      </dgm:t>
    </dgm:pt>
    <dgm:pt modelId="{BB6A12D4-AC77-4E4A-9C55-5A14D6602EC3}" type="sibTrans" cxnId="{077178A1-5163-47B2-9330-E3B7DB1D44F3}">
      <dgm:prSet/>
      <dgm:spPr/>
      <dgm:t>
        <a:bodyPr/>
        <a:lstStyle/>
        <a:p>
          <a:endParaRPr lang="en-US"/>
        </a:p>
      </dgm:t>
    </dgm:pt>
    <dgm:pt modelId="{235FE674-7796-41A4-BEA9-1729AF9A989F}" type="pres">
      <dgm:prSet presAssocID="{B1D7F96C-1B55-48C7-99E7-8180038AC459}" presName="root" presStyleCnt="0">
        <dgm:presLayoutVars>
          <dgm:dir/>
          <dgm:resizeHandles val="exact"/>
        </dgm:presLayoutVars>
      </dgm:prSet>
      <dgm:spPr/>
    </dgm:pt>
    <dgm:pt modelId="{E2E2F044-A7E4-4903-BB75-D6529599C75F}" type="pres">
      <dgm:prSet presAssocID="{D8C287F3-B209-4415-99C1-5CB917605703}" presName="compNode" presStyleCnt="0"/>
      <dgm:spPr/>
    </dgm:pt>
    <dgm:pt modelId="{DE263866-37EE-44FA-9C6A-9CEDA7C6E556}" type="pres">
      <dgm:prSet presAssocID="{D8C287F3-B209-4415-99C1-5CB917605703}" presName="bgRect" presStyleLbl="bgShp" presStyleIdx="0" presStyleCnt="2"/>
      <dgm:spPr/>
    </dgm:pt>
    <dgm:pt modelId="{001409E2-DD63-4B9C-AA41-C3B0F14E189B}" type="pres">
      <dgm:prSet presAssocID="{D8C287F3-B209-4415-99C1-5CB91760570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ia"/>
        </a:ext>
      </dgm:extLst>
    </dgm:pt>
    <dgm:pt modelId="{A086FA93-DE94-48B4-BC2B-ABE449E9F0E5}" type="pres">
      <dgm:prSet presAssocID="{D8C287F3-B209-4415-99C1-5CB917605703}" presName="spaceRect" presStyleCnt="0"/>
      <dgm:spPr/>
    </dgm:pt>
    <dgm:pt modelId="{9F265B47-6E49-496B-A42B-7F32A6B33E25}" type="pres">
      <dgm:prSet presAssocID="{D8C287F3-B209-4415-99C1-5CB917605703}" presName="parTx" presStyleLbl="revTx" presStyleIdx="0" presStyleCnt="2">
        <dgm:presLayoutVars>
          <dgm:chMax val="0"/>
          <dgm:chPref val="0"/>
        </dgm:presLayoutVars>
      </dgm:prSet>
      <dgm:spPr/>
    </dgm:pt>
    <dgm:pt modelId="{CC8D273C-264D-46BD-A317-BBE328C84AE1}" type="pres">
      <dgm:prSet presAssocID="{8EFECB9D-026A-4F7B-98AB-680DE091337C}" presName="sibTrans" presStyleCnt="0"/>
      <dgm:spPr/>
    </dgm:pt>
    <dgm:pt modelId="{93095B49-9B28-4BD8-B717-7E7626007A2A}" type="pres">
      <dgm:prSet presAssocID="{E30A9696-02BB-413D-BE1C-DA4541329499}" presName="compNode" presStyleCnt="0"/>
      <dgm:spPr/>
    </dgm:pt>
    <dgm:pt modelId="{1E1BF388-C7DD-42BB-9B9E-7C8736EF3D24}" type="pres">
      <dgm:prSet presAssocID="{E30A9696-02BB-413D-BE1C-DA4541329499}" presName="bgRect" presStyleLbl="bgShp" presStyleIdx="1" presStyleCnt="2"/>
      <dgm:spPr/>
    </dgm:pt>
    <dgm:pt modelId="{87D1101D-E5CE-4FC1-875A-E7124FF68CB4}" type="pres">
      <dgm:prSet presAssocID="{E30A9696-02BB-413D-BE1C-DA454132949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70568148-17BB-4A8A-99AF-BA7649D2E33C}" type="pres">
      <dgm:prSet presAssocID="{E30A9696-02BB-413D-BE1C-DA4541329499}" presName="spaceRect" presStyleCnt="0"/>
      <dgm:spPr/>
    </dgm:pt>
    <dgm:pt modelId="{23F11EF8-B1FB-492C-8C19-3C584DEF95B3}" type="pres">
      <dgm:prSet presAssocID="{E30A9696-02BB-413D-BE1C-DA454132949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C96FD2D-86CF-4C9F-AABF-29C7E9451254}" type="presOf" srcId="{D8C287F3-B209-4415-99C1-5CB917605703}" destId="{9F265B47-6E49-496B-A42B-7F32A6B33E25}" srcOrd="0" destOrd="0" presId="urn:microsoft.com/office/officeart/2018/2/layout/IconVerticalSolidList"/>
    <dgm:cxn modelId="{846DB84E-24D2-48E4-82FC-293F92FE55FC}" srcId="{B1D7F96C-1B55-48C7-99E7-8180038AC459}" destId="{D8C287F3-B209-4415-99C1-5CB917605703}" srcOrd="0" destOrd="0" parTransId="{5CEAEA38-BF57-40F9-8EDA-267113C09E74}" sibTransId="{8EFECB9D-026A-4F7B-98AB-680DE091337C}"/>
    <dgm:cxn modelId="{F924889B-862A-45D9-8AE6-6AB3299077EE}" type="presOf" srcId="{E30A9696-02BB-413D-BE1C-DA4541329499}" destId="{23F11EF8-B1FB-492C-8C19-3C584DEF95B3}" srcOrd="0" destOrd="0" presId="urn:microsoft.com/office/officeart/2018/2/layout/IconVerticalSolidList"/>
    <dgm:cxn modelId="{077178A1-5163-47B2-9330-E3B7DB1D44F3}" srcId="{B1D7F96C-1B55-48C7-99E7-8180038AC459}" destId="{E30A9696-02BB-413D-BE1C-DA4541329499}" srcOrd="1" destOrd="0" parTransId="{DD87279A-B65D-430E-88B6-4CA84AD3B475}" sibTransId="{BB6A12D4-AC77-4E4A-9C55-5A14D6602EC3}"/>
    <dgm:cxn modelId="{853230D9-F12B-4EC6-8285-3F161C3F2580}" type="presOf" srcId="{B1D7F96C-1B55-48C7-99E7-8180038AC459}" destId="{235FE674-7796-41A4-BEA9-1729AF9A989F}" srcOrd="0" destOrd="0" presId="urn:microsoft.com/office/officeart/2018/2/layout/IconVerticalSolidList"/>
    <dgm:cxn modelId="{D46FC354-3DD8-4B2A-9E98-22F7C51E4F26}" type="presParOf" srcId="{235FE674-7796-41A4-BEA9-1729AF9A989F}" destId="{E2E2F044-A7E4-4903-BB75-D6529599C75F}" srcOrd="0" destOrd="0" presId="urn:microsoft.com/office/officeart/2018/2/layout/IconVerticalSolidList"/>
    <dgm:cxn modelId="{404C768A-6D3D-4B32-9996-5B0B5D8F9F42}" type="presParOf" srcId="{E2E2F044-A7E4-4903-BB75-D6529599C75F}" destId="{DE263866-37EE-44FA-9C6A-9CEDA7C6E556}" srcOrd="0" destOrd="0" presId="urn:microsoft.com/office/officeart/2018/2/layout/IconVerticalSolidList"/>
    <dgm:cxn modelId="{85244E27-F5C1-4B46-99D0-80A6F4FDD434}" type="presParOf" srcId="{E2E2F044-A7E4-4903-BB75-D6529599C75F}" destId="{001409E2-DD63-4B9C-AA41-C3B0F14E189B}" srcOrd="1" destOrd="0" presId="urn:microsoft.com/office/officeart/2018/2/layout/IconVerticalSolidList"/>
    <dgm:cxn modelId="{EF26CFFC-6DF4-45FD-A02E-47135EF890FD}" type="presParOf" srcId="{E2E2F044-A7E4-4903-BB75-D6529599C75F}" destId="{A086FA93-DE94-48B4-BC2B-ABE449E9F0E5}" srcOrd="2" destOrd="0" presId="urn:microsoft.com/office/officeart/2018/2/layout/IconVerticalSolidList"/>
    <dgm:cxn modelId="{18B68558-366B-4580-AAE3-AEA73C0FD647}" type="presParOf" srcId="{E2E2F044-A7E4-4903-BB75-D6529599C75F}" destId="{9F265B47-6E49-496B-A42B-7F32A6B33E25}" srcOrd="3" destOrd="0" presId="urn:microsoft.com/office/officeart/2018/2/layout/IconVerticalSolidList"/>
    <dgm:cxn modelId="{26C91027-4B4A-42BE-85EB-BF2154C1F7DA}" type="presParOf" srcId="{235FE674-7796-41A4-BEA9-1729AF9A989F}" destId="{CC8D273C-264D-46BD-A317-BBE328C84AE1}" srcOrd="1" destOrd="0" presId="urn:microsoft.com/office/officeart/2018/2/layout/IconVerticalSolidList"/>
    <dgm:cxn modelId="{9BFA258D-176D-4268-B475-B656AF47B76E}" type="presParOf" srcId="{235FE674-7796-41A4-BEA9-1729AF9A989F}" destId="{93095B49-9B28-4BD8-B717-7E7626007A2A}" srcOrd="2" destOrd="0" presId="urn:microsoft.com/office/officeart/2018/2/layout/IconVerticalSolidList"/>
    <dgm:cxn modelId="{4172B073-39EB-4A5B-B0B2-D09E540F63C9}" type="presParOf" srcId="{93095B49-9B28-4BD8-B717-7E7626007A2A}" destId="{1E1BF388-C7DD-42BB-9B9E-7C8736EF3D24}" srcOrd="0" destOrd="0" presId="urn:microsoft.com/office/officeart/2018/2/layout/IconVerticalSolidList"/>
    <dgm:cxn modelId="{E4EDE068-6BD8-4E81-9597-5B046B8D01F0}" type="presParOf" srcId="{93095B49-9B28-4BD8-B717-7E7626007A2A}" destId="{87D1101D-E5CE-4FC1-875A-E7124FF68CB4}" srcOrd="1" destOrd="0" presId="urn:microsoft.com/office/officeart/2018/2/layout/IconVerticalSolidList"/>
    <dgm:cxn modelId="{05DAAF99-A1B5-4364-B8B7-3CDDC237F1E7}" type="presParOf" srcId="{93095B49-9B28-4BD8-B717-7E7626007A2A}" destId="{70568148-17BB-4A8A-99AF-BA7649D2E33C}" srcOrd="2" destOrd="0" presId="urn:microsoft.com/office/officeart/2018/2/layout/IconVerticalSolidList"/>
    <dgm:cxn modelId="{9F85DF3A-FF19-45A4-9671-16027DEC9E9F}" type="presParOf" srcId="{93095B49-9B28-4BD8-B717-7E7626007A2A}" destId="{23F11EF8-B1FB-492C-8C19-3C584DEF95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EC1C4CD-C567-435D-B49A-2E7DD39FA53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65DA88-1D77-4941-995A-3BCEAFE82718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b="1"/>
            <a:t>Modelowanie pracy</a:t>
          </a:r>
          <a:r>
            <a:rPr lang="pl-PL"/>
            <a:t> odnosi się do osobistej inicjatywy pracowników w zakresie zmiany wymagań i zasobów pracy w celu lepszego dostosowania środowiska pracy do ich własnych umiejętności i preferencji.</a:t>
          </a:r>
          <a:endParaRPr lang="en-US"/>
        </a:p>
      </dgm:t>
    </dgm:pt>
    <dgm:pt modelId="{D83049DB-F8FE-467E-A440-7592CB8A356B}" type="parTrans" cxnId="{2CF3D3AB-07E8-47C9-990A-23BE00C6E4BB}">
      <dgm:prSet/>
      <dgm:spPr/>
      <dgm:t>
        <a:bodyPr/>
        <a:lstStyle/>
        <a:p>
          <a:endParaRPr lang="en-US"/>
        </a:p>
      </dgm:t>
    </dgm:pt>
    <dgm:pt modelId="{DE29AA5A-9192-4BA3-8822-3F3CA4CCD886}" type="sibTrans" cxnId="{2CF3D3AB-07E8-47C9-990A-23BE00C6E4BB}">
      <dgm:prSet/>
      <dgm:spPr/>
      <dgm:t>
        <a:bodyPr/>
        <a:lstStyle/>
        <a:p>
          <a:endParaRPr lang="en-US"/>
        </a:p>
      </dgm:t>
    </dgm:pt>
    <dgm:pt modelId="{AA6A13B0-B2E4-4D4E-A8E9-5EF165281843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Oczekuje się, że modelowanie pracy zwiększy zasoby pracy i osobiste oraz ułatwi zaangażowanie i wydajność pracy.</a:t>
          </a:r>
          <a:endParaRPr lang="en-US"/>
        </a:p>
      </dgm:t>
    </dgm:pt>
    <dgm:pt modelId="{1B471797-A869-47B6-B9C5-0602AC1B107A}" type="parTrans" cxnId="{B91F263E-A59E-4E96-933B-5C266DC66ECA}">
      <dgm:prSet/>
      <dgm:spPr/>
      <dgm:t>
        <a:bodyPr/>
        <a:lstStyle/>
        <a:p>
          <a:endParaRPr lang="en-US"/>
        </a:p>
      </dgm:t>
    </dgm:pt>
    <dgm:pt modelId="{2B6C7EA0-5397-4896-A524-8A394D12290A}" type="sibTrans" cxnId="{B91F263E-A59E-4E96-933B-5C266DC66ECA}">
      <dgm:prSet/>
      <dgm:spPr/>
      <dgm:t>
        <a:bodyPr/>
        <a:lstStyle/>
        <a:p>
          <a:endParaRPr lang="en-US"/>
        </a:p>
      </dgm:t>
    </dgm:pt>
    <dgm:pt modelId="{BA878503-9F60-4B16-A9FD-08AB2205EA09}" type="pres">
      <dgm:prSet presAssocID="{1EC1C4CD-C567-435D-B49A-2E7DD39FA536}" presName="root" presStyleCnt="0">
        <dgm:presLayoutVars>
          <dgm:dir/>
          <dgm:resizeHandles val="exact"/>
        </dgm:presLayoutVars>
      </dgm:prSet>
      <dgm:spPr/>
    </dgm:pt>
    <dgm:pt modelId="{7D81FE73-EBFF-4BD4-BDE8-4FC55ED3EFBA}" type="pres">
      <dgm:prSet presAssocID="{7F65DA88-1D77-4941-995A-3BCEAFE82718}" presName="compNode" presStyleCnt="0"/>
      <dgm:spPr/>
    </dgm:pt>
    <dgm:pt modelId="{6EBA9BD4-97F9-443F-9A83-AC6D46FD2841}" type="pres">
      <dgm:prSet presAssocID="{7F65DA88-1D77-4941-995A-3BCEAFE82718}" presName="bgRect" presStyleLbl="bgShp" presStyleIdx="0" presStyleCnt="2"/>
      <dgm:spPr/>
    </dgm:pt>
    <dgm:pt modelId="{48CE9A43-E49E-41A5-B766-154197E305E8}" type="pres">
      <dgm:prSet presAssocID="{7F65DA88-1D77-4941-995A-3BCEAFE8271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żytkownicy"/>
        </a:ext>
      </dgm:extLst>
    </dgm:pt>
    <dgm:pt modelId="{403182B4-9486-4414-BC24-0A02D08B207E}" type="pres">
      <dgm:prSet presAssocID="{7F65DA88-1D77-4941-995A-3BCEAFE82718}" presName="spaceRect" presStyleCnt="0"/>
      <dgm:spPr/>
    </dgm:pt>
    <dgm:pt modelId="{9E3B85B2-564D-40D6-9A8D-49191F41BEF6}" type="pres">
      <dgm:prSet presAssocID="{7F65DA88-1D77-4941-995A-3BCEAFE82718}" presName="parTx" presStyleLbl="revTx" presStyleIdx="0" presStyleCnt="2">
        <dgm:presLayoutVars>
          <dgm:chMax val="0"/>
          <dgm:chPref val="0"/>
        </dgm:presLayoutVars>
      </dgm:prSet>
      <dgm:spPr/>
    </dgm:pt>
    <dgm:pt modelId="{0B6025F9-9A28-42B1-8E34-567661563F1F}" type="pres">
      <dgm:prSet presAssocID="{DE29AA5A-9192-4BA3-8822-3F3CA4CCD886}" presName="sibTrans" presStyleCnt="0"/>
      <dgm:spPr/>
    </dgm:pt>
    <dgm:pt modelId="{5ABC9D1E-2A28-430B-AD8E-764ADA9F8799}" type="pres">
      <dgm:prSet presAssocID="{AA6A13B0-B2E4-4D4E-A8E9-5EF165281843}" presName="compNode" presStyleCnt="0"/>
      <dgm:spPr/>
    </dgm:pt>
    <dgm:pt modelId="{CB050063-AEAE-4B9F-BB22-2A2D44A8968A}" type="pres">
      <dgm:prSet presAssocID="{AA6A13B0-B2E4-4D4E-A8E9-5EF165281843}" presName="bgRect" presStyleLbl="bgShp" presStyleIdx="1" presStyleCnt="2"/>
      <dgm:spPr/>
    </dgm:pt>
    <dgm:pt modelId="{218DC827-30FA-41D0-B87B-DF640F762650}" type="pres">
      <dgm:prSet presAssocID="{AA6A13B0-B2E4-4D4E-A8E9-5EF16528184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8929E8A3-3BB2-4A18-A127-B3BE00118CDD}" type="pres">
      <dgm:prSet presAssocID="{AA6A13B0-B2E4-4D4E-A8E9-5EF165281843}" presName="spaceRect" presStyleCnt="0"/>
      <dgm:spPr/>
    </dgm:pt>
    <dgm:pt modelId="{71A757E6-8ED2-4FC9-AE30-460059B6D82D}" type="pres">
      <dgm:prSet presAssocID="{AA6A13B0-B2E4-4D4E-A8E9-5EF16528184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17CA60F-96F5-4F07-A518-96DC2027E56B}" type="presOf" srcId="{AA6A13B0-B2E4-4D4E-A8E9-5EF165281843}" destId="{71A757E6-8ED2-4FC9-AE30-460059B6D82D}" srcOrd="0" destOrd="0" presId="urn:microsoft.com/office/officeart/2018/2/layout/IconVerticalSolidList"/>
    <dgm:cxn modelId="{1D6A5F27-B15D-4ED4-9921-E6978B1579BC}" type="presOf" srcId="{1EC1C4CD-C567-435D-B49A-2E7DD39FA536}" destId="{BA878503-9F60-4B16-A9FD-08AB2205EA09}" srcOrd="0" destOrd="0" presId="urn:microsoft.com/office/officeart/2018/2/layout/IconVerticalSolidList"/>
    <dgm:cxn modelId="{B91F263E-A59E-4E96-933B-5C266DC66ECA}" srcId="{1EC1C4CD-C567-435D-B49A-2E7DD39FA536}" destId="{AA6A13B0-B2E4-4D4E-A8E9-5EF165281843}" srcOrd="1" destOrd="0" parTransId="{1B471797-A869-47B6-B9C5-0602AC1B107A}" sibTransId="{2B6C7EA0-5397-4896-A524-8A394D12290A}"/>
    <dgm:cxn modelId="{898BE693-526B-4D03-8F5D-E0C813ED7551}" type="presOf" srcId="{7F65DA88-1D77-4941-995A-3BCEAFE82718}" destId="{9E3B85B2-564D-40D6-9A8D-49191F41BEF6}" srcOrd="0" destOrd="0" presId="urn:microsoft.com/office/officeart/2018/2/layout/IconVerticalSolidList"/>
    <dgm:cxn modelId="{2CF3D3AB-07E8-47C9-990A-23BE00C6E4BB}" srcId="{1EC1C4CD-C567-435D-B49A-2E7DD39FA536}" destId="{7F65DA88-1D77-4941-995A-3BCEAFE82718}" srcOrd="0" destOrd="0" parTransId="{D83049DB-F8FE-467E-A440-7592CB8A356B}" sibTransId="{DE29AA5A-9192-4BA3-8822-3F3CA4CCD886}"/>
    <dgm:cxn modelId="{AC5A9075-8A37-4C3F-B9E5-E2BD5926E96E}" type="presParOf" srcId="{BA878503-9F60-4B16-A9FD-08AB2205EA09}" destId="{7D81FE73-EBFF-4BD4-BDE8-4FC55ED3EFBA}" srcOrd="0" destOrd="0" presId="urn:microsoft.com/office/officeart/2018/2/layout/IconVerticalSolidList"/>
    <dgm:cxn modelId="{5249354A-FCA3-4F03-923E-45466754D560}" type="presParOf" srcId="{7D81FE73-EBFF-4BD4-BDE8-4FC55ED3EFBA}" destId="{6EBA9BD4-97F9-443F-9A83-AC6D46FD2841}" srcOrd="0" destOrd="0" presId="urn:microsoft.com/office/officeart/2018/2/layout/IconVerticalSolidList"/>
    <dgm:cxn modelId="{76E02235-4A94-4FB3-B0AD-0C4B48078A2C}" type="presParOf" srcId="{7D81FE73-EBFF-4BD4-BDE8-4FC55ED3EFBA}" destId="{48CE9A43-E49E-41A5-B766-154197E305E8}" srcOrd="1" destOrd="0" presId="urn:microsoft.com/office/officeart/2018/2/layout/IconVerticalSolidList"/>
    <dgm:cxn modelId="{94F24A6F-FA9E-480F-91AC-036D5F32F376}" type="presParOf" srcId="{7D81FE73-EBFF-4BD4-BDE8-4FC55ED3EFBA}" destId="{403182B4-9486-4414-BC24-0A02D08B207E}" srcOrd="2" destOrd="0" presId="urn:microsoft.com/office/officeart/2018/2/layout/IconVerticalSolidList"/>
    <dgm:cxn modelId="{CAACA82C-B437-43ED-880D-61A5048E9B85}" type="presParOf" srcId="{7D81FE73-EBFF-4BD4-BDE8-4FC55ED3EFBA}" destId="{9E3B85B2-564D-40D6-9A8D-49191F41BEF6}" srcOrd="3" destOrd="0" presId="urn:microsoft.com/office/officeart/2018/2/layout/IconVerticalSolidList"/>
    <dgm:cxn modelId="{2E8BC98C-FE0D-4880-BED2-3C0A8CD72D2B}" type="presParOf" srcId="{BA878503-9F60-4B16-A9FD-08AB2205EA09}" destId="{0B6025F9-9A28-42B1-8E34-567661563F1F}" srcOrd="1" destOrd="0" presId="urn:microsoft.com/office/officeart/2018/2/layout/IconVerticalSolidList"/>
    <dgm:cxn modelId="{D7426A48-9891-4887-8BBB-6AACC94248D3}" type="presParOf" srcId="{BA878503-9F60-4B16-A9FD-08AB2205EA09}" destId="{5ABC9D1E-2A28-430B-AD8E-764ADA9F8799}" srcOrd="2" destOrd="0" presId="urn:microsoft.com/office/officeart/2018/2/layout/IconVerticalSolidList"/>
    <dgm:cxn modelId="{78425481-D4F5-46AC-8BC1-9A19EE6FF94D}" type="presParOf" srcId="{5ABC9D1E-2A28-430B-AD8E-764ADA9F8799}" destId="{CB050063-AEAE-4B9F-BB22-2A2D44A8968A}" srcOrd="0" destOrd="0" presId="urn:microsoft.com/office/officeart/2018/2/layout/IconVerticalSolidList"/>
    <dgm:cxn modelId="{C9089261-0B82-41CA-A0EE-48709E8F0646}" type="presParOf" srcId="{5ABC9D1E-2A28-430B-AD8E-764ADA9F8799}" destId="{218DC827-30FA-41D0-B87B-DF640F762650}" srcOrd="1" destOrd="0" presId="urn:microsoft.com/office/officeart/2018/2/layout/IconVerticalSolidList"/>
    <dgm:cxn modelId="{51441921-875F-4D7C-B359-1A4934974DFE}" type="presParOf" srcId="{5ABC9D1E-2A28-430B-AD8E-764ADA9F8799}" destId="{8929E8A3-3BB2-4A18-A127-B3BE00118CDD}" srcOrd="2" destOrd="0" presId="urn:microsoft.com/office/officeart/2018/2/layout/IconVerticalSolidList"/>
    <dgm:cxn modelId="{98DDD8BD-E1BD-446F-9B98-355002A3DA71}" type="presParOf" srcId="{5ABC9D1E-2A28-430B-AD8E-764ADA9F8799}" destId="{71A757E6-8ED2-4FC9-AE30-460059B6D8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632CEA9-9CD8-4B05-AFAF-F3B696B9EF4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6C9781-3186-4E2B-86C6-099F1E8206E4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b="1"/>
            <a:t>Zaangażowani pracownicy</a:t>
          </a:r>
          <a:r>
            <a:rPr lang="pl-PL"/>
            <a:t> są wewnętrznie zmotywowani do pozostania zaangażowanymi i dlatego zaczynają proaktywnie optymalizować swoją pracę (zwiększać zasoby i optymalizować wymagania).</a:t>
          </a:r>
          <a:endParaRPr lang="en-US"/>
        </a:p>
      </dgm:t>
    </dgm:pt>
    <dgm:pt modelId="{3979509F-3586-4B1D-99F7-4C0771FB6189}" type="parTrans" cxnId="{C979AEE3-6E2C-4C99-B1CC-78C5EDA18367}">
      <dgm:prSet/>
      <dgm:spPr/>
      <dgm:t>
        <a:bodyPr/>
        <a:lstStyle/>
        <a:p>
          <a:endParaRPr lang="en-US"/>
        </a:p>
      </dgm:t>
    </dgm:pt>
    <dgm:pt modelId="{F2FEFBA3-FC9D-46E1-A8BA-E08719055C7E}" type="sibTrans" cxnId="{C979AEE3-6E2C-4C99-B1CC-78C5EDA18367}">
      <dgm:prSet/>
      <dgm:spPr/>
      <dgm:t>
        <a:bodyPr/>
        <a:lstStyle/>
        <a:p>
          <a:endParaRPr lang="en-US"/>
        </a:p>
      </dgm:t>
    </dgm:pt>
    <dgm:pt modelId="{52208CEB-85A1-45AD-A9A6-E77B1040DCBA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Z biegiem czasu, takie zachowanie generuje osobiste zasoby, które pomagają pracownikom radzić sobie z wymaganiami pracy i sprzyjają przyszłemu zaangażowaniu w pracę.</a:t>
          </a:r>
          <a:endParaRPr lang="en-US"/>
        </a:p>
      </dgm:t>
    </dgm:pt>
    <dgm:pt modelId="{2BAF3B1D-C468-41AF-BBC7-ED9B99D84B9A}" type="parTrans" cxnId="{99D83E84-6738-45C7-9910-8E0D4B6A8702}">
      <dgm:prSet/>
      <dgm:spPr/>
      <dgm:t>
        <a:bodyPr/>
        <a:lstStyle/>
        <a:p>
          <a:endParaRPr lang="en-US"/>
        </a:p>
      </dgm:t>
    </dgm:pt>
    <dgm:pt modelId="{25AC0663-731D-4D22-98CB-10C84E0A84E1}" type="sibTrans" cxnId="{99D83E84-6738-45C7-9910-8E0D4B6A8702}">
      <dgm:prSet/>
      <dgm:spPr/>
      <dgm:t>
        <a:bodyPr/>
        <a:lstStyle/>
        <a:p>
          <a:endParaRPr lang="en-US"/>
        </a:p>
      </dgm:t>
    </dgm:pt>
    <dgm:pt modelId="{CE2348BB-C008-4105-B464-128A47B8AAFA}" type="pres">
      <dgm:prSet presAssocID="{8632CEA9-9CD8-4B05-AFAF-F3B696B9EF41}" presName="root" presStyleCnt="0">
        <dgm:presLayoutVars>
          <dgm:dir/>
          <dgm:resizeHandles val="exact"/>
        </dgm:presLayoutVars>
      </dgm:prSet>
      <dgm:spPr/>
    </dgm:pt>
    <dgm:pt modelId="{EDFB5BFA-C8CA-4F50-899E-53A77B5F9F01}" type="pres">
      <dgm:prSet presAssocID="{F66C9781-3186-4E2B-86C6-099F1E8206E4}" presName="compNode" presStyleCnt="0"/>
      <dgm:spPr/>
    </dgm:pt>
    <dgm:pt modelId="{12E227B0-95C0-45DD-84F4-5FF887AAE168}" type="pres">
      <dgm:prSet presAssocID="{F66C9781-3186-4E2B-86C6-099F1E8206E4}" presName="bgRect" presStyleLbl="bgShp" presStyleIdx="0" presStyleCnt="2"/>
      <dgm:spPr/>
    </dgm:pt>
    <dgm:pt modelId="{2C020701-683B-45AF-B82B-E1EC66475FA2}" type="pres">
      <dgm:prSet presAssocID="{F66C9781-3186-4E2B-86C6-099F1E8206E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żytkownicy"/>
        </a:ext>
      </dgm:extLst>
    </dgm:pt>
    <dgm:pt modelId="{D710D8C7-9196-464E-B4A3-BC9313908E4E}" type="pres">
      <dgm:prSet presAssocID="{F66C9781-3186-4E2B-86C6-099F1E8206E4}" presName="spaceRect" presStyleCnt="0"/>
      <dgm:spPr/>
    </dgm:pt>
    <dgm:pt modelId="{479EB39F-C378-48AB-909B-67DB04F091FB}" type="pres">
      <dgm:prSet presAssocID="{F66C9781-3186-4E2B-86C6-099F1E8206E4}" presName="parTx" presStyleLbl="revTx" presStyleIdx="0" presStyleCnt="2">
        <dgm:presLayoutVars>
          <dgm:chMax val="0"/>
          <dgm:chPref val="0"/>
        </dgm:presLayoutVars>
      </dgm:prSet>
      <dgm:spPr/>
    </dgm:pt>
    <dgm:pt modelId="{9F80F6C8-4144-418A-A8CF-9FB47E2DB947}" type="pres">
      <dgm:prSet presAssocID="{F2FEFBA3-FC9D-46E1-A8BA-E08719055C7E}" presName="sibTrans" presStyleCnt="0"/>
      <dgm:spPr/>
    </dgm:pt>
    <dgm:pt modelId="{BC781B95-6828-4A44-AE2D-5FBF97902B0B}" type="pres">
      <dgm:prSet presAssocID="{52208CEB-85A1-45AD-A9A6-E77B1040DCBA}" presName="compNode" presStyleCnt="0"/>
      <dgm:spPr/>
    </dgm:pt>
    <dgm:pt modelId="{3A118158-A75D-4850-A4B7-50CC7E3A8F31}" type="pres">
      <dgm:prSet presAssocID="{52208CEB-85A1-45AD-A9A6-E77B1040DCBA}" presName="bgRect" presStyleLbl="bgShp" presStyleIdx="1" presStyleCnt="2"/>
      <dgm:spPr/>
    </dgm:pt>
    <dgm:pt modelId="{0CE4DE95-D85E-4A9D-BDFC-7DCF1AB51359}" type="pres">
      <dgm:prSet presAssocID="{52208CEB-85A1-45AD-A9A6-E77B1040DCB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B31AB87-8F39-46DF-A71A-C5E2FC396520}" type="pres">
      <dgm:prSet presAssocID="{52208CEB-85A1-45AD-A9A6-E77B1040DCBA}" presName="spaceRect" presStyleCnt="0"/>
      <dgm:spPr/>
    </dgm:pt>
    <dgm:pt modelId="{5B4F8C1B-B412-45E0-9E79-C41E7948C7BC}" type="pres">
      <dgm:prSet presAssocID="{52208CEB-85A1-45AD-A9A6-E77B1040DCB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22DA75D-EDF5-43EE-A2EE-94E15540849F}" type="presOf" srcId="{52208CEB-85A1-45AD-A9A6-E77B1040DCBA}" destId="{5B4F8C1B-B412-45E0-9E79-C41E7948C7BC}" srcOrd="0" destOrd="0" presId="urn:microsoft.com/office/officeart/2018/2/layout/IconVerticalSolidList"/>
    <dgm:cxn modelId="{8625004A-D3F0-4073-963B-9FFF431B9E5E}" type="presOf" srcId="{F66C9781-3186-4E2B-86C6-099F1E8206E4}" destId="{479EB39F-C378-48AB-909B-67DB04F091FB}" srcOrd="0" destOrd="0" presId="urn:microsoft.com/office/officeart/2018/2/layout/IconVerticalSolidList"/>
    <dgm:cxn modelId="{044CB67B-1EE0-4D39-8D70-D3DAD43D9785}" type="presOf" srcId="{8632CEA9-9CD8-4B05-AFAF-F3B696B9EF41}" destId="{CE2348BB-C008-4105-B464-128A47B8AAFA}" srcOrd="0" destOrd="0" presId="urn:microsoft.com/office/officeart/2018/2/layout/IconVerticalSolidList"/>
    <dgm:cxn modelId="{99D83E84-6738-45C7-9910-8E0D4B6A8702}" srcId="{8632CEA9-9CD8-4B05-AFAF-F3B696B9EF41}" destId="{52208CEB-85A1-45AD-A9A6-E77B1040DCBA}" srcOrd="1" destOrd="0" parTransId="{2BAF3B1D-C468-41AF-BBC7-ED9B99D84B9A}" sibTransId="{25AC0663-731D-4D22-98CB-10C84E0A84E1}"/>
    <dgm:cxn modelId="{C979AEE3-6E2C-4C99-B1CC-78C5EDA18367}" srcId="{8632CEA9-9CD8-4B05-AFAF-F3B696B9EF41}" destId="{F66C9781-3186-4E2B-86C6-099F1E8206E4}" srcOrd="0" destOrd="0" parTransId="{3979509F-3586-4B1D-99F7-4C0771FB6189}" sibTransId="{F2FEFBA3-FC9D-46E1-A8BA-E08719055C7E}"/>
    <dgm:cxn modelId="{E7459790-E9AC-4160-91B9-66B7525E5BA2}" type="presParOf" srcId="{CE2348BB-C008-4105-B464-128A47B8AAFA}" destId="{EDFB5BFA-C8CA-4F50-899E-53A77B5F9F01}" srcOrd="0" destOrd="0" presId="urn:microsoft.com/office/officeart/2018/2/layout/IconVerticalSolidList"/>
    <dgm:cxn modelId="{97B9DE8D-7B3B-416F-AA8C-67EAFBE82BEA}" type="presParOf" srcId="{EDFB5BFA-C8CA-4F50-899E-53A77B5F9F01}" destId="{12E227B0-95C0-45DD-84F4-5FF887AAE168}" srcOrd="0" destOrd="0" presId="urn:microsoft.com/office/officeart/2018/2/layout/IconVerticalSolidList"/>
    <dgm:cxn modelId="{742CB44C-8E69-4EB9-A17E-1575E32688A9}" type="presParOf" srcId="{EDFB5BFA-C8CA-4F50-899E-53A77B5F9F01}" destId="{2C020701-683B-45AF-B82B-E1EC66475FA2}" srcOrd="1" destOrd="0" presId="urn:microsoft.com/office/officeart/2018/2/layout/IconVerticalSolidList"/>
    <dgm:cxn modelId="{3E344CE7-AD12-498B-A295-D89D096D2A57}" type="presParOf" srcId="{EDFB5BFA-C8CA-4F50-899E-53A77B5F9F01}" destId="{D710D8C7-9196-464E-B4A3-BC9313908E4E}" srcOrd="2" destOrd="0" presId="urn:microsoft.com/office/officeart/2018/2/layout/IconVerticalSolidList"/>
    <dgm:cxn modelId="{D0C28E01-4D56-49DC-8F2D-0DEED4868B3B}" type="presParOf" srcId="{EDFB5BFA-C8CA-4F50-899E-53A77B5F9F01}" destId="{479EB39F-C378-48AB-909B-67DB04F091FB}" srcOrd="3" destOrd="0" presId="urn:microsoft.com/office/officeart/2018/2/layout/IconVerticalSolidList"/>
    <dgm:cxn modelId="{3A3AB2A8-6960-4EDD-B77D-84CFD5FEC62D}" type="presParOf" srcId="{CE2348BB-C008-4105-B464-128A47B8AAFA}" destId="{9F80F6C8-4144-418A-A8CF-9FB47E2DB947}" srcOrd="1" destOrd="0" presId="urn:microsoft.com/office/officeart/2018/2/layout/IconVerticalSolidList"/>
    <dgm:cxn modelId="{01B29B72-4BD9-4542-A0D0-152A85FFC77D}" type="presParOf" srcId="{CE2348BB-C008-4105-B464-128A47B8AAFA}" destId="{BC781B95-6828-4A44-AE2D-5FBF97902B0B}" srcOrd="2" destOrd="0" presId="urn:microsoft.com/office/officeart/2018/2/layout/IconVerticalSolidList"/>
    <dgm:cxn modelId="{8817DE13-627E-47E1-8986-A834876CC234}" type="presParOf" srcId="{BC781B95-6828-4A44-AE2D-5FBF97902B0B}" destId="{3A118158-A75D-4850-A4B7-50CC7E3A8F31}" srcOrd="0" destOrd="0" presId="urn:microsoft.com/office/officeart/2018/2/layout/IconVerticalSolidList"/>
    <dgm:cxn modelId="{1CE018A5-26BB-4932-9B3E-AD5025D17731}" type="presParOf" srcId="{BC781B95-6828-4A44-AE2D-5FBF97902B0B}" destId="{0CE4DE95-D85E-4A9D-BDFC-7DCF1AB51359}" srcOrd="1" destOrd="0" presId="urn:microsoft.com/office/officeart/2018/2/layout/IconVerticalSolidList"/>
    <dgm:cxn modelId="{9DB65C71-7FC5-472E-A481-431AD127E1D0}" type="presParOf" srcId="{BC781B95-6828-4A44-AE2D-5FBF97902B0B}" destId="{EB31AB87-8F39-46DF-A71A-C5E2FC396520}" srcOrd="2" destOrd="0" presId="urn:microsoft.com/office/officeart/2018/2/layout/IconVerticalSolidList"/>
    <dgm:cxn modelId="{1BA24CD1-06EF-488C-A485-EFCD9CBCF8CE}" type="presParOf" srcId="{BC781B95-6828-4A44-AE2D-5FBF97902B0B}" destId="{5B4F8C1B-B412-45E0-9E79-C41E7948C7B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B5203BA-F6D8-411E-AF93-FFDFE320AAA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3F051B3-DB3B-4E22-A046-FF48C0F793D1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b="1"/>
            <a:t>Samoutrudnianie</a:t>
          </a:r>
          <a:r>
            <a:rPr lang="pl-PL"/>
            <a:t> odnosi się do dysfunkcyjnych zachowań pracowników (np. słaba komunikacja, zachowania konfliktowe), które tworzą przeszkody i mogą osłabiać wydajność.</a:t>
          </a:r>
          <a:endParaRPr lang="en-US"/>
        </a:p>
      </dgm:t>
    </dgm:pt>
    <dgm:pt modelId="{7901FB56-BC7C-408E-9AB9-E0F53B4250C0}" type="parTrans" cxnId="{4C858FFE-6C0F-439B-A194-5FCBAE26A45F}">
      <dgm:prSet/>
      <dgm:spPr/>
      <dgm:t>
        <a:bodyPr/>
        <a:lstStyle/>
        <a:p>
          <a:endParaRPr lang="en-US"/>
        </a:p>
      </dgm:t>
    </dgm:pt>
    <dgm:pt modelId="{5272F2C8-40AB-463E-B871-0C89C0DCAC18}" type="sibTrans" cxnId="{4C858FFE-6C0F-439B-A194-5FCBAE26A45F}">
      <dgm:prSet/>
      <dgm:spPr/>
      <dgm:t>
        <a:bodyPr/>
        <a:lstStyle/>
        <a:p>
          <a:endParaRPr lang="en-US"/>
        </a:p>
      </dgm:t>
    </dgm:pt>
    <dgm:pt modelId="{672E0696-7BED-465C-81AB-2C03AEE30E47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Oczekuje się, że samoutrudnianie zwiększy wymagania związane z pracą i doprowadzi do napięcia i słabych wyników.</a:t>
          </a:r>
          <a:endParaRPr lang="en-US"/>
        </a:p>
      </dgm:t>
    </dgm:pt>
    <dgm:pt modelId="{B753CCC8-80E8-40F1-BC10-01C8A3EE2638}" type="parTrans" cxnId="{C862A48D-CB4A-4BAE-B223-FC2B266CF37C}">
      <dgm:prSet/>
      <dgm:spPr/>
      <dgm:t>
        <a:bodyPr/>
        <a:lstStyle/>
        <a:p>
          <a:endParaRPr lang="en-US"/>
        </a:p>
      </dgm:t>
    </dgm:pt>
    <dgm:pt modelId="{A3C985FB-D430-4B0D-841B-21F8665DFA89}" type="sibTrans" cxnId="{C862A48D-CB4A-4BAE-B223-FC2B266CF37C}">
      <dgm:prSet/>
      <dgm:spPr/>
      <dgm:t>
        <a:bodyPr/>
        <a:lstStyle/>
        <a:p>
          <a:endParaRPr lang="en-US"/>
        </a:p>
      </dgm:t>
    </dgm:pt>
    <dgm:pt modelId="{A9E204D7-CC8E-4F40-9016-64BF9D0477D7}" type="pres">
      <dgm:prSet presAssocID="{2B5203BA-F6D8-411E-AF93-FFDFE320AAA3}" presName="root" presStyleCnt="0">
        <dgm:presLayoutVars>
          <dgm:dir/>
          <dgm:resizeHandles val="exact"/>
        </dgm:presLayoutVars>
      </dgm:prSet>
      <dgm:spPr/>
    </dgm:pt>
    <dgm:pt modelId="{C8D515F8-27B0-4F00-94A5-11D19DFAD720}" type="pres">
      <dgm:prSet presAssocID="{E3F051B3-DB3B-4E22-A046-FF48C0F793D1}" presName="compNode" presStyleCnt="0"/>
      <dgm:spPr/>
    </dgm:pt>
    <dgm:pt modelId="{E2CD9F01-E1A7-4D7C-9BBF-E7145447E437}" type="pres">
      <dgm:prSet presAssocID="{E3F051B3-DB3B-4E22-A046-FF48C0F793D1}" presName="bgRect" presStyleLbl="bgShp" presStyleIdx="0" presStyleCnt="2"/>
      <dgm:spPr/>
    </dgm:pt>
    <dgm:pt modelId="{7F2C5C00-3A9C-4BFF-9818-80371BA8BE13}" type="pres">
      <dgm:prSet presAssocID="{E3F051B3-DB3B-4E22-A046-FF48C0F793D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zat"/>
        </a:ext>
      </dgm:extLst>
    </dgm:pt>
    <dgm:pt modelId="{8DA8D6F6-5505-42D9-B65D-8C6C31DB5D09}" type="pres">
      <dgm:prSet presAssocID="{E3F051B3-DB3B-4E22-A046-FF48C0F793D1}" presName="spaceRect" presStyleCnt="0"/>
      <dgm:spPr/>
    </dgm:pt>
    <dgm:pt modelId="{CB4110F5-E453-44D9-B230-070414303DC3}" type="pres">
      <dgm:prSet presAssocID="{E3F051B3-DB3B-4E22-A046-FF48C0F793D1}" presName="parTx" presStyleLbl="revTx" presStyleIdx="0" presStyleCnt="2">
        <dgm:presLayoutVars>
          <dgm:chMax val="0"/>
          <dgm:chPref val="0"/>
        </dgm:presLayoutVars>
      </dgm:prSet>
      <dgm:spPr/>
    </dgm:pt>
    <dgm:pt modelId="{350CA45F-033E-4ED7-A588-224B26D0F4A3}" type="pres">
      <dgm:prSet presAssocID="{5272F2C8-40AB-463E-B871-0C89C0DCAC18}" presName="sibTrans" presStyleCnt="0"/>
      <dgm:spPr/>
    </dgm:pt>
    <dgm:pt modelId="{98D525A1-9436-4062-8E8F-19034CC1928B}" type="pres">
      <dgm:prSet presAssocID="{672E0696-7BED-465C-81AB-2C03AEE30E47}" presName="compNode" presStyleCnt="0"/>
      <dgm:spPr/>
    </dgm:pt>
    <dgm:pt modelId="{61858527-516C-4E50-873C-FEF13A933326}" type="pres">
      <dgm:prSet presAssocID="{672E0696-7BED-465C-81AB-2C03AEE30E47}" presName="bgRect" presStyleLbl="bgShp" presStyleIdx="1" presStyleCnt="2"/>
      <dgm:spPr/>
    </dgm:pt>
    <dgm:pt modelId="{2CCB434C-856E-48A1-8B21-0A6C77837708}" type="pres">
      <dgm:prSet presAssocID="{672E0696-7BED-465C-81AB-2C03AEE30E4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złączony"/>
        </a:ext>
      </dgm:extLst>
    </dgm:pt>
    <dgm:pt modelId="{B574160E-3929-4C25-84D1-5AB24134046C}" type="pres">
      <dgm:prSet presAssocID="{672E0696-7BED-465C-81AB-2C03AEE30E47}" presName="spaceRect" presStyleCnt="0"/>
      <dgm:spPr/>
    </dgm:pt>
    <dgm:pt modelId="{378D6FAE-2BB6-4BEE-B57C-E3FA054D396D}" type="pres">
      <dgm:prSet presAssocID="{672E0696-7BED-465C-81AB-2C03AEE30E4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95C8519-1B09-4E34-9070-1A25FD740847}" type="presOf" srcId="{E3F051B3-DB3B-4E22-A046-FF48C0F793D1}" destId="{CB4110F5-E453-44D9-B230-070414303DC3}" srcOrd="0" destOrd="0" presId="urn:microsoft.com/office/officeart/2018/2/layout/IconVerticalSolidList"/>
    <dgm:cxn modelId="{BC663328-4982-4594-826C-5E73627BD323}" type="presOf" srcId="{672E0696-7BED-465C-81AB-2C03AEE30E47}" destId="{378D6FAE-2BB6-4BEE-B57C-E3FA054D396D}" srcOrd="0" destOrd="0" presId="urn:microsoft.com/office/officeart/2018/2/layout/IconVerticalSolidList"/>
    <dgm:cxn modelId="{C862A48D-CB4A-4BAE-B223-FC2B266CF37C}" srcId="{2B5203BA-F6D8-411E-AF93-FFDFE320AAA3}" destId="{672E0696-7BED-465C-81AB-2C03AEE30E47}" srcOrd="1" destOrd="0" parTransId="{B753CCC8-80E8-40F1-BC10-01C8A3EE2638}" sibTransId="{A3C985FB-D430-4B0D-841B-21F8665DFA89}"/>
    <dgm:cxn modelId="{CC248AE7-0099-4D29-BD9D-8CE7A506EC86}" type="presOf" srcId="{2B5203BA-F6D8-411E-AF93-FFDFE320AAA3}" destId="{A9E204D7-CC8E-4F40-9016-64BF9D0477D7}" srcOrd="0" destOrd="0" presId="urn:microsoft.com/office/officeart/2018/2/layout/IconVerticalSolidList"/>
    <dgm:cxn modelId="{4C858FFE-6C0F-439B-A194-5FCBAE26A45F}" srcId="{2B5203BA-F6D8-411E-AF93-FFDFE320AAA3}" destId="{E3F051B3-DB3B-4E22-A046-FF48C0F793D1}" srcOrd="0" destOrd="0" parTransId="{7901FB56-BC7C-408E-9AB9-E0F53B4250C0}" sibTransId="{5272F2C8-40AB-463E-B871-0C89C0DCAC18}"/>
    <dgm:cxn modelId="{07F173A6-8C80-405A-B563-A85F6AD4902A}" type="presParOf" srcId="{A9E204D7-CC8E-4F40-9016-64BF9D0477D7}" destId="{C8D515F8-27B0-4F00-94A5-11D19DFAD720}" srcOrd="0" destOrd="0" presId="urn:microsoft.com/office/officeart/2018/2/layout/IconVerticalSolidList"/>
    <dgm:cxn modelId="{5EFE9259-094F-40FE-9F2A-2295E8FE4A96}" type="presParOf" srcId="{C8D515F8-27B0-4F00-94A5-11D19DFAD720}" destId="{E2CD9F01-E1A7-4D7C-9BBF-E7145447E437}" srcOrd="0" destOrd="0" presId="urn:microsoft.com/office/officeart/2018/2/layout/IconVerticalSolidList"/>
    <dgm:cxn modelId="{50394408-74FA-4805-BF6B-0AE78B75C475}" type="presParOf" srcId="{C8D515F8-27B0-4F00-94A5-11D19DFAD720}" destId="{7F2C5C00-3A9C-4BFF-9818-80371BA8BE13}" srcOrd="1" destOrd="0" presId="urn:microsoft.com/office/officeart/2018/2/layout/IconVerticalSolidList"/>
    <dgm:cxn modelId="{833C26B8-69F7-46BC-8E87-3E56D15CE8C9}" type="presParOf" srcId="{C8D515F8-27B0-4F00-94A5-11D19DFAD720}" destId="{8DA8D6F6-5505-42D9-B65D-8C6C31DB5D09}" srcOrd="2" destOrd="0" presId="urn:microsoft.com/office/officeart/2018/2/layout/IconVerticalSolidList"/>
    <dgm:cxn modelId="{1577356F-735C-4C1E-B4C5-31F4A3FE93EB}" type="presParOf" srcId="{C8D515F8-27B0-4F00-94A5-11D19DFAD720}" destId="{CB4110F5-E453-44D9-B230-070414303DC3}" srcOrd="3" destOrd="0" presId="urn:microsoft.com/office/officeart/2018/2/layout/IconVerticalSolidList"/>
    <dgm:cxn modelId="{DAE8669E-57FC-4FB2-9161-77D29EE87315}" type="presParOf" srcId="{A9E204D7-CC8E-4F40-9016-64BF9D0477D7}" destId="{350CA45F-033E-4ED7-A588-224B26D0F4A3}" srcOrd="1" destOrd="0" presId="urn:microsoft.com/office/officeart/2018/2/layout/IconVerticalSolidList"/>
    <dgm:cxn modelId="{C28D2376-B39E-40DF-A95F-79C31FDCF9FD}" type="presParOf" srcId="{A9E204D7-CC8E-4F40-9016-64BF9D0477D7}" destId="{98D525A1-9436-4062-8E8F-19034CC1928B}" srcOrd="2" destOrd="0" presId="urn:microsoft.com/office/officeart/2018/2/layout/IconVerticalSolidList"/>
    <dgm:cxn modelId="{42EC8105-F0AD-4D86-9E6D-006112BDA4C8}" type="presParOf" srcId="{98D525A1-9436-4062-8E8F-19034CC1928B}" destId="{61858527-516C-4E50-873C-FEF13A933326}" srcOrd="0" destOrd="0" presId="urn:microsoft.com/office/officeart/2018/2/layout/IconVerticalSolidList"/>
    <dgm:cxn modelId="{6B968E60-43DD-4CA9-B593-65FAC936E33E}" type="presParOf" srcId="{98D525A1-9436-4062-8E8F-19034CC1928B}" destId="{2CCB434C-856E-48A1-8B21-0A6C77837708}" srcOrd="1" destOrd="0" presId="urn:microsoft.com/office/officeart/2018/2/layout/IconVerticalSolidList"/>
    <dgm:cxn modelId="{4CCF7B4D-5128-4532-A31F-69B53357B6EF}" type="presParOf" srcId="{98D525A1-9436-4062-8E8F-19034CC1928B}" destId="{B574160E-3929-4C25-84D1-5AB24134046C}" srcOrd="2" destOrd="0" presId="urn:microsoft.com/office/officeart/2018/2/layout/IconVerticalSolidList"/>
    <dgm:cxn modelId="{51F1A959-85FA-4FE2-A092-096FEE2F1076}" type="presParOf" srcId="{98D525A1-9436-4062-8E8F-19034CC1928B}" destId="{378D6FAE-2BB6-4BEE-B57C-E3FA054D39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D4026B2-2AC2-45CC-8321-D51E8F86468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C68527-D9D9-4E16-9AE9-AB94106B4689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Kiedy pracownicy doświadczają wyższego poziomu obciążenia pracą, koncentracja jest trudniejsza i popełniają oni więcej błędów związanych z pracą.</a:t>
          </a:r>
          <a:endParaRPr lang="en-US"/>
        </a:p>
      </dgm:t>
    </dgm:pt>
    <dgm:pt modelId="{4F04E4FC-72BC-41E2-ACEB-C8EBF8F8F2B2}" type="parTrans" cxnId="{4086B53F-0B57-4BD3-B4B9-D9F19597CFDB}">
      <dgm:prSet/>
      <dgm:spPr/>
      <dgm:t>
        <a:bodyPr/>
        <a:lstStyle/>
        <a:p>
          <a:endParaRPr lang="en-US"/>
        </a:p>
      </dgm:t>
    </dgm:pt>
    <dgm:pt modelId="{619E850E-1780-4911-9259-D5D3FCFC95E9}" type="sibTrans" cxnId="{4086B53F-0B57-4BD3-B4B9-D9F19597CFDB}">
      <dgm:prSet/>
      <dgm:spPr/>
      <dgm:t>
        <a:bodyPr/>
        <a:lstStyle/>
        <a:p>
          <a:endParaRPr lang="en-US"/>
        </a:p>
      </dgm:t>
    </dgm:pt>
    <dgm:pt modelId="{7435739A-0B61-4487-8CEF-72449D1AE26B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Z biegiem czasu, zachowania podważające własną wartość generują nowe wymagania zawodowe, które sprzyjają przyszłemu obciążeniu pracą.</a:t>
          </a:r>
          <a:endParaRPr lang="en-US"/>
        </a:p>
      </dgm:t>
    </dgm:pt>
    <dgm:pt modelId="{A94C97B0-60E3-4EAA-B1BE-D4CF4669D26C}" type="parTrans" cxnId="{FAA28EE0-3E77-4043-8131-14893B8F8C00}">
      <dgm:prSet/>
      <dgm:spPr/>
      <dgm:t>
        <a:bodyPr/>
        <a:lstStyle/>
        <a:p>
          <a:endParaRPr lang="en-US"/>
        </a:p>
      </dgm:t>
    </dgm:pt>
    <dgm:pt modelId="{AFCA8899-9824-43E2-9C9C-241CF1F26E1C}" type="sibTrans" cxnId="{FAA28EE0-3E77-4043-8131-14893B8F8C00}">
      <dgm:prSet/>
      <dgm:spPr/>
      <dgm:t>
        <a:bodyPr/>
        <a:lstStyle/>
        <a:p>
          <a:endParaRPr lang="en-US"/>
        </a:p>
      </dgm:t>
    </dgm:pt>
    <dgm:pt modelId="{3BA82B83-A6A1-4267-8A5D-A67E88F4C5DA}" type="pres">
      <dgm:prSet presAssocID="{3D4026B2-2AC2-45CC-8321-D51E8F864686}" presName="root" presStyleCnt="0">
        <dgm:presLayoutVars>
          <dgm:dir/>
          <dgm:resizeHandles val="exact"/>
        </dgm:presLayoutVars>
      </dgm:prSet>
      <dgm:spPr/>
    </dgm:pt>
    <dgm:pt modelId="{3A566612-F4A1-4DCC-864A-170989F813F8}" type="pres">
      <dgm:prSet presAssocID="{9EC68527-D9D9-4E16-9AE9-AB94106B4689}" presName="compNode" presStyleCnt="0"/>
      <dgm:spPr/>
    </dgm:pt>
    <dgm:pt modelId="{C1A91E8A-44B9-4AC0-99E8-01437BD046D3}" type="pres">
      <dgm:prSet presAssocID="{9EC68527-D9D9-4E16-9AE9-AB94106B4689}" presName="bgRect" presStyleLbl="bgShp" presStyleIdx="0" presStyleCnt="2"/>
      <dgm:spPr/>
    </dgm:pt>
    <dgm:pt modelId="{5548F093-2646-4114-AD2B-97781C0BFD29}" type="pres">
      <dgm:prSet presAssocID="{9EC68527-D9D9-4E16-9AE9-AB94106B468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7E2112E3-97EC-43AC-8561-C7B53E5F630D}" type="pres">
      <dgm:prSet presAssocID="{9EC68527-D9D9-4E16-9AE9-AB94106B4689}" presName="spaceRect" presStyleCnt="0"/>
      <dgm:spPr/>
    </dgm:pt>
    <dgm:pt modelId="{3B94AE88-8310-4F11-8262-9909FCDB03C9}" type="pres">
      <dgm:prSet presAssocID="{9EC68527-D9D9-4E16-9AE9-AB94106B4689}" presName="parTx" presStyleLbl="revTx" presStyleIdx="0" presStyleCnt="2">
        <dgm:presLayoutVars>
          <dgm:chMax val="0"/>
          <dgm:chPref val="0"/>
        </dgm:presLayoutVars>
      </dgm:prSet>
      <dgm:spPr/>
    </dgm:pt>
    <dgm:pt modelId="{57E356E1-A506-40F5-B5EA-2430191C8BE3}" type="pres">
      <dgm:prSet presAssocID="{619E850E-1780-4911-9259-D5D3FCFC95E9}" presName="sibTrans" presStyleCnt="0"/>
      <dgm:spPr/>
    </dgm:pt>
    <dgm:pt modelId="{C4425056-3418-45B5-BDE8-D4A615D09FD7}" type="pres">
      <dgm:prSet presAssocID="{7435739A-0B61-4487-8CEF-72449D1AE26B}" presName="compNode" presStyleCnt="0"/>
      <dgm:spPr/>
    </dgm:pt>
    <dgm:pt modelId="{89C51F2B-3B85-45A5-8660-0CE1B04C6D5F}" type="pres">
      <dgm:prSet presAssocID="{7435739A-0B61-4487-8CEF-72449D1AE26B}" presName="bgRect" presStyleLbl="bgShp" presStyleIdx="1" presStyleCnt="2"/>
      <dgm:spPr/>
    </dgm:pt>
    <dgm:pt modelId="{BC25DD32-B34D-441B-AB6F-8B1B2E8581F1}" type="pres">
      <dgm:prSet presAssocID="{7435739A-0B61-4487-8CEF-72449D1AE26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awacz"/>
        </a:ext>
      </dgm:extLst>
    </dgm:pt>
    <dgm:pt modelId="{E6D63B4C-A48A-41CE-800E-7840866E1CCA}" type="pres">
      <dgm:prSet presAssocID="{7435739A-0B61-4487-8CEF-72449D1AE26B}" presName="spaceRect" presStyleCnt="0"/>
      <dgm:spPr/>
    </dgm:pt>
    <dgm:pt modelId="{536CD9CC-F004-4BA6-A0E9-9416F3DC96DF}" type="pres">
      <dgm:prSet presAssocID="{7435739A-0B61-4487-8CEF-72449D1AE26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086B53F-0B57-4BD3-B4B9-D9F19597CFDB}" srcId="{3D4026B2-2AC2-45CC-8321-D51E8F864686}" destId="{9EC68527-D9D9-4E16-9AE9-AB94106B4689}" srcOrd="0" destOrd="0" parTransId="{4F04E4FC-72BC-41E2-ACEB-C8EBF8F8F2B2}" sibTransId="{619E850E-1780-4911-9259-D5D3FCFC95E9}"/>
    <dgm:cxn modelId="{6628F79C-E80A-48B6-A242-6BE22C903F5C}" type="presOf" srcId="{7435739A-0B61-4487-8CEF-72449D1AE26B}" destId="{536CD9CC-F004-4BA6-A0E9-9416F3DC96DF}" srcOrd="0" destOrd="0" presId="urn:microsoft.com/office/officeart/2018/2/layout/IconVerticalSolidList"/>
    <dgm:cxn modelId="{E924E19E-F752-4E0B-BB16-0F5416764D86}" type="presOf" srcId="{3D4026B2-2AC2-45CC-8321-D51E8F864686}" destId="{3BA82B83-A6A1-4267-8A5D-A67E88F4C5DA}" srcOrd="0" destOrd="0" presId="urn:microsoft.com/office/officeart/2018/2/layout/IconVerticalSolidList"/>
    <dgm:cxn modelId="{FDC912AE-3974-4733-9E10-E7DA79A2781E}" type="presOf" srcId="{9EC68527-D9D9-4E16-9AE9-AB94106B4689}" destId="{3B94AE88-8310-4F11-8262-9909FCDB03C9}" srcOrd="0" destOrd="0" presId="urn:microsoft.com/office/officeart/2018/2/layout/IconVerticalSolidList"/>
    <dgm:cxn modelId="{FAA28EE0-3E77-4043-8131-14893B8F8C00}" srcId="{3D4026B2-2AC2-45CC-8321-D51E8F864686}" destId="{7435739A-0B61-4487-8CEF-72449D1AE26B}" srcOrd="1" destOrd="0" parTransId="{A94C97B0-60E3-4EAA-B1BE-D4CF4669D26C}" sibTransId="{AFCA8899-9824-43E2-9C9C-241CF1F26E1C}"/>
    <dgm:cxn modelId="{5300249B-E258-4EEB-B6F2-24D55528AC4E}" type="presParOf" srcId="{3BA82B83-A6A1-4267-8A5D-A67E88F4C5DA}" destId="{3A566612-F4A1-4DCC-864A-170989F813F8}" srcOrd="0" destOrd="0" presId="urn:microsoft.com/office/officeart/2018/2/layout/IconVerticalSolidList"/>
    <dgm:cxn modelId="{A875DD48-9235-4B72-B8CB-FA5348DD67FE}" type="presParOf" srcId="{3A566612-F4A1-4DCC-864A-170989F813F8}" destId="{C1A91E8A-44B9-4AC0-99E8-01437BD046D3}" srcOrd="0" destOrd="0" presId="urn:microsoft.com/office/officeart/2018/2/layout/IconVerticalSolidList"/>
    <dgm:cxn modelId="{C559F13A-4441-4E3C-AA21-14E08120B6AA}" type="presParOf" srcId="{3A566612-F4A1-4DCC-864A-170989F813F8}" destId="{5548F093-2646-4114-AD2B-97781C0BFD29}" srcOrd="1" destOrd="0" presId="urn:microsoft.com/office/officeart/2018/2/layout/IconVerticalSolidList"/>
    <dgm:cxn modelId="{2FDA408A-19C8-4AFD-8302-43535A7A0F84}" type="presParOf" srcId="{3A566612-F4A1-4DCC-864A-170989F813F8}" destId="{7E2112E3-97EC-43AC-8561-C7B53E5F630D}" srcOrd="2" destOrd="0" presId="urn:microsoft.com/office/officeart/2018/2/layout/IconVerticalSolidList"/>
    <dgm:cxn modelId="{36259668-430C-456C-836B-73630DF7C29D}" type="presParOf" srcId="{3A566612-F4A1-4DCC-864A-170989F813F8}" destId="{3B94AE88-8310-4F11-8262-9909FCDB03C9}" srcOrd="3" destOrd="0" presId="urn:microsoft.com/office/officeart/2018/2/layout/IconVerticalSolidList"/>
    <dgm:cxn modelId="{4E890F0D-6FD4-43E0-98CB-DDCF86D4A0E3}" type="presParOf" srcId="{3BA82B83-A6A1-4267-8A5D-A67E88F4C5DA}" destId="{57E356E1-A506-40F5-B5EA-2430191C8BE3}" srcOrd="1" destOrd="0" presId="urn:microsoft.com/office/officeart/2018/2/layout/IconVerticalSolidList"/>
    <dgm:cxn modelId="{4E8FAF45-316D-46F5-B404-AD099CDDCC1C}" type="presParOf" srcId="{3BA82B83-A6A1-4267-8A5D-A67E88F4C5DA}" destId="{C4425056-3418-45B5-BDE8-D4A615D09FD7}" srcOrd="2" destOrd="0" presId="urn:microsoft.com/office/officeart/2018/2/layout/IconVerticalSolidList"/>
    <dgm:cxn modelId="{3292075A-F1E8-43C2-81BF-143DBF321AA5}" type="presParOf" srcId="{C4425056-3418-45B5-BDE8-D4A615D09FD7}" destId="{89C51F2B-3B85-45A5-8660-0CE1B04C6D5F}" srcOrd="0" destOrd="0" presId="urn:microsoft.com/office/officeart/2018/2/layout/IconVerticalSolidList"/>
    <dgm:cxn modelId="{411CEFBE-07AF-4BD7-889B-6C9EF87B14D3}" type="presParOf" srcId="{C4425056-3418-45B5-BDE8-D4A615D09FD7}" destId="{BC25DD32-B34D-441B-AB6F-8B1B2E8581F1}" srcOrd="1" destOrd="0" presId="urn:microsoft.com/office/officeart/2018/2/layout/IconVerticalSolidList"/>
    <dgm:cxn modelId="{DD26A808-355B-4F4F-A51C-85387C452F78}" type="presParOf" srcId="{C4425056-3418-45B5-BDE8-D4A615D09FD7}" destId="{E6D63B4C-A48A-41CE-800E-7840866E1CCA}" srcOrd="2" destOrd="0" presId="urn:microsoft.com/office/officeart/2018/2/layout/IconVerticalSolidList"/>
    <dgm:cxn modelId="{24897B5C-A544-462B-AA9C-61DBD2216E43}" type="presParOf" srcId="{C4425056-3418-45B5-BDE8-D4A615D09FD7}" destId="{536CD9CC-F004-4BA6-A0E9-9416F3DC96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86422-3A80-46F6-B7BD-5B2ED281CFE1}">
      <dsp:nvSpPr>
        <dsp:cNvPr id="0" name=""/>
        <dsp:cNvSpPr/>
      </dsp:nvSpPr>
      <dsp:spPr>
        <a:xfrm>
          <a:off x="1259267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0846" y="614373"/>
        <a:ext cx="14408" cy="2884"/>
      </dsp:txXfrm>
    </dsp:sp>
    <dsp:sp modelId="{631DBCBF-60FB-4B60-89BD-E969180F63B8}">
      <dsp:nvSpPr>
        <dsp:cNvPr id="0" name=""/>
        <dsp:cNvSpPr/>
      </dsp:nvSpPr>
      <dsp:spPr>
        <a:xfrm>
          <a:off x="8173" y="239947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Wymagania poznawcze </a:t>
          </a:r>
          <a:endParaRPr lang="en-US" sz="1200" kern="1200"/>
        </a:p>
      </dsp:txBody>
      <dsp:txXfrm>
        <a:off x="8173" y="239947"/>
        <a:ext cx="1252894" cy="751736"/>
      </dsp:txXfrm>
    </dsp:sp>
    <dsp:sp modelId="{189BAA24-779A-4A75-9805-096EBC02E9D5}">
      <dsp:nvSpPr>
        <dsp:cNvPr id="0" name=""/>
        <dsp:cNvSpPr/>
      </dsp:nvSpPr>
      <dsp:spPr>
        <a:xfrm>
          <a:off x="2800327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1906" y="614373"/>
        <a:ext cx="14408" cy="2884"/>
      </dsp:txXfrm>
    </dsp:sp>
    <dsp:sp modelId="{62D4FF44-71BB-4EF4-8B84-8F09D129D205}">
      <dsp:nvSpPr>
        <dsp:cNvPr id="0" name=""/>
        <dsp:cNvSpPr/>
      </dsp:nvSpPr>
      <dsp:spPr>
        <a:xfrm>
          <a:off x="1549233" y="239947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Złożoność</a:t>
          </a:r>
          <a:endParaRPr lang="en-US" sz="1200" kern="1200"/>
        </a:p>
      </dsp:txBody>
      <dsp:txXfrm>
        <a:off x="1549233" y="239947"/>
        <a:ext cx="1252894" cy="751736"/>
      </dsp:txXfrm>
    </dsp:sp>
    <dsp:sp modelId="{FFA277E7-165C-4D38-83D1-5FB49F5E8C29}">
      <dsp:nvSpPr>
        <dsp:cNvPr id="0" name=""/>
        <dsp:cNvSpPr/>
      </dsp:nvSpPr>
      <dsp:spPr>
        <a:xfrm>
          <a:off x="4341387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2966" y="614373"/>
        <a:ext cx="14408" cy="2884"/>
      </dsp:txXfrm>
    </dsp:sp>
    <dsp:sp modelId="{A6D00311-2AA5-4470-8D2C-5B5DBDA5415A}">
      <dsp:nvSpPr>
        <dsp:cNvPr id="0" name=""/>
        <dsp:cNvSpPr/>
      </dsp:nvSpPr>
      <dsp:spPr>
        <a:xfrm>
          <a:off x="3090293" y="239947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Problemy z komputerem</a:t>
          </a:r>
          <a:endParaRPr lang="en-US" sz="1200" kern="1200"/>
        </a:p>
      </dsp:txBody>
      <dsp:txXfrm>
        <a:off x="3090293" y="239947"/>
        <a:ext cx="1252894" cy="751736"/>
      </dsp:txXfrm>
    </dsp:sp>
    <dsp:sp modelId="{95CFFBCC-3D60-446F-A25A-B895003B1E04}">
      <dsp:nvSpPr>
        <dsp:cNvPr id="0" name=""/>
        <dsp:cNvSpPr/>
      </dsp:nvSpPr>
      <dsp:spPr>
        <a:xfrm>
          <a:off x="5882447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04025" y="614373"/>
        <a:ext cx="14408" cy="2884"/>
      </dsp:txXfrm>
    </dsp:sp>
    <dsp:sp modelId="{1C2373E9-B9BA-4E01-9BD1-299A79A33F05}">
      <dsp:nvSpPr>
        <dsp:cNvPr id="0" name=""/>
        <dsp:cNvSpPr/>
      </dsp:nvSpPr>
      <dsp:spPr>
        <a:xfrm>
          <a:off x="4631352" y="239947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Wymagające kontakty z pacjentami </a:t>
          </a:r>
          <a:endParaRPr lang="en-US" sz="1200" kern="1200"/>
        </a:p>
      </dsp:txBody>
      <dsp:txXfrm>
        <a:off x="4631352" y="239947"/>
        <a:ext cx="1252894" cy="751736"/>
      </dsp:txXfrm>
    </dsp:sp>
    <dsp:sp modelId="{E5701982-40F8-4687-A0BE-31D92F619491}">
      <dsp:nvSpPr>
        <dsp:cNvPr id="0" name=""/>
        <dsp:cNvSpPr/>
      </dsp:nvSpPr>
      <dsp:spPr>
        <a:xfrm>
          <a:off x="7423506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45085" y="614373"/>
        <a:ext cx="14408" cy="2884"/>
      </dsp:txXfrm>
    </dsp:sp>
    <dsp:sp modelId="{2E274275-279F-40E2-AF4D-4C6B0B5C6CD2}">
      <dsp:nvSpPr>
        <dsp:cNvPr id="0" name=""/>
        <dsp:cNvSpPr/>
      </dsp:nvSpPr>
      <dsp:spPr>
        <a:xfrm>
          <a:off x="6172412" y="239947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Wymagania emocjonalne </a:t>
          </a:r>
          <a:endParaRPr lang="en-US" sz="1200" kern="1200"/>
        </a:p>
      </dsp:txBody>
      <dsp:txXfrm>
        <a:off x="6172412" y="239947"/>
        <a:ext cx="1252894" cy="751736"/>
      </dsp:txXfrm>
    </dsp:sp>
    <dsp:sp modelId="{FD6466CF-5912-4F83-AECE-A50217110213}">
      <dsp:nvSpPr>
        <dsp:cNvPr id="0" name=""/>
        <dsp:cNvSpPr/>
      </dsp:nvSpPr>
      <dsp:spPr>
        <a:xfrm>
          <a:off x="8964566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86145" y="614373"/>
        <a:ext cx="14408" cy="2884"/>
      </dsp:txXfrm>
    </dsp:sp>
    <dsp:sp modelId="{7D5D6FBE-B098-46BD-B4A2-3FCC5FA821BA}">
      <dsp:nvSpPr>
        <dsp:cNvPr id="0" name=""/>
        <dsp:cNvSpPr/>
      </dsp:nvSpPr>
      <dsp:spPr>
        <a:xfrm>
          <a:off x="7713472" y="239947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Dysonans emocjonalny</a:t>
          </a:r>
          <a:endParaRPr lang="en-US" sz="1200" kern="1200"/>
        </a:p>
      </dsp:txBody>
      <dsp:txXfrm>
        <a:off x="7713472" y="239947"/>
        <a:ext cx="1252894" cy="751736"/>
      </dsp:txXfrm>
    </dsp:sp>
    <dsp:sp modelId="{A71279B0-91FD-4872-BE54-E996B60689F6}">
      <dsp:nvSpPr>
        <dsp:cNvPr id="0" name=""/>
        <dsp:cNvSpPr/>
      </dsp:nvSpPr>
      <dsp:spPr>
        <a:xfrm>
          <a:off x="634620" y="989884"/>
          <a:ext cx="9246358" cy="257565"/>
        </a:xfrm>
        <a:custGeom>
          <a:avLst/>
          <a:gdLst/>
          <a:ahLst/>
          <a:cxnLst/>
          <a:rect l="0" t="0" r="0" b="0"/>
          <a:pathLst>
            <a:path>
              <a:moveTo>
                <a:pt x="9246358" y="0"/>
              </a:moveTo>
              <a:lnTo>
                <a:pt x="9246358" y="145882"/>
              </a:lnTo>
              <a:lnTo>
                <a:pt x="0" y="145882"/>
              </a:lnTo>
              <a:lnTo>
                <a:pt x="0" y="257565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26528" y="1117224"/>
        <a:ext cx="462542" cy="2884"/>
      </dsp:txXfrm>
    </dsp:sp>
    <dsp:sp modelId="{4ECE65E7-B8B2-43CE-82C2-BEB325D48945}">
      <dsp:nvSpPr>
        <dsp:cNvPr id="0" name=""/>
        <dsp:cNvSpPr/>
      </dsp:nvSpPr>
      <dsp:spPr>
        <a:xfrm>
          <a:off x="9254532" y="239947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Konflikt interpersonalny </a:t>
          </a:r>
          <a:endParaRPr lang="en-US" sz="1200" kern="1200"/>
        </a:p>
      </dsp:txBody>
      <dsp:txXfrm>
        <a:off x="9254532" y="239947"/>
        <a:ext cx="1252894" cy="751736"/>
      </dsp:txXfrm>
    </dsp:sp>
    <dsp:sp modelId="{B1E250E1-20AB-42EE-B601-A4B86AB5419D}">
      <dsp:nvSpPr>
        <dsp:cNvPr id="0" name=""/>
        <dsp:cNvSpPr/>
      </dsp:nvSpPr>
      <dsp:spPr>
        <a:xfrm>
          <a:off x="1259267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0846" y="1654275"/>
        <a:ext cx="14408" cy="2884"/>
      </dsp:txXfrm>
    </dsp:sp>
    <dsp:sp modelId="{966D41B6-9FD4-4DC3-B8A9-CD9D3835BC42}">
      <dsp:nvSpPr>
        <dsp:cNvPr id="0" name=""/>
        <dsp:cNvSpPr/>
      </dsp:nvSpPr>
      <dsp:spPr>
        <a:xfrm>
          <a:off x="8173" y="1279849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Niepewność pracy</a:t>
          </a:r>
          <a:endParaRPr lang="en-US" sz="1200" kern="1200"/>
        </a:p>
      </dsp:txBody>
      <dsp:txXfrm>
        <a:off x="8173" y="1279849"/>
        <a:ext cx="1252894" cy="751736"/>
      </dsp:txXfrm>
    </dsp:sp>
    <dsp:sp modelId="{4448F201-A809-4ACC-A81B-2179C8AFA6AF}">
      <dsp:nvSpPr>
        <dsp:cNvPr id="0" name=""/>
        <dsp:cNvSpPr/>
      </dsp:nvSpPr>
      <dsp:spPr>
        <a:xfrm>
          <a:off x="2800327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1906" y="1654275"/>
        <a:ext cx="14408" cy="2884"/>
      </dsp:txXfrm>
    </dsp:sp>
    <dsp:sp modelId="{AE50AF68-CACF-45AE-A4A1-A0FDBE045E95}">
      <dsp:nvSpPr>
        <dsp:cNvPr id="0" name=""/>
        <dsp:cNvSpPr/>
      </dsp:nvSpPr>
      <dsp:spPr>
        <a:xfrm>
          <a:off x="1549233" y="1279849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Negatywny wpływ rodziny na pracę </a:t>
          </a:r>
          <a:endParaRPr lang="en-US" sz="1200" kern="1200"/>
        </a:p>
      </dsp:txBody>
      <dsp:txXfrm>
        <a:off x="1549233" y="1279849"/>
        <a:ext cx="1252894" cy="751736"/>
      </dsp:txXfrm>
    </dsp:sp>
    <dsp:sp modelId="{731D253B-D87E-4AAC-88E6-E59DF6D772FF}">
      <dsp:nvSpPr>
        <dsp:cNvPr id="0" name=""/>
        <dsp:cNvSpPr/>
      </dsp:nvSpPr>
      <dsp:spPr>
        <a:xfrm>
          <a:off x="4341387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2966" y="1654275"/>
        <a:ext cx="14408" cy="2884"/>
      </dsp:txXfrm>
    </dsp:sp>
    <dsp:sp modelId="{75272BB0-95BD-4287-94C1-1B828F3D1DB7}">
      <dsp:nvSpPr>
        <dsp:cNvPr id="0" name=""/>
        <dsp:cNvSpPr/>
      </dsp:nvSpPr>
      <dsp:spPr>
        <a:xfrm>
          <a:off x="3090293" y="1279849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Nękanie przez pacjentów</a:t>
          </a:r>
          <a:endParaRPr lang="en-US" sz="1200" kern="1200"/>
        </a:p>
      </dsp:txBody>
      <dsp:txXfrm>
        <a:off x="3090293" y="1279849"/>
        <a:ext cx="1252894" cy="751736"/>
      </dsp:txXfrm>
    </dsp:sp>
    <dsp:sp modelId="{849404B4-8FA4-4FB8-8625-C82E9D2429A4}">
      <dsp:nvSpPr>
        <dsp:cNvPr id="0" name=""/>
        <dsp:cNvSpPr/>
      </dsp:nvSpPr>
      <dsp:spPr>
        <a:xfrm>
          <a:off x="5882447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04025" y="1654275"/>
        <a:ext cx="14408" cy="2884"/>
      </dsp:txXfrm>
    </dsp:sp>
    <dsp:sp modelId="{B3C1AB8B-F2CA-422A-A9E3-805F55804E6E}">
      <dsp:nvSpPr>
        <dsp:cNvPr id="0" name=""/>
        <dsp:cNvSpPr/>
      </dsp:nvSpPr>
      <dsp:spPr>
        <a:xfrm>
          <a:off x="4631352" y="1279849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Wymagania dotyczące wydajności </a:t>
          </a:r>
          <a:endParaRPr lang="en-US" sz="1200" kern="1200"/>
        </a:p>
      </dsp:txBody>
      <dsp:txXfrm>
        <a:off x="4631352" y="1279849"/>
        <a:ext cx="1252894" cy="751736"/>
      </dsp:txXfrm>
    </dsp:sp>
    <dsp:sp modelId="{6D9823D8-710E-467E-B868-10558BBAA2CB}">
      <dsp:nvSpPr>
        <dsp:cNvPr id="0" name=""/>
        <dsp:cNvSpPr/>
      </dsp:nvSpPr>
      <dsp:spPr>
        <a:xfrm>
          <a:off x="7423506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45085" y="1654275"/>
        <a:ext cx="14408" cy="2884"/>
      </dsp:txXfrm>
    </dsp:sp>
    <dsp:sp modelId="{7AEEDE3C-74A2-41FC-B6B5-4B40A422AC00}">
      <dsp:nvSpPr>
        <dsp:cNvPr id="0" name=""/>
        <dsp:cNvSpPr/>
      </dsp:nvSpPr>
      <dsp:spPr>
        <a:xfrm>
          <a:off x="6172412" y="1279849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Wymagania fizyczne</a:t>
          </a:r>
          <a:endParaRPr lang="en-US" sz="1200" kern="1200"/>
        </a:p>
      </dsp:txBody>
      <dsp:txXfrm>
        <a:off x="6172412" y="1279849"/>
        <a:ext cx="1252894" cy="751736"/>
      </dsp:txXfrm>
    </dsp:sp>
    <dsp:sp modelId="{9212CC10-B78E-4372-855E-48D86AB583B6}">
      <dsp:nvSpPr>
        <dsp:cNvPr id="0" name=""/>
        <dsp:cNvSpPr/>
      </dsp:nvSpPr>
      <dsp:spPr>
        <a:xfrm>
          <a:off x="8964566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86145" y="1654275"/>
        <a:ext cx="14408" cy="2884"/>
      </dsp:txXfrm>
    </dsp:sp>
    <dsp:sp modelId="{F672D4C0-0E21-4D80-B457-E7D7A3379647}">
      <dsp:nvSpPr>
        <dsp:cNvPr id="0" name=""/>
        <dsp:cNvSpPr/>
      </dsp:nvSpPr>
      <dsp:spPr>
        <a:xfrm>
          <a:off x="7713472" y="1279849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Problemy z planowaniem </a:t>
          </a:r>
          <a:endParaRPr lang="en-US" sz="1200" kern="1200"/>
        </a:p>
      </dsp:txBody>
      <dsp:txXfrm>
        <a:off x="7713472" y="1279849"/>
        <a:ext cx="1252894" cy="751736"/>
      </dsp:txXfrm>
    </dsp:sp>
    <dsp:sp modelId="{4DB89A01-355F-4A2B-9B41-7899B2AB3A11}">
      <dsp:nvSpPr>
        <dsp:cNvPr id="0" name=""/>
        <dsp:cNvSpPr/>
      </dsp:nvSpPr>
      <dsp:spPr>
        <a:xfrm>
          <a:off x="634620" y="2029786"/>
          <a:ext cx="9246358" cy="257565"/>
        </a:xfrm>
        <a:custGeom>
          <a:avLst/>
          <a:gdLst/>
          <a:ahLst/>
          <a:cxnLst/>
          <a:rect l="0" t="0" r="0" b="0"/>
          <a:pathLst>
            <a:path>
              <a:moveTo>
                <a:pt x="9246358" y="0"/>
              </a:moveTo>
              <a:lnTo>
                <a:pt x="9246358" y="145882"/>
              </a:lnTo>
              <a:lnTo>
                <a:pt x="0" y="145882"/>
              </a:lnTo>
              <a:lnTo>
                <a:pt x="0" y="257565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26528" y="2157126"/>
        <a:ext cx="462542" cy="2884"/>
      </dsp:txXfrm>
    </dsp:sp>
    <dsp:sp modelId="{8C16E2FD-9813-4475-8FA5-E6B0F9E0A78D}">
      <dsp:nvSpPr>
        <dsp:cNvPr id="0" name=""/>
        <dsp:cNvSpPr/>
      </dsp:nvSpPr>
      <dsp:spPr>
        <a:xfrm>
          <a:off x="9254532" y="1279849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Niewłaściwe zachowanie uczniów </a:t>
          </a:r>
          <a:endParaRPr lang="en-US" sz="1200" kern="1200"/>
        </a:p>
      </dsp:txBody>
      <dsp:txXfrm>
        <a:off x="9254532" y="1279849"/>
        <a:ext cx="1252894" cy="751736"/>
      </dsp:txXfrm>
    </dsp:sp>
    <dsp:sp modelId="{8D373DB3-7520-4707-A86E-1F35B3077FCD}">
      <dsp:nvSpPr>
        <dsp:cNvPr id="0" name=""/>
        <dsp:cNvSpPr/>
      </dsp:nvSpPr>
      <dsp:spPr>
        <a:xfrm>
          <a:off x="1259267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0846" y="2694177"/>
        <a:ext cx="14408" cy="2884"/>
      </dsp:txXfrm>
    </dsp:sp>
    <dsp:sp modelId="{EF95EC70-1192-457A-8D91-C4526B189F03}">
      <dsp:nvSpPr>
        <dsp:cNvPr id="0" name=""/>
        <dsp:cNvSpPr/>
      </dsp:nvSpPr>
      <dsp:spPr>
        <a:xfrm>
          <a:off x="8173" y="2319751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Jakościowe obciążenie pracą </a:t>
          </a:r>
          <a:endParaRPr lang="en-US" sz="1200" kern="1200"/>
        </a:p>
      </dsp:txBody>
      <dsp:txXfrm>
        <a:off x="8173" y="2319751"/>
        <a:ext cx="1252894" cy="751736"/>
      </dsp:txXfrm>
    </dsp:sp>
    <dsp:sp modelId="{A8AC569D-15EA-4CAE-962D-CBF6D71F9D9B}">
      <dsp:nvSpPr>
        <dsp:cNvPr id="0" name=""/>
        <dsp:cNvSpPr/>
      </dsp:nvSpPr>
      <dsp:spPr>
        <a:xfrm>
          <a:off x="2800327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1906" y="2694177"/>
        <a:ext cx="14408" cy="2884"/>
      </dsp:txXfrm>
    </dsp:sp>
    <dsp:sp modelId="{2A76B84B-CFA3-44DA-8744-022D164688DB}">
      <dsp:nvSpPr>
        <dsp:cNvPr id="0" name=""/>
        <dsp:cNvSpPr/>
      </dsp:nvSpPr>
      <dsp:spPr>
        <a:xfrm>
          <a:off x="1549233" y="2319751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Reorganizacja</a:t>
          </a:r>
          <a:endParaRPr lang="en-US" sz="1200" kern="1200"/>
        </a:p>
      </dsp:txBody>
      <dsp:txXfrm>
        <a:off x="1549233" y="2319751"/>
        <a:ext cx="1252894" cy="751736"/>
      </dsp:txXfrm>
    </dsp:sp>
    <dsp:sp modelId="{FDA0D42C-6164-4A7C-90F8-74B50DA7F64C}">
      <dsp:nvSpPr>
        <dsp:cNvPr id="0" name=""/>
        <dsp:cNvSpPr/>
      </dsp:nvSpPr>
      <dsp:spPr>
        <a:xfrm>
          <a:off x="4341387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2966" y="2694177"/>
        <a:ext cx="14408" cy="2884"/>
      </dsp:txXfrm>
    </dsp:sp>
    <dsp:sp modelId="{13FE4F21-F5FE-4B96-846E-44B9252EC404}">
      <dsp:nvSpPr>
        <dsp:cNvPr id="0" name=""/>
        <dsp:cNvSpPr/>
      </dsp:nvSpPr>
      <dsp:spPr>
        <a:xfrm>
          <a:off x="3090293" y="2319751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Wynagrodzenie </a:t>
          </a:r>
          <a:endParaRPr lang="en-US" sz="1200" kern="1200"/>
        </a:p>
      </dsp:txBody>
      <dsp:txXfrm>
        <a:off x="3090293" y="2319751"/>
        <a:ext cx="1252894" cy="751736"/>
      </dsp:txXfrm>
    </dsp:sp>
    <dsp:sp modelId="{FE328CC7-CE61-4873-B172-C1B8A093D997}">
      <dsp:nvSpPr>
        <dsp:cNvPr id="0" name=""/>
        <dsp:cNvSpPr/>
      </dsp:nvSpPr>
      <dsp:spPr>
        <a:xfrm>
          <a:off x="5882447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04025" y="2694177"/>
        <a:ext cx="14408" cy="2884"/>
      </dsp:txXfrm>
    </dsp:sp>
    <dsp:sp modelId="{5BA22964-980C-4D59-AED4-0A2BD94FB940}">
      <dsp:nvSpPr>
        <dsp:cNvPr id="0" name=""/>
        <dsp:cNvSpPr/>
      </dsp:nvSpPr>
      <dsp:spPr>
        <a:xfrm>
          <a:off x="4631352" y="2319751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50" kern="1200" dirty="0"/>
            <a:t>Odpowiedzialność</a:t>
          </a:r>
          <a:endParaRPr lang="en-US" sz="1050" kern="1200" dirty="0"/>
        </a:p>
      </dsp:txBody>
      <dsp:txXfrm>
        <a:off x="4631352" y="2319751"/>
        <a:ext cx="1252894" cy="751736"/>
      </dsp:txXfrm>
    </dsp:sp>
    <dsp:sp modelId="{0730EEA2-09AF-4FFC-BF9D-589E6CC24D39}">
      <dsp:nvSpPr>
        <dsp:cNvPr id="0" name=""/>
        <dsp:cNvSpPr/>
      </dsp:nvSpPr>
      <dsp:spPr>
        <a:xfrm>
          <a:off x="7423506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45085" y="2694177"/>
        <a:ext cx="14408" cy="2884"/>
      </dsp:txXfrm>
    </dsp:sp>
    <dsp:sp modelId="{863E3B34-25DB-4CCA-83F6-DF6272CCAFF6}">
      <dsp:nvSpPr>
        <dsp:cNvPr id="0" name=""/>
        <dsp:cNvSpPr/>
      </dsp:nvSpPr>
      <dsp:spPr>
        <a:xfrm>
          <a:off x="6172412" y="2319751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Ryzyko i zagrożenia </a:t>
          </a:r>
          <a:endParaRPr lang="en-US" sz="1200" kern="1200"/>
        </a:p>
      </dsp:txBody>
      <dsp:txXfrm>
        <a:off x="6172412" y="2319751"/>
        <a:ext cx="1252894" cy="751736"/>
      </dsp:txXfrm>
    </dsp:sp>
    <dsp:sp modelId="{677E01A0-AE09-44C4-B705-9EC4E60821D3}">
      <dsp:nvSpPr>
        <dsp:cNvPr id="0" name=""/>
        <dsp:cNvSpPr/>
      </dsp:nvSpPr>
      <dsp:spPr>
        <a:xfrm>
          <a:off x="8964566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86145" y="2694177"/>
        <a:ext cx="14408" cy="2884"/>
      </dsp:txXfrm>
    </dsp:sp>
    <dsp:sp modelId="{22A0C6A7-6E15-4F41-9913-A2080408E4A9}">
      <dsp:nvSpPr>
        <dsp:cNvPr id="0" name=""/>
        <dsp:cNvSpPr/>
      </dsp:nvSpPr>
      <dsp:spPr>
        <a:xfrm>
          <a:off x="7713472" y="2319751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000" kern="1200" dirty="0"/>
            <a:t>Niejednoznaczność roli</a:t>
          </a:r>
          <a:endParaRPr lang="en-US" sz="1000" kern="1200" dirty="0"/>
        </a:p>
      </dsp:txBody>
      <dsp:txXfrm>
        <a:off x="7713472" y="2319751"/>
        <a:ext cx="1252894" cy="751736"/>
      </dsp:txXfrm>
    </dsp:sp>
    <dsp:sp modelId="{BB754C06-E875-4954-BB27-1A1A58228EC6}">
      <dsp:nvSpPr>
        <dsp:cNvPr id="0" name=""/>
        <dsp:cNvSpPr/>
      </dsp:nvSpPr>
      <dsp:spPr>
        <a:xfrm>
          <a:off x="634620" y="3069688"/>
          <a:ext cx="9246358" cy="257565"/>
        </a:xfrm>
        <a:custGeom>
          <a:avLst/>
          <a:gdLst/>
          <a:ahLst/>
          <a:cxnLst/>
          <a:rect l="0" t="0" r="0" b="0"/>
          <a:pathLst>
            <a:path>
              <a:moveTo>
                <a:pt x="9246358" y="0"/>
              </a:moveTo>
              <a:lnTo>
                <a:pt x="9246358" y="145882"/>
              </a:lnTo>
              <a:lnTo>
                <a:pt x="0" y="145882"/>
              </a:lnTo>
              <a:lnTo>
                <a:pt x="0" y="257565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26528" y="3197028"/>
        <a:ext cx="462542" cy="2884"/>
      </dsp:txXfrm>
    </dsp:sp>
    <dsp:sp modelId="{B8C15985-7CCA-4021-AA70-697A84E1BC59}">
      <dsp:nvSpPr>
        <dsp:cNvPr id="0" name=""/>
        <dsp:cNvSpPr/>
      </dsp:nvSpPr>
      <dsp:spPr>
        <a:xfrm>
          <a:off x="9254532" y="2319751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Konflikt ról</a:t>
          </a:r>
          <a:endParaRPr lang="en-US" sz="1200" kern="1200"/>
        </a:p>
      </dsp:txBody>
      <dsp:txXfrm>
        <a:off x="9254532" y="2319751"/>
        <a:ext cx="1252894" cy="751736"/>
      </dsp:txXfrm>
    </dsp:sp>
    <dsp:sp modelId="{D834D719-C5FE-47DB-82A2-61D6435CFFEF}">
      <dsp:nvSpPr>
        <dsp:cNvPr id="0" name=""/>
        <dsp:cNvSpPr/>
      </dsp:nvSpPr>
      <dsp:spPr>
        <a:xfrm>
          <a:off x="1259267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0846" y="3734079"/>
        <a:ext cx="14408" cy="2884"/>
      </dsp:txXfrm>
    </dsp:sp>
    <dsp:sp modelId="{EAFFD13F-CBA6-416B-9460-6EE54B0D4313}">
      <dsp:nvSpPr>
        <dsp:cNvPr id="0" name=""/>
        <dsp:cNvSpPr/>
      </dsp:nvSpPr>
      <dsp:spPr>
        <a:xfrm>
          <a:off x="8173" y="3359653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Molestowanie seksualne</a:t>
          </a:r>
          <a:endParaRPr lang="en-US" sz="1200" kern="1200"/>
        </a:p>
      </dsp:txBody>
      <dsp:txXfrm>
        <a:off x="8173" y="3359653"/>
        <a:ext cx="1252894" cy="751736"/>
      </dsp:txXfrm>
    </dsp:sp>
    <dsp:sp modelId="{01700111-911B-42EC-BCDD-8D2D5DAFA364}">
      <dsp:nvSpPr>
        <dsp:cNvPr id="0" name=""/>
        <dsp:cNvSpPr/>
      </dsp:nvSpPr>
      <dsp:spPr>
        <a:xfrm>
          <a:off x="2800327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1906" y="3734079"/>
        <a:ext cx="14408" cy="2884"/>
      </dsp:txXfrm>
    </dsp:sp>
    <dsp:sp modelId="{77F96ACA-317F-4046-95D3-B9AEE992D87F}">
      <dsp:nvSpPr>
        <dsp:cNvPr id="0" name=""/>
        <dsp:cNvSpPr/>
      </dsp:nvSpPr>
      <dsp:spPr>
        <a:xfrm>
          <a:off x="1549233" y="3359653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Presja czasu</a:t>
          </a:r>
          <a:endParaRPr lang="en-US" sz="1200" kern="1200"/>
        </a:p>
      </dsp:txBody>
      <dsp:txXfrm>
        <a:off x="1549233" y="3359653"/>
        <a:ext cx="1252894" cy="751736"/>
      </dsp:txXfrm>
    </dsp:sp>
    <dsp:sp modelId="{D0A1C659-C31D-4379-894A-C71B596A242C}">
      <dsp:nvSpPr>
        <dsp:cNvPr id="0" name=""/>
        <dsp:cNvSpPr/>
      </dsp:nvSpPr>
      <dsp:spPr>
        <a:xfrm>
          <a:off x="4341387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2966" y="3734079"/>
        <a:ext cx="14408" cy="2884"/>
      </dsp:txXfrm>
    </dsp:sp>
    <dsp:sp modelId="{D7D1929F-DD9B-4840-BA08-0037399C120A}">
      <dsp:nvSpPr>
        <dsp:cNvPr id="0" name=""/>
        <dsp:cNvSpPr/>
      </dsp:nvSpPr>
      <dsp:spPr>
        <a:xfrm>
          <a:off x="3090293" y="3359653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Niekorzystny harmonogram pracy zmianowej </a:t>
          </a:r>
          <a:endParaRPr lang="en-US" sz="1200" kern="1200"/>
        </a:p>
      </dsp:txBody>
      <dsp:txXfrm>
        <a:off x="3090293" y="3359653"/>
        <a:ext cx="1252894" cy="751736"/>
      </dsp:txXfrm>
    </dsp:sp>
    <dsp:sp modelId="{47803355-406A-4DE0-9F83-A9DF2F8EE0F9}">
      <dsp:nvSpPr>
        <dsp:cNvPr id="0" name=""/>
        <dsp:cNvSpPr/>
      </dsp:nvSpPr>
      <dsp:spPr>
        <a:xfrm>
          <a:off x="5882447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04025" y="3734079"/>
        <a:ext cx="14408" cy="2884"/>
      </dsp:txXfrm>
    </dsp:sp>
    <dsp:sp modelId="{AAB4E942-0668-43E8-941F-7A4E6836259F}">
      <dsp:nvSpPr>
        <dsp:cNvPr id="0" name=""/>
        <dsp:cNvSpPr/>
      </dsp:nvSpPr>
      <dsp:spPr>
        <a:xfrm>
          <a:off x="4631352" y="3359653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Niekorzystne warunki pracy</a:t>
          </a:r>
          <a:endParaRPr lang="en-US" sz="1200" kern="1200"/>
        </a:p>
      </dsp:txBody>
      <dsp:txXfrm>
        <a:off x="4631352" y="3359653"/>
        <a:ext cx="1252894" cy="751736"/>
      </dsp:txXfrm>
    </dsp:sp>
    <dsp:sp modelId="{AA368BFD-6C82-473B-B711-5984CECADFD9}">
      <dsp:nvSpPr>
        <dsp:cNvPr id="0" name=""/>
        <dsp:cNvSpPr/>
      </dsp:nvSpPr>
      <dsp:spPr>
        <a:xfrm>
          <a:off x="7423506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45085" y="3734079"/>
        <a:ext cx="14408" cy="2884"/>
      </dsp:txXfrm>
    </dsp:sp>
    <dsp:sp modelId="{B1A3EB5E-CB2D-4159-8C38-8CADCC80C67D}">
      <dsp:nvSpPr>
        <dsp:cNvPr id="0" name=""/>
        <dsp:cNvSpPr/>
      </dsp:nvSpPr>
      <dsp:spPr>
        <a:xfrm>
          <a:off x="6172412" y="3359653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Presja pracy</a:t>
          </a:r>
          <a:endParaRPr lang="en-US" sz="1200" kern="1200"/>
        </a:p>
      </dsp:txBody>
      <dsp:txXfrm>
        <a:off x="6172412" y="3359653"/>
        <a:ext cx="1252894" cy="751736"/>
      </dsp:txXfrm>
    </dsp:sp>
    <dsp:sp modelId="{49384FA1-B6ED-4512-8929-3CC10F7930AC}">
      <dsp:nvSpPr>
        <dsp:cNvPr id="0" name=""/>
        <dsp:cNvSpPr/>
      </dsp:nvSpPr>
      <dsp:spPr>
        <a:xfrm>
          <a:off x="8964566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86145" y="3734079"/>
        <a:ext cx="14408" cy="2884"/>
      </dsp:txXfrm>
    </dsp:sp>
    <dsp:sp modelId="{952E826F-7851-4F7C-88E4-8F01A05BEF5E}">
      <dsp:nvSpPr>
        <dsp:cNvPr id="0" name=""/>
        <dsp:cNvSpPr/>
      </dsp:nvSpPr>
      <dsp:spPr>
        <a:xfrm>
          <a:off x="7713472" y="3359653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Konflikt praca-dom </a:t>
          </a:r>
          <a:endParaRPr lang="en-US" sz="1200" kern="1200"/>
        </a:p>
      </dsp:txBody>
      <dsp:txXfrm>
        <a:off x="7713472" y="3359653"/>
        <a:ext cx="1252894" cy="751736"/>
      </dsp:txXfrm>
    </dsp:sp>
    <dsp:sp modelId="{C01BBEEE-C660-43E8-9FA0-42CECDAE25DB}">
      <dsp:nvSpPr>
        <dsp:cNvPr id="0" name=""/>
        <dsp:cNvSpPr/>
      </dsp:nvSpPr>
      <dsp:spPr>
        <a:xfrm>
          <a:off x="9254532" y="3359653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Przeciążenie pracą</a:t>
          </a:r>
          <a:endParaRPr lang="en-US" sz="1200" kern="1200"/>
        </a:p>
      </dsp:txBody>
      <dsp:txXfrm>
        <a:off x="9254532" y="3359653"/>
        <a:ext cx="1252894" cy="7517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C66CD8-107B-4275-94E4-565B9027EEC1}">
      <dsp:nvSpPr>
        <dsp:cNvPr id="0" name=""/>
        <dsp:cNvSpPr/>
      </dsp:nvSpPr>
      <dsp:spPr>
        <a:xfrm>
          <a:off x="1165438" y="535037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276807" y="579423"/>
        <a:ext cx="13333" cy="2669"/>
      </dsp:txXfrm>
    </dsp:sp>
    <dsp:sp modelId="{F11B8622-0B2F-48AD-B7E9-9164C35208AF}">
      <dsp:nvSpPr>
        <dsp:cNvPr id="0" name=""/>
        <dsp:cNvSpPr/>
      </dsp:nvSpPr>
      <dsp:spPr>
        <a:xfrm>
          <a:off x="7788" y="232923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Możliwość awansu </a:t>
          </a:r>
          <a:endParaRPr lang="en-US" sz="1200" kern="1200"/>
        </a:p>
      </dsp:txBody>
      <dsp:txXfrm>
        <a:off x="7788" y="232923"/>
        <a:ext cx="1159449" cy="695669"/>
      </dsp:txXfrm>
    </dsp:sp>
    <dsp:sp modelId="{D190D26D-725E-4AB6-B071-49810F87FD9D}">
      <dsp:nvSpPr>
        <dsp:cNvPr id="0" name=""/>
        <dsp:cNvSpPr/>
      </dsp:nvSpPr>
      <dsp:spPr>
        <a:xfrm>
          <a:off x="2591560" y="535037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02930" y="579423"/>
        <a:ext cx="13333" cy="2669"/>
      </dsp:txXfrm>
    </dsp:sp>
    <dsp:sp modelId="{A7F404EE-2282-436C-A64E-1B7818FA3881}">
      <dsp:nvSpPr>
        <dsp:cNvPr id="0" name=""/>
        <dsp:cNvSpPr/>
      </dsp:nvSpPr>
      <dsp:spPr>
        <a:xfrm>
          <a:off x="1433911" y="232923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Docenianie</a:t>
          </a:r>
          <a:endParaRPr lang="en-US" sz="1200" kern="1200"/>
        </a:p>
      </dsp:txBody>
      <dsp:txXfrm>
        <a:off x="1433911" y="232923"/>
        <a:ext cx="1159449" cy="695669"/>
      </dsp:txXfrm>
    </dsp:sp>
    <dsp:sp modelId="{6283F3CA-C50B-4A91-B258-4272284ACE87}">
      <dsp:nvSpPr>
        <dsp:cNvPr id="0" name=""/>
        <dsp:cNvSpPr/>
      </dsp:nvSpPr>
      <dsp:spPr>
        <a:xfrm>
          <a:off x="4017683" y="535037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9052" y="579423"/>
        <a:ext cx="13333" cy="2669"/>
      </dsp:txXfrm>
    </dsp:sp>
    <dsp:sp modelId="{C843A351-CBCD-4241-A50B-0921256B279A}">
      <dsp:nvSpPr>
        <dsp:cNvPr id="0" name=""/>
        <dsp:cNvSpPr/>
      </dsp:nvSpPr>
      <dsp:spPr>
        <a:xfrm>
          <a:off x="2860033" y="232923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Autonomia</a:t>
          </a:r>
          <a:endParaRPr lang="en-US" sz="1200" kern="1200"/>
        </a:p>
      </dsp:txBody>
      <dsp:txXfrm>
        <a:off x="2860033" y="232923"/>
        <a:ext cx="1159449" cy="695669"/>
      </dsp:txXfrm>
    </dsp:sp>
    <dsp:sp modelId="{BF1F3788-B445-4D80-81F0-6E2D42585846}">
      <dsp:nvSpPr>
        <dsp:cNvPr id="0" name=""/>
        <dsp:cNvSpPr/>
      </dsp:nvSpPr>
      <dsp:spPr>
        <a:xfrm>
          <a:off x="5443805" y="535037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55175" y="579423"/>
        <a:ext cx="13333" cy="2669"/>
      </dsp:txXfrm>
    </dsp:sp>
    <dsp:sp modelId="{498ACEA0-D7D1-4EFF-ABE3-5C0B2A62B739}">
      <dsp:nvSpPr>
        <dsp:cNvPr id="0" name=""/>
        <dsp:cNvSpPr/>
      </dsp:nvSpPr>
      <dsp:spPr>
        <a:xfrm>
          <a:off x="4286156" y="232923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Nagrody finansowe</a:t>
          </a:r>
          <a:endParaRPr lang="en-US" sz="1200" kern="1200"/>
        </a:p>
      </dsp:txBody>
      <dsp:txXfrm>
        <a:off x="4286156" y="232923"/>
        <a:ext cx="1159449" cy="695669"/>
      </dsp:txXfrm>
    </dsp:sp>
    <dsp:sp modelId="{C98BC747-35C4-406A-8320-17E650D6C198}">
      <dsp:nvSpPr>
        <dsp:cNvPr id="0" name=""/>
        <dsp:cNvSpPr/>
      </dsp:nvSpPr>
      <dsp:spPr>
        <a:xfrm>
          <a:off x="587513" y="926792"/>
          <a:ext cx="5704490" cy="236073"/>
        </a:xfrm>
        <a:custGeom>
          <a:avLst/>
          <a:gdLst/>
          <a:ahLst/>
          <a:cxnLst/>
          <a:rect l="0" t="0" r="0" b="0"/>
          <a:pathLst>
            <a:path>
              <a:moveTo>
                <a:pt x="5704490" y="0"/>
              </a:moveTo>
              <a:lnTo>
                <a:pt x="5704490" y="135136"/>
              </a:lnTo>
              <a:lnTo>
                <a:pt x="0" y="135136"/>
              </a:lnTo>
              <a:lnTo>
                <a:pt x="0" y="236073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96990" y="1043494"/>
        <a:ext cx="285535" cy="2669"/>
      </dsp:txXfrm>
    </dsp:sp>
    <dsp:sp modelId="{6221028C-7D27-477F-92A4-094A7200A3E1}">
      <dsp:nvSpPr>
        <dsp:cNvPr id="0" name=""/>
        <dsp:cNvSpPr/>
      </dsp:nvSpPr>
      <dsp:spPr>
        <a:xfrm>
          <a:off x="5712278" y="232923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Jasność celów </a:t>
          </a:r>
          <a:endParaRPr lang="en-US" sz="1200" kern="1200"/>
        </a:p>
      </dsp:txBody>
      <dsp:txXfrm>
        <a:off x="5712278" y="232923"/>
        <a:ext cx="1159449" cy="695669"/>
      </dsp:txXfrm>
    </dsp:sp>
    <dsp:sp modelId="{7FDD141C-0C94-4DAB-9DA7-B4C74A899D0D}">
      <dsp:nvSpPr>
        <dsp:cNvPr id="0" name=""/>
        <dsp:cNvSpPr/>
      </dsp:nvSpPr>
      <dsp:spPr>
        <a:xfrm>
          <a:off x="1165438" y="1497380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276807" y="1541766"/>
        <a:ext cx="13333" cy="2669"/>
      </dsp:txXfrm>
    </dsp:sp>
    <dsp:sp modelId="{7D4DF64B-9614-4120-9E6E-208E8AC5FE86}">
      <dsp:nvSpPr>
        <dsp:cNvPr id="0" name=""/>
        <dsp:cNvSpPr/>
      </dsp:nvSpPr>
      <dsp:spPr>
        <a:xfrm>
          <a:off x="7788" y="1195265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Informacja</a:t>
          </a:r>
          <a:endParaRPr lang="en-US" sz="1200" kern="1200"/>
        </a:p>
      </dsp:txBody>
      <dsp:txXfrm>
        <a:off x="7788" y="1195265"/>
        <a:ext cx="1159449" cy="695669"/>
      </dsp:txXfrm>
    </dsp:sp>
    <dsp:sp modelId="{06B1A83B-747E-4DE0-B569-24367F31909F}">
      <dsp:nvSpPr>
        <dsp:cNvPr id="0" name=""/>
        <dsp:cNvSpPr/>
      </dsp:nvSpPr>
      <dsp:spPr>
        <a:xfrm>
          <a:off x="2591560" y="1497380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02930" y="1541766"/>
        <a:ext cx="13333" cy="2669"/>
      </dsp:txXfrm>
    </dsp:sp>
    <dsp:sp modelId="{A3303FF6-A36C-4607-A9A9-FA6EB56E5EF2}">
      <dsp:nvSpPr>
        <dsp:cNvPr id="0" name=""/>
        <dsp:cNvSpPr/>
      </dsp:nvSpPr>
      <dsp:spPr>
        <a:xfrm>
          <a:off x="1433911" y="1195265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Klimat innowacyjny </a:t>
          </a:r>
          <a:endParaRPr lang="en-US" sz="1200" kern="1200"/>
        </a:p>
      </dsp:txBody>
      <dsp:txXfrm>
        <a:off x="1433911" y="1195265"/>
        <a:ext cx="1159449" cy="695669"/>
      </dsp:txXfrm>
    </dsp:sp>
    <dsp:sp modelId="{4CF94659-C1CB-4E19-8539-70E2A0AF9FB4}">
      <dsp:nvSpPr>
        <dsp:cNvPr id="0" name=""/>
        <dsp:cNvSpPr/>
      </dsp:nvSpPr>
      <dsp:spPr>
        <a:xfrm>
          <a:off x="4017683" y="1497380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9052" y="1541766"/>
        <a:ext cx="13333" cy="2669"/>
      </dsp:txXfrm>
    </dsp:sp>
    <dsp:sp modelId="{7B06401C-8D8E-477B-B8B7-D8A0D1866970}">
      <dsp:nvSpPr>
        <dsp:cNvPr id="0" name=""/>
        <dsp:cNvSpPr/>
      </dsp:nvSpPr>
      <dsp:spPr>
        <a:xfrm>
          <a:off x="2860033" y="1195265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Wyzwanie zawodowe</a:t>
          </a:r>
          <a:endParaRPr lang="en-US" sz="1200" kern="1200"/>
        </a:p>
      </dsp:txBody>
      <dsp:txXfrm>
        <a:off x="2860033" y="1195265"/>
        <a:ext cx="1159449" cy="695669"/>
      </dsp:txXfrm>
    </dsp:sp>
    <dsp:sp modelId="{FE46CEAA-77A9-4849-9F20-A5B5E7246CCB}">
      <dsp:nvSpPr>
        <dsp:cNvPr id="0" name=""/>
        <dsp:cNvSpPr/>
      </dsp:nvSpPr>
      <dsp:spPr>
        <a:xfrm>
          <a:off x="5443805" y="1497380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55175" y="1541766"/>
        <a:ext cx="13333" cy="2669"/>
      </dsp:txXfrm>
    </dsp:sp>
    <dsp:sp modelId="{C952F236-2AF9-4F44-847D-A4D16AF4060C}">
      <dsp:nvSpPr>
        <dsp:cNvPr id="0" name=""/>
        <dsp:cNvSpPr/>
      </dsp:nvSpPr>
      <dsp:spPr>
        <a:xfrm>
          <a:off x="4286156" y="1195265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Wiedza </a:t>
          </a:r>
          <a:endParaRPr lang="en-US" sz="1200" kern="1200"/>
        </a:p>
      </dsp:txBody>
      <dsp:txXfrm>
        <a:off x="4286156" y="1195265"/>
        <a:ext cx="1159449" cy="695669"/>
      </dsp:txXfrm>
    </dsp:sp>
    <dsp:sp modelId="{E8BDA922-807D-4516-915F-D792E42B9BB7}">
      <dsp:nvSpPr>
        <dsp:cNvPr id="0" name=""/>
        <dsp:cNvSpPr/>
      </dsp:nvSpPr>
      <dsp:spPr>
        <a:xfrm>
          <a:off x="587513" y="1889135"/>
          <a:ext cx="5704490" cy="236073"/>
        </a:xfrm>
        <a:custGeom>
          <a:avLst/>
          <a:gdLst/>
          <a:ahLst/>
          <a:cxnLst/>
          <a:rect l="0" t="0" r="0" b="0"/>
          <a:pathLst>
            <a:path>
              <a:moveTo>
                <a:pt x="5704490" y="0"/>
              </a:moveTo>
              <a:lnTo>
                <a:pt x="5704490" y="135136"/>
              </a:lnTo>
              <a:lnTo>
                <a:pt x="0" y="135136"/>
              </a:lnTo>
              <a:lnTo>
                <a:pt x="0" y="236073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96990" y="2005837"/>
        <a:ext cx="285535" cy="2669"/>
      </dsp:txXfrm>
    </dsp:sp>
    <dsp:sp modelId="{D95FC16B-732A-41FE-8E36-A6229B843A21}">
      <dsp:nvSpPr>
        <dsp:cNvPr id="0" name=""/>
        <dsp:cNvSpPr/>
      </dsp:nvSpPr>
      <dsp:spPr>
        <a:xfrm>
          <a:off x="5712278" y="1195265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Przywództwo</a:t>
          </a:r>
          <a:endParaRPr lang="en-US" sz="1200" kern="1200"/>
        </a:p>
      </dsp:txBody>
      <dsp:txXfrm>
        <a:off x="5712278" y="1195265"/>
        <a:ext cx="1159449" cy="695669"/>
      </dsp:txXfrm>
    </dsp:sp>
    <dsp:sp modelId="{0155634C-F49F-49BD-8E71-A7A82746E127}">
      <dsp:nvSpPr>
        <dsp:cNvPr id="0" name=""/>
        <dsp:cNvSpPr/>
      </dsp:nvSpPr>
      <dsp:spPr>
        <a:xfrm>
          <a:off x="1165438" y="2459723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276807" y="2504108"/>
        <a:ext cx="13333" cy="2669"/>
      </dsp:txXfrm>
    </dsp:sp>
    <dsp:sp modelId="{C4B325E3-F472-4DB6-9329-C75D3297EDAC}">
      <dsp:nvSpPr>
        <dsp:cNvPr id="0" name=""/>
        <dsp:cNvSpPr/>
      </dsp:nvSpPr>
      <dsp:spPr>
        <a:xfrm>
          <a:off x="7788" y="2157608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Możliwości rozwoju zawodowego </a:t>
          </a:r>
          <a:endParaRPr lang="en-US" sz="1200" kern="1200"/>
        </a:p>
      </dsp:txBody>
      <dsp:txXfrm>
        <a:off x="7788" y="2157608"/>
        <a:ext cx="1159449" cy="695669"/>
      </dsp:txXfrm>
    </dsp:sp>
    <dsp:sp modelId="{9DC38AA2-8DFF-4C16-B4AD-53C34A25E9B3}">
      <dsp:nvSpPr>
        <dsp:cNvPr id="0" name=""/>
        <dsp:cNvSpPr/>
      </dsp:nvSpPr>
      <dsp:spPr>
        <a:xfrm>
          <a:off x="2591560" y="2459723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02930" y="2504108"/>
        <a:ext cx="13333" cy="2669"/>
      </dsp:txXfrm>
    </dsp:sp>
    <dsp:sp modelId="{8D2C7F5B-718E-4582-8A0E-035481FAB6D5}">
      <dsp:nvSpPr>
        <dsp:cNvPr id="0" name=""/>
        <dsp:cNvSpPr/>
      </dsp:nvSpPr>
      <dsp:spPr>
        <a:xfrm>
          <a:off x="1433911" y="2157608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Udział w podejmowaniu decyzji</a:t>
          </a:r>
          <a:endParaRPr lang="en-US" sz="1200" kern="1200"/>
        </a:p>
      </dsp:txBody>
      <dsp:txXfrm>
        <a:off x="1433911" y="2157608"/>
        <a:ext cx="1159449" cy="695669"/>
      </dsp:txXfrm>
    </dsp:sp>
    <dsp:sp modelId="{F6F75BB3-941C-4A59-A4F2-45C301D3C422}">
      <dsp:nvSpPr>
        <dsp:cNvPr id="0" name=""/>
        <dsp:cNvSpPr/>
      </dsp:nvSpPr>
      <dsp:spPr>
        <a:xfrm>
          <a:off x="4017683" y="2459723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9052" y="2504108"/>
        <a:ext cx="13333" cy="2669"/>
      </dsp:txXfrm>
    </dsp:sp>
    <dsp:sp modelId="{A4ED953A-D907-4C3A-ABA1-5196D7AB1E63}">
      <dsp:nvSpPr>
        <dsp:cNvPr id="0" name=""/>
        <dsp:cNvSpPr/>
      </dsp:nvSpPr>
      <dsp:spPr>
        <a:xfrm>
          <a:off x="2860033" y="2157608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Informacje zwrotne dotyczące wyników</a:t>
          </a:r>
          <a:endParaRPr lang="en-US" sz="1200" kern="1200"/>
        </a:p>
      </dsp:txBody>
      <dsp:txXfrm>
        <a:off x="2860033" y="2157608"/>
        <a:ext cx="1159449" cy="695669"/>
      </dsp:txXfrm>
    </dsp:sp>
    <dsp:sp modelId="{7296702E-7A0F-4964-849F-EF8EC8EF44F9}">
      <dsp:nvSpPr>
        <dsp:cNvPr id="0" name=""/>
        <dsp:cNvSpPr/>
      </dsp:nvSpPr>
      <dsp:spPr>
        <a:xfrm>
          <a:off x="5443805" y="2459723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55175" y="2504108"/>
        <a:ext cx="13333" cy="2669"/>
      </dsp:txXfrm>
    </dsp:sp>
    <dsp:sp modelId="{CB8481D6-69E5-4AD2-9388-BCF8FB1A1E95}">
      <dsp:nvSpPr>
        <dsp:cNvPr id="0" name=""/>
        <dsp:cNvSpPr/>
      </dsp:nvSpPr>
      <dsp:spPr>
        <a:xfrm>
          <a:off x="4286156" y="2157608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Pozytywny wpływ rodziny na pracę </a:t>
          </a:r>
          <a:endParaRPr lang="en-US" sz="1200" kern="1200"/>
        </a:p>
      </dsp:txBody>
      <dsp:txXfrm>
        <a:off x="4286156" y="2157608"/>
        <a:ext cx="1159449" cy="695669"/>
      </dsp:txXfrm>
    </dsp:sp>
    <dsp:sp modelId="{70A612C5-5F10-4AEB-AE55-F5049AC664CA}">
      <dsp:nvSpPr>
        <dsp:cNvPr id="0" name=""/>
        <dsp:cNvSpPr/>
      </dsp:nvSpPr>
      <dsp:spPr>
        <a:xfrm>
          <a:off x="587513" y="2851478"/>
          <a:ext cx="5704490" cy="236073"/>
        </a:xfrm>
        <a:custGeom>
          <a:avLst/>
          <a:gdLst/>
          <a:ahLst/>
          <a:cxnLst/>
          <a:rect l="0" t="0" r="0" b="0"/>
          <a:pathLst>
            <a:path>
              <a:moveTo>
                <a:pt x="5704490" y="0"/>
              </a:moveTo>
              <a:lnTo>
                <a:pt x="5704490" y="135136"/>
              </a:lnTo>
              <a:lnTo>
                <a:pt x="0" y="135136"/>
              </a:lnTo>
              <a:lnTo>
                <a:pt x="0" y="236073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96990" y="2968180"/>
        <a:ext cx="285535" cy="2669"/>
      </dsp:txXfrm>
    </dsp:sp>
    <dsp:sp modelId="{38CE29A2-027C-4694-AF0C-12FEA4DC8B7D}">
      <dsp:nvSpPr>
        <dsp:cNvPr id="0" name=""/>
        <dsp:cNvSpPr/>
      </dsp:nvSpPr>
      <dsp:spPr>
        <a:xfrm>
          <a:off x="5712278" y="2157608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Duma zawodowa</a:t>
          </a:r>
          <a:endParaRPr lang="en-US" sz="1200" kern="1200"/>
        </a:p>
      </dsp:txBody>
      <dsp:txXfrm>
        <a:off x="5712278" y="2157608"/>
        <a:ext cx="1159449" cy="695669"/>
      </dsp:txXfrm>
    </dsp:sp>
    <dsp:sp modelId="{6106915C-6CFC-42D8-BB82-E978D309628B}">
      <dsp:nvSpPr>
        <dsp:cNvPr id="0" name=""/>
        <dsp:cNvSpPr/>
      </dsp:nvSpPr>
      <dsp:spPr>
        <a:xfrm>
          <a:off x="1165438" y="3422066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276807" y="3466451"/>
        <a:ext cx="13333" cy="2669"/>
      </dsp:txXfrm>
    </dsp:sp>
    <dsp:sp modelId="{4486721C-1CDC-45DF-8475-979266E8C855}">
      <dsp:nvSpPr>
        <dsp:cNvPr id="0" name=""/>
        <dsp:cNvSpPr/>
      </dsp:nvSpPr>
      <dsp:spPr>
        <a:xfrm>
          <a:off x="7788" y="3119951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Sprawiedliwość proceduralna </a:t>
          </a:r>
          <a:endParaRPr lang="en-US" sz="1200" kern="1200"/>
        </a:p>
      </dsp:txBody>
      <dsp:txXfrm>
        <a:off x="7788" y="3119951"/>
        <a:ext cx="1159449" cy="695669"/>
      </dsp:txXfrm>
    </dsp:sp>
    <dsp:sp modelId="{D92C44A3-51CB-4A20-A422-28C37ED49950}">
      <dsp:nvSpPr>
        <dsp:cNvPr id="0" name=""/>
        <dsp:cNvSpPr/>
      </dsp:nvSpPr>
      <dsp:spPr>
        <a:xfrm>
          <a:off x="2591560" y="3422066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02930" y="3466451"/>
        <a:ext cx="13333" cy="2669"/>
      </dsp:txXfrm>
    </dsp:sp>
    <dsp:sp modelId="{AB16221F-1467-44BC-A6F1-4A7171E0AF18}">
      <dsp:nvSpPr>
        <dsp:cNvPr id="0" name=""/>
        <dsp:cNvSpPr/>
      </dsp:nvSpPr>
      <dsp:spPr>
        <a:xfrm>
          <a:off x="1433911" y="3119951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Pozytywne kontakty z pacjentami</a:t>
          </a:r>
          <a:endParaRPr lang="en-US" sz="1200" kern="1200"/>
        </a:p>
      </dsp:txBody>
      <dsp:txXfrm>
        <a:off x="1433911" y="3119951"/>
        <a:ext cx="1159449" cy="695669"/>
      </dsp:txXfrm>
    </dsp:sp>
    <dsp:sp modelId="{1539C24C-F348-4057-B1AA-2849E10BA548}">
      <dsp:nvSpPr>
        <dsp:cNvPr id="0" name=""/>
        <dsp:cNvSpPr/>
      </dsp:nvSpPr>
      <dsp:spPr>
        <a:xfrm>
          <a:off x="4017683" y="3422066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9052" y="3466451"/>
        <a:ext cx="13333" cy="2669"/>
      </dsp:txXfrm>
    </dsp:sp>
    <dsp:sp modelId="{D2094AE8-2A62-440D-884C-868D19DCBBED}">
      <dsp:nvSpPr>
        <dsp:cNvPr id="0" name=""/>
        <dsp:cNvSpPr/>
      </dsp:nvSpPr>
      <dsp:spPr>
        <a:xfrm>
          <a:off x="2860033" y="3119951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Jakość relacji z przełożonym </a:t>
          </a:r>
          <a:endParaRPr lang="en-US" sz="1200" kern="1200"/>
        </a:p>
      </dsp:txBody>
      <dsp:txXfrm>
        <a:off x="2860033" y="3119951"/>
        <a:ext cx="1159449" cy="695669"/>
      </dsp:txXfrm>
    </dsp:sp>
    <dsp:sp modelId="{3A5FF813-E92E-45AA-B7E3-9A0C5B145233}">
      <dsp:nvSpPr>
        <dsp:cNvPr id="0" name=""/>
        <dsp:cNvSpPr/>
      </dsp:nvSpPr>
      <dsp:spPr>
        <a:xfrm>
          <a:off x="5443805" y="3422066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55175" y="3466451"/>
        <a:ext cx="13333" cy="2669"/>
      </dsp:txXfrm>
    </dsp:sp>
    <dsp:sp modelId="{0DA3E1BD-4E84-445A-946E-605CBB9FBDE6}">
      <dsp:nvSpPr>
        <dsp:cNvPr id="0" name=""/>
        <dsp:cNvSpPr/>
      </dsp:nvSpPr>
      <dsp:spPr>
        <a:xfrm>
          <a:off x="4286156" y="3119951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Klimat bezpieczeństwa</a:t>
          </a:r>
          <a:endParaRPr lang="en-US" sz="1200" kern="1200"/>
        </a:p>
      </dsp:txBody>
      <dsp:txXfrm>
        <a:off x="4286156" y="3119951"/>
        <a:ext cx="1159449" cy="695669"/>
      </dsp:txXfrm>
    </dsp:sp>
    <dsp:sp modelId="{6F4B88D0-A295-4E8D-9215-62C4F444C89F}">
      <dsp:nvSpPr>
        <dsp:cNvPr id="0" name=""/>
        <dsp:cNvSpPr/>
      </dsp:nvSpPr>
      <dsp:spPr>
        <a:xfrm>
          <a:off x="587513" y="3813821"/>
          <a:ext cx="5704490" cy="236073"/>
        </a:xfrm>
        <a:custGeom>
          <a:avLst/>
          <a:gdLst/>
          <a:ahLst/>
          <a:cxnLst/>
          <a:rect l="0" t="0" r="0" b="0"/>
          <a:pathLst>
            <a:path>
              <a:moveTo>
                <a:pt x="5704490" y="0"/>
              </a:moveTo>
              <a:lnTo>
                <a:pt x="5704490" y="135136"/>
              </a:lnTo>
              <a:lnTo>
                <a:pt x="0" y="135136"/>
              </a:lnTo>
              <a:lnTo>
                <a:pt x="0" y="236073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96990" y="3930523"/>
        <a:ext cx="285535" cy="2669"/>
      </dsp:txXfrm>
    </dsp:sp>
    <dsp:sp modelId="{BB421084-6D88-40A1-96C6-6643BCE15476}">
      <dsp:nvSpPr>
        <dsp:cNvPr id="0" name=""/>
        <dsp:cNvSpPr/>
      </dsp:nvSpPr>
      <dsp:spPr>
        <a:xfrm>
          <a:off x="5712278" y="3119951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Naruszenia rutyn bezpieczeństwa </a:t>
          </a:r>
          <a:endParaRPr lang="en-US" sz="1200" kern="1200"/>
        </a:p>
      </dsp:txBody>
      <dsp:txXfrm>
        <a:off x="5712278" y="3119951"/>
        <a:ext cx="1159449" cy="695669"/>
      </dsp:txXfrm>
    </dsp:sp>
    <dsp:sp modelId="{81FCB108-DE83-42AE-ADD8-0DD045CE55E6}">
      <dsp:nvSpPr>
        <dsp:cNvPr id="0" name=""/>
        <dsp:cNvSpPr/>
      </dsp:nvSpPr>
      <dsp:spPr>
        <a:xfrm>
          <a:off x="1165438" y="4384409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276807" y="4428794"/>
        <a:ext cx="13333" cy="2669"/>
      </dsp:txXfrm>
    </dsp:sp>
    <dsp:sp modelId="{FEBBA181-6031-4841-B6A8-F8B1304CB2B8}">
      <dsp:nvSpPr>
        <dsp:cNvPr id="0" name=""/>
        <dsp:cNvSpPr/>
      </dsp:nvSpPr>
      <dsp:spPr>
        <a:xfrm>
          <a:off x="7788" y="4082294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Klimat społeczny</a:t>
          </a:r>
          <a:endParaRPr lang="en-US" sz="1200" kern="1200"/>
        </a:p>
      </dsp:txBody>
      <dsp:txXfrm>
        <a:off x="7788" y="4082294"/>
        <a:ext cx="1159449" cy="695669"/>
      </dsp:txXfrm>
    </dsp:sp>
    <dsp:sp modelId="{2533C4A2-A8FE-4D71-830E-349C66C9150C}">
      <dsp:nvSpPr>
        <dsp:cNvPr id="0" name=""/>
        <dsp:cNvSpPr/>
      </dsp:nvSpPr>
      <dsp:spPr>
        <a:xfrm>
          <a:off x="2591560" y="4384409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02930" y="4428794"/>
        <a:ext cx="13333" cy="2669"/>
      </dsp:txXfrm>
    </dsp:sp>
    <dsp:sp modelId="{D9A8F0B3-74EA-41E3-B29A-9C281A3743A7}">
      <dsp:nvSpPr>
        <dsp:cNvPr id="0" name=""/>
        <dsp:cNvSpPr/>
      </dsp:nvSpPr>
      <dsp:spPr>
        <a:xfrm>
          <a:off x="1433911" y="4082294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900" kern="1200" dirty="0"/>
            <a:t>Wsparcie społeczne ze strony współpracowników </a:t>
          </a:r>
          <a:endParaRPr lang="en-US" sz="900" kern="1200" dirty="0"/>
        </a:p>
      </dsp:txBody>
      <dsp:txXfrm>
        <a:off x="1433911" y="4082294"/>
        <a:ext cx="1159449" cy="695669"/>
      </dsp:txXfrm>
    </dsp:sp>
    <dsp:sp modelId="{FC5D0FE7-51CC-4280-8E22-8E521C68A7EB}">
      <dsp:nvSpPr>
        <dsp:cNvPr id="0" name=""/>
        <dsp:cNvSpPr/>
      </dsp:nvSpPr>
      <dsp:spPr>
        <a:xfrm>
          <a:off x="4017683" y="4384409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9052" y="4428794"/>
        <a:ext cx="13333" cy="2669"/>
      </dsp:txXfrm>
    </dsp:sp>
    <dsp:sp modelId="{37E09BBD-1C19-4BA2-B67D-493B61CB4E9B}">
      <dsp:nvSpPr>
        <dsp:cNvPr id="0" name=""/>
        <dsp:cNvSpPr/>
      </dsp:nvSpPr>
      <dsp:spPr>
        <a:xfrm>
          <a:off x="2860033" y="4082294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Wsparcie społeczne ze strony przełożonego</a:t>
          </a:r>
          <a:endParaRPr lang="en-US" sz="1200" kern="1200"/>
        </a:p>
      </dsp:txBody>
      <dsp:txXfrm>
        <a:off x="2860033" y="4082294"/>
        <a:ext cx="1159449" cy="695669"/>
      </dsp:txXfrm>
    </dsp:sp>
    <dsp:sp modelId="{A311F4E4-1498-46DA-8674-8EE154DA2572}">
      <dsp:nvSpPr>
        <dsp:cNvPr id="0" name=""/>
        <dsp:cNvSpPr/>
      </dsp:nvSpPr>
      <dsp:spPr>
        <a:xfrm>
          <a:off x="5443805" y="4384409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55175" y="4428794"/>
        <a:ext cx="13333" cy="2669"/>
      </dsp:txXfrm>
    </dsp:sp>
    <dsp:sp modelId="{7E05C954-BAD4-4537-B4FF-68723B2F91CF}">
      <dsp:nvSpPr>
        <dsp:cNvPr id="0" name=""/>
        <dsp:cNvSpPr/>
      </dsp:nvSpPr>
      <dsp:spPr>
        <a:xfrm>
          <a:off x="4286156" y="4082294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Wykorzystanie umiejętności </a:t>
          </a:r>
          <a:endParaRPr lang="en-US" sz="1200" kern="1200"/>
        </a:p>
      </dsp:txBody>
      <dsp:txXfrm>
        <a:off x="4286156" y="4082294"/>
        <a:ext cx="1159449" cy="695669"/>
      </dsp:txXfrm>
    </dsp:sp>
    <dsp:sp modelId="{8F5373B0-E085-41BE-A981-A110F58827DB}">
      <dsp:nvSpPr>
        <dsp:cNvPr id="0" name=""/>
        <dsp:cNvSpPr/>
      </dsp:nvSpPr>
      <dsp:spPr>
        <a:xfrm>
          <a:off x="587513" y="4776164"/>
          <a:ext cx="5704490" cy="236073"/>
        </a:xfrm>
        <a:custGeom>
          <a:avLst/>
          <a:gdLst/>
          <a:ahLst/>
          <a:cxnLst/>
          <a:rect l="0" t="0" r="0" b="0"/>
          <a:pathLst>
            <a:path>
              <a:moveTo>
                <a:pt x="5704490" y="0"/>
              </a:moveTo>
              <a:lnTo>
                <a:pt x="5704490" y="135136"/>
              </a:lnTo>
              <a:lnTo>
                <a:pt x="0" y="135136"/>
              </a:lnTo>
              <a:lnTo>
                <a:pt x="0" y="236073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96990" y="4892865"/>
        <a:ext cx="285535" cy="2669"/>
      </dsp:txXfrm>
    </dsp:sp>
    <dsp:sp modelId="{62235613-844D-4CE1-B77C-C9E3E85EEAF3}">
      <dsp:nvSpPr>
        <dsp:cNvPr id="0" name=""/>
        <dsp:cNvSpPr/>
      </dsp:nvSpPr>
      <dsp:spPr>
        <a:xfrm>
          <a:off x="5712278" y="4082294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Planowanie strategiczne</a:t>
          </a:r>
          <a:endParaRPr lang="en-US" sz="1200" kern="1200"/>
        </a:p>
      </dsp:txBody>
      <dsp:txXfrm>
        <a:off x="5712278" y="4082294"/>
        <a:ext cx="1159449" cy="695669"/>
      </dsp:txXfrm>
    </dsp:sp>
    <dsp:sp modelId="{EEE93071-90D8-417C-B9C6-E233BA45EDA3}">
      <dsp:nvSpPr>
        <dsp:cNvPr id="0" name=""/>
        <dsp:cNvSpPr/>
      </dsp:nvSpPr>
      <dsp:spPr>
        <a:xfrm>
          <a:off x="1165438" y="5346752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276807" y="5391137"/>
        <a:ext cx="13333" cy="2669"/>
      </dsp:txXfrm>
    </dsp:sp>
    <dsp:sp modelId="{691E8DD9-8864-4CEB-8252-04A72C60C57B}">
      <dsp:nvSpPr>
        <dsp:cNvPr id="0" name=""/>
        <dsp:cNvSpPr/>
      </dsp:nvSpPr>
      <dsp:spPr>
        <a:xfrm>
          <a:off x="7788" y="5044637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Trening nadzorczy </a:t>
          </a:r>
          <a:endParaRPr lang="en-US" sz="1200" kern="1200"/>
        </a:p>
      </dsp:txBody>
      <dsp:txXfrm>
        <a:off x="7788" y="5044637"/>
        <a:ext cx="1159449" cy="695669"/>
      </dsp:txXfrm>
    </dsp:sp>
    <dsp:sp modelId="{D2CD58C5-DFE6-466B-B271-E4C42B930D08}">
      <dsp:nvSpPr>
        <dsp:cNvPr id="0" name=""/>
        <dsp:cNvSpPr/>
      </dsp:nvSpPr>
      <dsp:spPr>
        <a:xfrm>
          <a:off x="2591560" y="5346752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02930" y="5391137"/>
        <a:ext cx="13333" cy="2669"/>
      </dsp:txXfrm>
    </dsp:sp>
    <dsp:sp modelId="{3EC3A067-AC86-4AEA-AC83-75003DF6E892}">
      <dsp:nvSpPr>
        <dsp:cNvPr id="0" name=""/>
        <dsp:cNvSpPr/>
      </dsp:nvSpPr>
      <dsp:spPr>
        <a:xfrm>
          <a:off x="1433911" y="5044637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Różnorodność zadań</a:t>
          </a:r>
          <a:endParaRPr lang="en-US" sz="1200" kern="1200"/>
        </a:p>
      </dsp:txBody>
      <dsp:txXfrm>
        <a:off x="1433911" y="5044637"/>
        <a:ext cx="1159449" cy="695669"/>
      </dsp:txXfrm>
    </dsp:sp>
    <dsp:sp modelId="{E0894E70-A3A4-451D-81D8-8672F229934D}">
      <dsp:nvSpPr>
        <dsp:cNvPr id="0" name=""/>
        <dsp:cNvSpPr/>
      </dsp:nvSpPr>
      <dsp:spPr>
        <a:xfrm>
          <a:off x="4017683" y="5346752"/>
          <a:ext cx="2360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607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9052" y="5391137"/>
        <a:ext cx="13333" cy="2669"/>
      </dsp:txXfrm>
    </dsp:sp>
    <dsp:sp modelId="{9ADEB150-190C-4DF6-8317-B1A0BFC95ACC}">
      <dsp:nvSpPr>
        <dsp:cNvPr id="0" name=""/>
        <dsp:cNvSpPr/>
      </dsp:nvSpPr>
      <dsp:spPr>
        <a:xfrm>
          <a:off x="2860033" y="5044637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Spójność zespołu</a:t>
          </a:r>
          <a:endParaRPr lang="en-US" sz="1200" kern="1200"/>
        </a:p>
      </dsp:txBody>
      <dsp:txXfrm>
        <a:off x="2860033" y="5044637"/>
        <a:ext cx="1159449" cy="695669"/>
      </dsp:txXfrm>
    </dsp:sp>
    <dsp:sp modelId="{22F31B09-6D7F-439B-A115-256DCDA1F70D}">
      <dsp:nvSpPr>
        <dsp:cNvPr id="0" name=""/>
        <dsp:cNvSpPr/>
      </dsp:nvSpPr>
      <dsp:spPr>
        <a:xfrm>
          <a:off x="4286156" y="5044637"/>
          <a:ext cx="1159449" cy="695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14" tIns="59636" rIns="56814" bIns="596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Harmonia w zespole </a:t>
          </a:r>
          <a:endParaRPr lang="en-US" sz="1200" kern="1200"/>
        </a:p>
      </dsp:txBody>
      <dsp:txXfrm>
        <a:off x="4286156" y="5044637"/>
        <a:ext cx="1159449" cy="6956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2EB354-6D59-4DAA-BA9B-C25E55DCCB21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C7192ED6-34AE-4B6E-A92B-3B0AF9E56EEA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Zakłada się, że zasoby pracy mają potencjał motywacyjny i prowadzą do wysokiego poziomu zaangażowania w pracę (</a:t>
          </a:r>
          <a:r>
            <a:rPr lang="pl-PL" sz="1500" i="1" kern="1200" dirty="0"/>
            <a:t>engagement</a:t>
          </a:r>
          <a:r>
            <a:rPr lang="pl-PL" sz="1500" kern="1200" dirty="0"/>
            <a:t>), czego efektem są wysokie wyniki i efektywność. </a:t>
          </a:r>
          <a:endParaRPr lang="en-US" sz="1500" kern="1200" dirty="0"/>
        </a:p>
      </dsp:txBody>
      <dsp:txXfrm>
        <a:off x="8061" y="5979"/>
        <a:ext cx="3034531" cy="1820718"/>
      </dsp:txXfrm>
    </dsp:sp>
    <dsp:sp modelId="{C333FAAC-B8C2-4B28-ACED-15ABAAF80D5A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5">
              <a:hueOff val="-505163"/>
              <a:satOff val="-344"/>
              <a:lumOff val="-202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C143D7F2-F577-41AC-8210-11C26EC39C77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Zaangażowanie w pracę rozumiane jest jako stan psychiczny, w którym pracownicy czują się: </a:t>
          </a:r>
          <a:endParaRPr lang="en-US" sz="1500" kern="1200"/>
        </a:p>
      </dsp:txBody>
      <dsp:txXfrm>
        <a:off x="3740534" y="5979"/>
        <a:ext cx="3034531" cy="1820718"/>
      </dsp:txXfrm>
    </dsp:sp>
    <dsp:sp modelId="{07BA5F6F-60DB-4339-8F73-10C3B65D8352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6350" cap="flat" cmpd="sng" algn="ctr">
          <a:solidFill>
            <a:schemeClr val="accent5">
              <a:hueOff val="-1010326"/>
              <a:satOff val="-687"/>
              <a:lumOff val="-405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76CE86B6-1DB9-4CB0-AF7B-FD7E28A3908E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pełni energii fizycznej (wigoru / </a:t>
          </a:r>
          <a:r>
            <a:rPr lang="pl-PL" sz="1500" i="1" kern="1200"/>
            <a:t>vigor</a:t>
          </a:r>
          <a:r>
            <a:rPr lang="pl-PL" sz="1500" kern="1200"/>
            <a:t>), </a:t>
          </a:r>
          <a:endParaRPr lang="en-US" sz="1500" kern="1200"/>
        </a:p>
      </dsp:txBody>
      <dsp:txXfrm>
        <a:off x="7473007" y="5979"/>
        <a:ext cx="3034531" cy="1820718"/>
      </dsp:txXfrm>
    </dsp:sp>
    <dsp:sp modelId="{4A7EDD4E-FEE8-444A-8257-C3AF49A1D12F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5">
              <a:hueOff val="-1515489"/>
              <a:satOff val="-1031"/>
              <a:lumOff val="-607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B53AE48B-E355-4A91-A238-13966AD3D636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są entuzjastycznie nastawieni do swojej pracy i rzeczy, które w niej wykonują (oddanie się pracy / </a:t>
          </a:r>
          <a:r>
            <a:rPr lang="pl-PL" sz="1500" i="1" kern="1200"/>
            <a:t>dedication</a:t>
          </a:r>
          <a:r>
            <a:rPr lang="pl-PL" sz="1500" kern="1200"/>
            <a:t>), </a:t>
          </a:r>
          <a:endParaRPr lang="en-US" sz="1500" kern="1200"/>
        </a:p>
      </dsp:txBody>
      <dsp:txXfrm>
        <a:off x="8061" y="2524640"/>
        <a:ext cx="3034531" cy="1820718"/>
      </dsp:txXfrm>
    </dsp:sp>
    <dsp:sp modelId="{5DC75BD7-E4C9-4C6F-8C6F-21E23F5CC994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i są tak pochłonięci swoją pracą, że czas zdaje się płynąć (zaabsorbowanie / </a:t>
          </a:r>
          <a:r>
            <a:rPr lang="pl-PL" sz="1500" i="1" kern="1200"/>
            <a:t>absorption</a:t>
          </a:r>
          <a:r>
            <a:rPr lang="pl-PL" sz="1500" kern="1200"/>
            <a:t>) </a:t>
          </a:r>
          <a:r>
            <a:rPr lang="en-US" sz="1500" kern="1200"/>
            <a:t>(Bakker &amp; Demerouti, 2017; Łaguna i in., 2015; Schaufeli, 2017).</a:t>
          </a:r>
        </a:p>
      </dsp:txBody>
      <dsp:txXfrm>
        <a:off x="3740534" y="2524640"/>
        <a:ext cx="3034531" cy="18207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9002A0-702F-4BA3-A84C-F6CC711943C4}">
      <dsp:nvSpPr>
        <dsp:cNvPr id="0" name=""/>
        <dsp:cNvSpPr/>
      </dsp:nvSpPr>
      <dsp:spPr>
        <a:xfrm>
          <a:off x="0" y="532085"/>
          <a:ext cx="11475218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7ED2AA-CE6C-4C10-9F07-A92EA1FCBFF8}">
      <dsp:nvSpPr>
        <dsp:cNvPr id="0" name=""/>
        <dsp:cNvSpPr/>
      </dsp:nvSpPr>
      <dsp:spPr>
        <a:xfrm>
          <a:off x="297149" y="753105"/>
          <a:ext cx="540271" cy="5402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D37C56-E162-4EE0-BFE6-41D6FF775A43}">
      <dsp:nvSpPr>
        <dsp:cNvPr id="0" name=""/>
        <dsp:cNvSpPr/>
      </dsp:nvSpPr>
      <dsp:spPr>
        <a:xfrm>
          <a:off x="1134569" y="532085"/>
          <a:ext cx="10340648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b="1" kern="1200" dirty="0"/>
            <a:t>Wymagania pracy</a:t>
          </a:r>
          <a:r>
            <a:rPr lang="pl-PL" sz="1600" kern="1200" dirty="0"/>
            <a:t> są definiowane jako fizyczne, psychologiczne, społeczne lub organizacyjne aspekty pracy, które wymagają stałego wysiłku fizycznego, poznawczego i/lub emocjonalnego, a zatem są związane z pewnymi kosztami fizjologicznymi i/lub psychologicznymi.</a:t>
          </a:r>
          <a:endParaRPr lang="en-US" sz="1600" kern="1200" dirty="0"/>
        </a:p>
      </dsp:txBody>
      <dsp:txXfrm>
        <a:off x="1134569" y="532085"/>
        <a:ext cx="10340648" cy="982311"/>
      </dsp:txXfrm>
    </dsp:sp>
    <dsp:sp modelId="{5323CE60-FDB6-4CED-AA01-D614CE09BC2B}">
      <dsp:nvSpPr>
        <dsp:cNvPr id="0" name=""/>
        <dsp:cNvSpPr/>
      </dsp:nvSpPr>
      <dsp:spPr>
        <a:xfrm>
          <a:off x="0" y="1759974"/>
          <a:ext cx="11475218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92B819-58AE-4AE3-98D8-6760C5F5B255}">
      <dsp:nvSpPr>
        <dsp:cNvPr id="0" name=""/>
        <dsp:cNvSpPr/>
      </dsp:nvSpPr>
      <dsp:spPr>
        <a:xfrm>
          <a:off x="297149" y="1980995"/>
          <a:ext cx="540271" cy="5402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8A8E9-DA95-4074-AB64-6E8B359BD6FA}">
      <dsp:nvSpPr>
        <dsp:cNvPr id="0" name=""/>
        <dsp:cNvSpPr/>
      </dsp:nvSpPr>
      <dsp:spPr>
        <a:xfrm>
          <a:off x="1134569" y="1759974"/>
          <a:ext cx="10340648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b="1" kern="1200" dirty="0"/>
            <a:t>Zasoby pracy</a:t>
          </a:r>
          <a:r>
            <a:rPr lang="pl-PL" sz="1600" kern="1200" dirty="0"/>
            <a:t> są definiowane jako fizyczne, psychologiczne, społeczne lub organizacyjne aspekty pracy, które mają potencjał motywacyjny, są funkcjonalne w osiąganiu celów pracy, regulują wpływ wymagań pracy oraz stymulują uczenie się i rozwój </a:t>
          </a:r>
          <a:r>
            <a:rPr lang="pl-PL" sz="1600" kern="1200" dirty="0" err="1"/>
            <a:t>osobisty.Przetłumaczono</a:t>
          </a:r>
          <a:r>
            <a:rPr lang="pl-PL" sz="1600" kern="1200" dirty="0"/>
            <a:t> z DeepL.com (wersja darmowa)</a:t>
          </a:r>
          <a:endParaRPr lang="en-US" sz="1600" kern="1200" dirty="0"/>
        </a:p>
      </dsp:txBody>
      <dsp:txXfrm>
        <a:off x="1134569" y="1759974"/>
        <a:ext cx="10340648" cy="9823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AAA48D-3D88-402E-90DC-7BB9E305BB5E}">
      <dsp:nvSpPr>
        <dsp:cNvPr id="0" name=""/>
        <dsp:cNvSpPr/>
      </dsp:nvSpPr>
      <dsp:spPr>
        <a:xfrm>
          <a:off x="0" y="532085"/>
          <a:ext cx="11555603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A4FC59-5B9F-4F8E-9069-5C72049CED5F}">
      <dsp:nvSpPr>
        <dsp:cNvPr id="0" name=""/>
        <dsp:cNvSpPr/>
      </dsp:nvSpPr>
      <dsp:spPr>
        <a:xfrm>
          <a:off x="297149" y="753105"/>
          <a:ext cx="540271" cy="5402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FC683-B1E7-4471-856E-A4208888A87C}">
      <dsp:nvSpPr>
        <dsp:cNvPr id="0" name=""/>
        <dsp:cNvSpPr/>
      </dsp:nvSpPr>
      <dsp:spPr>
        <a:xfrm>
          <a:off x="1134569" y="532085"/>
          <a:ext cx="10421034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b="1" kern="1200" dirty="0"/>
            <a:t>Proces utraty zdrowia</a:t>
          </a:r>
          <a:r>
            <a:rPr lang="pl-PL" sz="1600" kern="1200" dirty="0"/>
            <a:t>: Częstotliwość i/lub dotkliwość wymagań związanych z pracą prowadzi do zwiększonego wysiłku, co z kolei wyczerpuje fizyczne, emocjonalne i poznawcze zasoby pracowników i może prowadzić do wyczerpania i problemów zdrowotnych.</a:t>
          </a:r>
          <a:endParaRPr lang="en-US" sz="1600" kern="1200" dirty="0"/>
        </a:p>
      </dsp:txBody>
      <dsp:txXfrm>
        <a:off x="1134569" y="532085"/>
        <a:ext cx="10421034" cy="982311"/>
      </dsp:txXfrm>
    </dsp:sp>
    <dsp:sp modelId="{3C68C790-870E-43A1-8D8F-6E9AC1F3017C}">
      <dsp:nvSpPr>
        <dsp:cNvPr id="0" name=""/>
        <dsp:cNvSpPr/>
      </dsp:nvSpPr>
      <dsp:spPr>
        <a:xfrm>
          <a:off x="0" y="1759974"/>
          <a:ext cx="11555603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28E615-D6B0-4C35-8C3D-882269448D34}">
      <dsp:nvSpPr>
        <dsp:cNvPr id="0" name=""/>
        <dsp:cNvSpPr/>
      </dsp:nvSpPr>
      <dsp:spPr>
        <a:xfrm>
          <a:off x="297149" y="1980995"/>
          <a:ext cx="540271" cy="5402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F32520-2F68-473B-BB69-137C059FB1E2}">
      <dsp:nvSpPr>
        <dsp:cNvPr id="0" name=""/>
        <dsp:cNvSpPr/>
      </dsp:nvSpPr>
      <dsp:spPr>
        <a:xfrm>
          <a:off x="1134569" y="1759974"/>
          <a:ext cx="10421034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b="1" kern="1200"/>
            <a:t>Proces motywacyjny</a:t>
          </a:r>
          <a:r>
            <a:rPr lang="pl-PL" sz="1600" kern="1200"/>
            <a:t>: Zasoby pracy zaspokajają podstawowe potrzeby psychologiczne i sprzyjają zaangażowaniu pracowników w pracę. Doświadczenie zaangażowania w pracę prowadzi w konsekwencji do kreatywności i osiągania lepszych wyników (performance).</a:t>
          </a:r>
          <a:endParaRPr lang="en-US" sz="1600" kern="1200"/>
        </a:p>
      </dsp:txBody>
      <dsp:txXfrm>
        <a:off x="1134569" y="1759974"/>
        <a:ext cx="10421034" cy="9823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E4C628-E477-4F8E-8CF3-DB86CDEF6E87}">
      <dsp:nvSpPr>
        <dsp:cNvPr id="0" name=""/>
        <dsp:cNvSpPr/>
      </dsp:nvSpPr>
      <dsp:spPr>
        <a:xfrm>
          <a:off x="0" y="532085"/>
          <a:ext cx="11555603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E52FE6-A22B-4FD1-9492-8755AFD25CDA}">
      <dsp:nvSpPr>
        <dsp:cNvPr id="0" name=""/>
        <dsp:cNvSpPr/>
      </dsp:nvSpPr>
      <dsp:spPr>
        <a:xfrm>
          <a:off x="297149" y="753105"/>
          <a:ext cx="540271" cy="5402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F947F-E647-496B-8BCF-4304CBCE19D7}">
      <dsp:nvSpPr>
        <dsp:cNvPr id="0" name=""/>
        <dsp:cNvSpPr/>
      </dsp:nvSpPr>
      <dsp:spPr>
        <a:xfrm>
          <a:off x="1134569" y="532085"/>
          <a:ext cx="10421034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b="1" kern="1200"/>
            <a:t>Hipoteza buforowa (łagodząca): </a:t>
          </a:r>
          <a:r>
            <a:rPr lang="pl-PL" sz="2300" kern="1200"/>
            <a:t>Zasoby pracy osłabiają wpływ wymagań pracy na obciążenie.</a:t>
          </a:r>
          <a:endParaRPr lang="en-US" sz="2300" kern="1200"/>
        </a:p>
      </dsp:txBody>
      <dsp:txXfrm>
        <a:off x="1134569" y="532085"/>
        <a:ext cx="10421034" cy="982311"/>
      </dsp:txXfrm>
    </dsp:sp>
    <dsp:sp modelId="{C49C3D3B-EABA-449F-B42E-49CFA53CF909}">
      <dsp:nvSpPr>
        <dsp:cNvPr id="0" name=""/>
        <dsp:cNvSpPr/>
      </dsp:nvSpPr>
      <dsp:spPr>
        <a:xfrm>
          <a:off x="0" y="1759974"/>
          <a:ext cx="11555603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C5B9F8-E351-4C74-B5D9-A4FB95530E86}">
      <dsp:nvSpPr>
        <dsp:cNvPr id="0" name=""/>
        <dsp:cNvSpPr/>
      </dsp:nvSpPr>
      <dsp:spPr>
        <a:xfrm>
          <a:off x="297149" y="1980995"/>
          <a:ext cx="540271" cy="5402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088D4B-8150-415A-93C3-A60FBA19A0A3}">
      <dsp:nvSpPr>
        <dsp:cNvPr id="0" name=""/>
        <dsp:cNvSpPr/>
      </dsp:nvSpPr>
      <dsp:spPr>
        <a:xfrm>
          <a:off x="1134569" y="1759974"/>
          <a:ext cx="10421034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b="1" kern="1200"/>
            <a:t>Hipoteza wzmacniająca</a:t>
          </a:r>
          <a:r>
            <a:rPr lang="pl-PL" sz="2300" kern="1200"/>
            <a:t>: Wymagania pracy wzmacniają wpływ zasobów pracy na zaangażowanie w pracę (i bardziej ogólnie na motywację do pracy).</a:t>
          </a:r>
          <a:endParaRPr lang="en-US" sz="2300" kern="1200"/>
        </a:p>
      </dsp:txBody>
      <dsp:txXfrm>
        <a:off x="1134569" y="1759974"/>
        <a:ext cx="10421034" cy="98231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63866-37EE-44FA-9C6A-9CEDA7C6E556}">
      <dsp:nvSpPr>
        <dsp:cNvPr id="0" name=""/>
        <dsp:cNvSpPr/>
      </dsp:nvSpPr>
      <dsp:spPr>
        <a:xfrm>
          <a:off x="0" y="532085"/>
          <a:ext cx="11555603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1409E2-DD63-4B9C-AA41-C3B0F14E189B}">
      <dsp:nvSpPr>
        <dsp:cNvPr id="0" name=""/>
        <dsp:cNvSpPr/>
      </dsp:nvSpPr>
      <dsp:spPr>
        <a:xfrm>
          <a:off x="297149" y="753105"/>
          <a:ext cx="540271" cy="5402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65B47-6E49-496B-A42B-7F32A6B33E25}">
      <dsp:nvSpPr>
        <dsp:cNvPr id="0" name=""/>
        <dsp:cNvSpPr/>
      </dsp:nvSpPr>
      <dsp:spPr>
        <a:xfrm>
          <a:off x="1134569" y="532085"/>
          <a:ext cx="10421034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b="1" kern="1200"/>
            <a:t>Zasoby osobiste </a:t>
          </a:r>
          <a:r>
            <a:rPr lang="pl-PL" sz="2100" kern="1200"/>
            <a:t>to pozytywna samoocena, która odnosi się do poczucia jednostki, że jest ona w stanie skutecznie kontrolować i wpływać na swoje otoczenie.</a:t>
          </a:r>
          <a:endParaRPr lang="en-US" sz="2100" kern="1200"/>
        </a:p>
      </dsp:txBody>
      <dsp:txXfrm>
        <a:off x="1134569" y="532085"/>
        <a:ext cx="10421034" cy="982311"/>
      </dsp:txXfrm>
    </dsp:sp>
    <dsp:sp modelId="{1E1BF388-C7DD-42BB-9B9E-7C8736EF3D24}">
      <dsp:nvSpPr>
        <dsp:cNvPr id="0" name=""/>
        <dsp:cNvSpPr/>
      </dsp:nvSpPr>
      <dsp:spPr>
        <a:xfrm>
          <a:off x="0" y="1759974"/>
          <a:ext cx="11555603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D1101D-E5CE-4FC1-875A-E7124FF68CB4}">
      <dsp:nvSpPr>
        <dsp:cNvPr id="0" name=""/>
        <dsp:cNvSpPr/>
      </dsp:nvSpPr>
      <dsp:spPr>
        <a:xfrm>
          <a:off x="297149" y="1980995"/>
          <a:ext cx="540271" cy="5402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11EF8-B1FB-492C-8C19-3C584DEF95B3}">
      <dsp:nvSpPr>
        <dsp:cNvPr id="0" name=""/>
        <dsp:cNvSpPr/>
      </dsp:nvSpPr>
      <dsp:spPr>
        <a:xfrm>
          <a:off x="1134569" y="1759974"/>
          <a:ext cx="10421034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Oczekuje się, że pracownicy z większymi zasobami osobistymi będą mieli również dostęp do większej liczby zasobów związanych z pracą i odwrotnie.</a:t>
          </a:r>
          <a:endParaRPr lang="en-US" sz="2100" kern="1200"/>
        </a:p>
      </dsp:txBody>
      <dsp:txXfrm>
        <a:off x="1134569" y="1759974"/>
        <a:ext cx="10421034" cy="98231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BA9BD4-97F9-443F-9A83-AC6D46FD2841}">
      <dsp:nvSpPr>
        <dsp:cNvPr id="0" name=""/>
        <dsp:cNvSpPr/>
      </dsp:nvSpPr>
      <dsp:spPr>
        <a:xfrm>
          <a:off x="0" y="532085"/>
          <a:ext cx="11555603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CE9A43-E49E-41A5-B766-154197E305E8}">
      <dsp:nvSpPr>
        <dsp:cNvPr id="0" name=""/>
        <dsp:cNvSpPr/>
      </dsp:nvSpPr>
      <dsp:spPr>
        <a:xfrm>
          <a:off x="297149" y="753105"/>
          <a:ext cx="540271" cy="5402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3B85B2-564D-40D6-9A8D-49191F41BEF6}">
      <dsp:nvSpPr>
        <dsp:cNvPr id="0" name=""/>
        <dsp:cNvSpPr/>
      </dsp:nvSpPr>
      <dsp:spPr>
        <a:xfrm>
          <a:off x="1134569" y="532085"/>
          <a:ext cx="10421034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b="1" kern="1200"/>
            <a:t>Modelowanie pracy</a:t>
          </a:r>
          <a:r>
            <a:rPr lang="pl-PL" sz="1600" kern="1200"/>
            <a:t> odnosi się do osobistej inicjatywy pracowników w zakresie zmiany wymagań i zasobów pracy w celu lepszego dostosowania środowiska pracy do ich własnych umiejętności i preferencji.</a:t>
          </a:r>
          <a:endParaRPr lang="en-US" sz="1600" kern="1200"/>
        </a:p>
      </dsp:txBody>
      <dsp:txXfrm>
        <a:off x="1134569" y="532085"/>
        <a:ext cx="10421034" cy="982311"/>
      </dsp:txXfrm>
    </dsp:sp>
    <dsp:sp modelId="{CB050063-AEAE-4B9F-BB22-2A2D44A8968A}">
      <dsp:nvSpPr>
        <dsp:cNvPr id="0" name=""/>
        <dsp:cNvSpPr/>
      </dsp:nvSpPr>
      <dsp:spPr>
        <a:xfrm>
          <a:off x="0" y="1759974"/>
          <a:ext cx="11555603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DC827-30FA-41D0-B87B-DF640F762650}">
      <dsp:nvSpPr>
        <dsp:cNvPr id="0" name=""/>
        <dsp:cNvSpPr/>
      </dsp:nvSpPr>
      <dsp:spPr>
        <a:xfrm>
          <a:off x="297149" y="1980995"/>
          <a:ext cx="540271" cy="5402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757E6-8ED2-4FC9-AE30-460059B6D82D}">
      <dsp:nvSpPr>
        <dsp:cNvPr id="0" name=""/>
        <dsp:cNvSpPr/>
      </dsp:nvSpPr>
      <dsp:spPr>
        <a:xfrm>
          <a:off x="1134569" y="1759974"/>
          <a:ext cx="10421034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Oczekuje się, że modelowanie pracy zwiększy zasoby pracy i osobiste oraz ułatwi zaangażowanie i wydajność pracy.</a:t>
          </a:r>
          <a:endParaRPr lang="en-US" sz="1600" kern="1200"/>
        </a:p>
      </dsp:txBody>
      <dsp:txXfrm>
        <a:off x="1134569" y="1759974"/>
        <a:ext cx="10421034" cy="98231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227B0-95C0-45DD-84F4-5FF887AAE168}">
      <dsp:nvSpPr>
        <dsp:cNvPr id="0" name=""/>
        <dsp:cNvSpPr/>
      </dsp:nvSpPr>
      <dsp:spPr>
        <a:xfrm>
          <a:off x="0" y="532085"/>
          <a:ext cx="11555603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020701-683B-45AF-B82B-E1EC66475FA2}">
      <dsp:nvSpPr>
        <dsp:cNvPr id="0" name=""/>
        <dsp:cNvSpPr/>
      </dsp:nvSpPr>
      <dsp:spPr>
        <a:xfrm>
          <a:off x="297149" y="753105"/>
          <a:ext cx="540271" cy="5402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9EB39F-C378-48AB-909B-67DB04F091FB}">
      <dsp:nvSpPr>
        <dsp:cNvPr id="0" name=""/>
        <dsp:cNvSpPr/>
      </dsp:nvSpPr>
      <dsp:spPr>
        <a:xfrm>
          <a:off x="1134569" y="532085"/>
          <a:ext cx="10421034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b="1" kern="1200"/>
            <a:t>Zaangażowani pracownicy</a:t>
          </a:r>
          <a:r>
            <a:rPr lang="pl-PL" sz="1700" kern="1200"/>
            <a:t> są wewnętrznie zmotywowani do pozostania zaangażowanymi i dlatego zaczynają proaktywnie optymalizować swoją pracę (zwiększać zasoby i optymalizować wymagania).</a:t>
          </a:r>
          <a:endParaRPr lang="en-US" sz="1700" kern="1200"/>
        </a:p>
      </dsp:txBody>
      <dsp:txXfrm>
        <a:off x="1134569" y="532085"/>
        <a:ext cx="10421034" cy="982311"/>
      </dsp:txXfrm>
    </dsp:sp>
    <dsp:sp modelId="{3A118158-A75D-4850-A4B7-50CC7E3A8F31}">
      <dsp:nvSpPr>
        <dsp:cNvPr id="0" name=""/>
        <dsp:cNvSpPr/>
      </dsp:nvSpPr>
      <dsp:spPr>
        <a:xfrm>
          <a:off x="0" y="1759974"/>
          <a:ext cx="11555603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E4DE95-D85E-4A9D-BDFC-7DCF1AB51359}">
      <dsp:nvSpPr>
        <dsp:cNvPr id="0" name=""/>
        <dsp:cNvSpPr/>
      </dsp:nvSpPr>
      <dsp:spPr>
        <a:xfrm>
          <a:off x="297149" y="1980995"/>
          <a:ext cx="540271" cy="5402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F8C1B-B412-45E0-9E79-C41E7948C7BC}">
      <dsp:nvSpPr>
        <dsp:cNvPr id="0" name=""/>
        <dsp:cNvSpPr/>
      </dsp:nvSpPr>
      <dsp:spPr>
        <a:xfrm>
          <a:off x="1134569" y="1759974"/>
          <a:ext cx="10421034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Z biegiem czasu, takie zachowanie generuje osobiste zasoby, które pomagają pracownikom radzić sobie z wymaganiami pracy i sprzyjają przyszłemu zaangażowaniu w pracę.</a:t>
          </a:r>
          <a:endParaRPr lang="en-US" sz="1700" kern="1200"/>
        </a:p>
      </dsp:txBody>
      <dsp:txXfrm>
        <a:off x="1134569" y="1759974"/>
        <a:ext cx="10421034" cy="98231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CD9F01-E1A7-4D7C-9BBF-E7145447E437}">
      <dsp:nvSpPr>
        <dsp:cNvPr id="0" name=""/>
        <dsp:cNvSpPr/>
      </dsp:nvSpPr>
      <dsp:spPr>
        <a:xfrm>
          <a:off x="0" y="532085"/>
          <a:ext cx="11555603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2C5C00-3A9C-4BFF-9818-80371BA8BE13}">
      <dsp:nvSpPr>
        <dsp:cNvPr id="0" name=""/>
        <dsp:cNvSpPr/>
      </dsp:nvSpPr>
      <dsp:spPr>
        <a:xfrm>
          <a:off x="297149" y="753105"/>
          <a:ext cx="540271" cy="5402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110F5-E453-44D9-B230-070414303DC3}">
      <dsp:nvSpPr>
        <dsp:cNvPr id="0" name=""/>
        <dsp:cNvSpPr/>
      </dsp:nvSpPr>
      <dsp:spPr>
        <a:xfrm>
          <a:off x="1134569" y="532085"/>
          <a:ext cx="10421034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b="1" kern="1200"/>
            <a:t>Samoutrudnianie</a:t>
          </a:r>
          <a:r>
            <a:rPr lang="pl-PL" sz="1900" kern="1200"/>
            <a:t> odnosi się do dysfunkcyjnych zachowań pracowników (np. słaba komunikacja, zachowania konfliktowe), które tworzą przeszkody i mogą osłabiać wydajność.</a:t>
          </a:r>
          <a:endParaRPr lang="en-US" sz="1900" kern="1200"/>
        </a:p>
      </dsp:txBody>
      <dsp:txXfrm>
        <a:off x="1134569" y="532085"/>
        <a:ext cx="10421034" cy="982311"/>
      </dsp:txXfrm>
    </dsp:sp>
    <dsp:sp modelId="{61858527-516C-4E50-873C-FEF13A933326}">
      <dsp:nvSpPr>
        <dsp:cNvPr id="0" name=""/>
        <dsp:cNvSpPr/>
      </dsp:nvSpPr>
      <dsp:spPr>
        <a:xfrm>
          <a:off x="0" y="1759974"/>
          <a:ext cx="11555603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CB434C-856E-48A1-8B21-0A6C77837708}">
      <dsp:nvSpPr>
        <dsp:cNvPr id="0" name=""/>
        <dsp:cNvSpPr/>
      </dsp:nvSpPr>
      <dsp:spPr>
        <a:xfrm>
          <a:off x="297149" y="1980995"/>
          <a:ext cx="540271" cy="5402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D6FAE-2BB6-4BEE-B57C-E3FA054D396D}">
      <dsp:nvSpPr>
        <dsp:cNvPr id="0" name=""/>
        <dsp:cNvSpPr/>
      </dsp:nvSpPr>
      <dsp:spPr>
        <a:xfrm>
          <a:off x="1134569" y="1759974"/>
          <a:ext cx="10421034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Oczekuje się, że samoutrudnianie zwiększy wymagania związane z pracą i doprowadzi do napięcia i słabych wyników.</a:t>
          </a:r>
          <a:endParaRPr lang="en-US" sz="1900" kern="1200"/>
        </a:p>
      </dsp:txBody>
      <dsp:txXfrm>
        <a:off x="1134569" y="1759974"/>
        <a:ext cx="10421034" cy="98231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A91E8A-44B9-4AC0-99E8-01437BD046D3}">
      <dsp:nvSpPr>
        <dsp:cNvPr id="0" name=""/>
        <dsp:cNvSpPr/>
      </dsp:nvSpPr>
      <dsp:spPr>
        <a:xfrm>
          <a:off x="0" y="532085"/>
          <a:ext cx="11555603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48F093-2646-4114-AD2B-97781C0BFD29}">
      <dsp:nvSpPr>
        <dsp:cNvPr id="0" name=""/>
        <dsp:cNvSpPr/>
      </dsp:nvSpPr>
      <dsp:spPr>
        <a:xfrm>
          <a:off x="297149" y="753105"/>
          <a:ext cx="540271" cy="5402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4AE88-8310-4F11-8262-9909FCDB03C9}">
      <dsp:nvSpPr>
        <dsp:cNvPr id="0" name=""/>
        <dsp:cNvSpPr/>
      </dsp:nvSpPr>
      <dsp:spPr>
        <a:xfrm>
          <a:off x="1134569" y="532085"/>
          <a:ext cx="10421034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Kiedy pracownicy doświadczają wyższego poziomu obciążenia pracą, koncentracja jest trudniejsza i popełniają oni więcej błędów związanych z pracą.</a:t>
          </a:r>
          <a:endParaRPr lang="en-US" sz="2200" kern="1200"/>
        </a:p>
      </dsp:txBody>
      <dsp:txXfrm>
        <a:off x="1134569" y="532085"/>
        <a:ext cx="10421034" cy="982311"/>
      </dsp:txXfrm>
    </dsp:sp>
    <dsp:sp modelId="{89C51F2B-3B85-45A5-8660-0CE1B04C6D5F}">
      <dsp:nvSpPr>
        <dsp:cNvPr id="0" name=""/>
        <dsp:cNvSpPr/>
      </dsp:nvSpPr>
      <dsp:spPr>
        <a:xfrm>
          <a:off x="0" y="1759974"/>
          <a:ext cx="11555603" cy="9823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25DD32-B34D-441B-AB6F-8B1B2E8581F1}">
      <dsp:nvSpPr>
        <dsp:cNvPr id="0" name=""/>
        <dsp:cNvSpPr/>
      </dsp:nvSpPr>
      <dsp:spPr>
        <a:xfrm>
          <a:off x="297149" y="1980995"/>
          <a:ext cx="540271" cy="5402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6CD9CC-F004-4BA6-A0E9-9416F3DC96DF}">
      <dsp:nvSpPr>
        <dsp:cNvPr id="0" name=""/>
        <dsp:cNvSpPr/>
      </dsp:nvSpPr>
      <dsp:spPr>
        <a:xfrm>
          <a:off x="1134569" y="1759974"/>
          <a:ext cx="10421034" cy="9823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961" tIns="103961" rIns="103961" bIns="10396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Z biegiem czasu, zachowania podważające własną wartość generują nowe wymagania zawodowe, które sprzyjają przyszłemu obciążeniu pracą.</a:t>
          </a:r>
          <a:endParaRPr lang="en-US" sz="2200" kern="1200"/>
        </a:p>
      </dsp:txBody>
      <dsp:txXfrm>
        <a:off x="1134569" y="1759974"/>
        <a:ext cx="10421034" cy="9823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04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80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58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74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7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67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81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01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77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58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41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7FFE80-E171-1F05-2E8E-304297D7B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86334E6-1A9E-A6FB-84CC-BDDF1212B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CC1E77C-7155-C30A-4780-8CD62D5F8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ED4E993-0F4D-3919-0F05-97F847F75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235704D-1597-A8A7-82B9-EC48ADE15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41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E94F76-3B07-6F74-42A2-E54940DD6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0339E96-7DCE-66B4-1D4D-C524A52D0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A0CF810-CFC9-BBC2-6494-B290161D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F4AC540-ECD4-3D18-F5C8-14D1A988B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DD739FB-6209-B9DB-8ED5-FEFDA749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44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2F78C3-C811-27B5-C12A-9A13293FA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93F9663-6F90-5332-744C-3E978333F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C429465-C887-30B5-3CB4-66F429899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7BEBE98-1434-31F9-EEB4-F415E6B19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1FAF6FB-2BEC-1995-62AD-85C5BF24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8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BC6337-150F-BFFD-74C2-AD8135306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DCFD532-1E30-716C-F6D9-0C5651AA7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98D484D-5B84-04C4-ADA2-F4F701B5D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BEEDA72-17F2-51D0-2EAE-E59E1CCDE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28C8946-3CE1-C937-7384-CE824700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CF2D13E-4014-ABCB-9C24-44C5937A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453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45254B-36B8-8D1A-6D7B-6334DDF1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35E9887-1ED2-45B1-ECEC-19874A52E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E80A1B4-4DD5-6B86-2779-C9B969EE8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0F4A2DAF-47DD-5BDF-C14E-1719156C4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B69A4DD-4DBD-7AEE-53F8-AB1020B533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9F836666-DF5F-3AC8-F166-C9740CBB2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9DB47F1-05B1-6D2B-0D5D-905F96B72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92DCDE2C-A673-5A5B-7058-20BA360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35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FBF366-5A57-FF78-E0B6-94DDAD2F2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9F2BF7EF-2A7D-5629-9450-E8D038EE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AD95E8E-97CC-E4B7-8EE7-5858910F7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698B836-5410-87AE-8EC8-CC356427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203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DCE7D106-C647-FE6C-8268-6E18DB2B6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902D3CC1-94B3-FA05-0493-0D8007055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B15BF2A-3F21-36F2-D9B8-132EDBB24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162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E61DDB-602D-81DF-B1BA-3FADB7FE0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AB40624-53FC-91B7-C1B4-88AB7FB5D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5AF34B4-3375-3BB7-A8E8-E5C7BA3D2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2791C4A-0B9B-05AF-8B2D-A6AE3FD68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BCA4C79-4476-B2C1-464D-6BDB51AF2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816973-6A3F-2B27-AB80-9F72E4D4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760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93366F-E1E4-9248-E9BE-110F97522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6C73172E-B3E6-3D71-F695-EE47A47E06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35A78F5-EA7A-5E74-4A78-B0BE1528C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43753AF-D6EE-CF6B-D5B1-23A0D891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D9455C1-7DFE-8399-9A3F-E1D44548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2C901E7-1A20-06EB-8672-9D5CBBED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857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2D6FE99-38B0-A37D-F910-B851CDCDB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416B401-3D43-7448-AC56-16BCCBD0F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DED4F6E-1868-8358-0F58-D645D27C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29B3611-2734-ACFD-C810-C7F4B2490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18E4BF1-1D3F-D04E-AEB5-7396EB58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339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A3031D36-FC19-6ABA-5DFC-22CFE66BA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16BFA52-0479-7521-2BF3-7D3AD2504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2363259-A4F1-3770-2CDE-EA68120E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3F7E095-ED05-9A58-5F03-20E8CD883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AB57151-136F-4422-968A-5EB83099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4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11/16/2024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172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04065CA9-BD02-7917-967F-258C998D9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8DF5D0E-7E10-6D13-F8A6-984DCAE55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A1BAE3C-DEB5-EA2B-3B8E-9779456EA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17CEC-DCD6-4BE2-B48D-D3E4AA5DE1F8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8617513-D1DD-734B-F5E8-4E72F0278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AA81390-DCD1-2D96-05CE-683836496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252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C7A2BB-E03E-436B-ABA5-3EBC8FB40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6DC0849-A033-4B02-97FE-B41AD9A86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3ADCA7D-864A-49AD-B820-102F220EA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57E947-1347-4EB3-89EB-DF85D94E2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B5FAB9-675C-4906-A39C-BCFD68929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C524971-DA3C-4B74-A99D-95CECD50C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BDB683-BC6A-4522-82A5-C7457201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41560A9-0B55-472F-8261-6951E27C5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D874A14-7926-47E8-947C-904C98B0E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3E5598F-2EAC-49C0-B77B-95438A8ED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C8993AC-196C-48AC-BCE3-3E71814D9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17F3CA-CF3E-4CD8-B001-2BDF09D76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37402-E5C4-470B-955F-F3A886776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315EAA5-98ED-4276-880E-4E3789CEA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7F94794-653E-45B6-811B-8081788A0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2DE38F-FC85-4274-8C84-8E75162E6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4AF14C3-798E-4C02-A6B4-165D003D7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53D4C15-2F93-446B-AF2D-82072EC01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09026E7-4EC6-47AE-A989-318A5CA6B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6DEDA5A-47AA-4ED0-897C-C0B1873B6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061821F-242E-4E40-B305-9048634C0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0734AE8-EEDD-4DCB-9723-087DC2EC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6DB511B-1563-4336-AFBB-D561A7C0B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5CEC4A9-4067-4D92-A28E-EE8152717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B783B25-A3A3-45C4-B04C-A11644250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31178CD-3DE0-4C42-811C-7BC881FB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926C508-8BE5-4ACF-A219-09B5D995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B58DEC2-3409-477A-84B4-A5D297FB0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E3E226-6EDA-4FC4-B670-9590DD5CE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BC874A8-EE7F-4F92-AAEA-40B18D939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3D647B-0C43-4C02-9BD2-A01859FD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6DE01B-DD35-4B52-A72E-57E60E226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54EC4F3D-4211-A6F1-5E0F-C86D10C92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25" y="746840"/>
            <a:ext cx="5402454" cy="251044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4600" dirty="0"/>
              <a:t>Model Wymagania – Zasoby Pracy (Model JD-R)</a:t>
            </a:r>
            <a:endParaRPr lang="en-US" sz="4600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F9EA974-4F41-DCF7-D3B2-2F7581D13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25" y="3425899"/>
            <a:ext cx="5185297" cy="2309737"/>
          </a:xfrm>
        </p:spPr>
        <p:txBody>
          <a:bodyPr>
            <a:normAutofit/>
          </a:bodyPr>
          <a:lstStyle/>
          <a:p>
            <a:r>
              <a:rPr lang="pl-PL" dirty="0"/>
              <a:t>dr Mikołaj Stolarski</a:t>
            </a:r>
            <a:endParaRPr lang="en-US" dirty="0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18D3B53-4071-48E8-9CB1-4566DAFA0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260044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Obraz zawierający sieć, noc&#10;&#10;Opis wygenerowany automatycznie">
            <a:extLst>
              <a:ext uri="{FF2B5EF4-FFF2-40B4-BE49-F238E27FC236}">
                <a16:creationId xmlns:a16="http://schemas.microsoft.com/office/drawing/2014/main" id="{BB2F917C-041F-2F09-B1EA-BADCBBC1A4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006" r="1437" b="-1"/>
          <a:stretch/>
        </p:blipFill>
        <p:spPr>
          <a:xfrm>
            <a:off x="6062050" y="-1554"/>
            <a:ext cx="6120571" cy="685799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87508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40AD70-D366-C827-28C8-EFEADB65C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Agenda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022079-5CDB-4435-D011-06E271B89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Model JD-R – założenia</a:t>
            </a:r>
          </a:p>
          <a:p>
            <a:r>
              <a:rPr lang="pl-PL" dirty="0"/>
              <a:t>Różne poziomy aplikacji</a:t>
            </a:r>
          </a:p>
          <a:p>
            <a:r>
              <a:rPr lang="pl-PL" dirty="0"/>
              <a:t>Możliwości aplikacyjne dla organizacji w „kryzysie”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73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82D071-FE2A-0ED6-4658-FD0C5709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pl-PL" sz="3200"/>
              <a:t>Model JD-R</a:t>
            </a:r>
            <a:endParaRPr lang="en-US" sz="3200"/>
          </a:p>
        </p:txBody>
      </p:sp>
      <p:pic>
        <p:nvPicPr>
          <p:cNvPr id="5" name="Picture 4" descr="Biała układanka z jednym czerwonym kawałkiem">
            <a:extLst>
              <a:ext uri="{FF2B5EF4-FFF2-40B4-BE49-F238E27FC236}">
                <a16:creationId xmlns:a16="http://schemas.microsoft.com/office/drawing/2014/main" id="{8134AFE1-685D-CA79-78EB-9A99F1703D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77" r="28073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9D830F3-B441-DA8A-BB0F-97793A866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sz="2000"/>
              <a:t>Model JD-R pozwala na tworzenie modeli środowisk pracy, który jest możliwy do </a:t>
            </a:r>
            <a:r>
              <a:rPr lang="pl-PL" sz="2000" err="1"/>
              <a:t>zaplikowania</a:t>
            </a:r>
            <a:r>
              <a:rPr lang="pl-PL" sz="2000"/>
              <a:t> w różnych warunkach zawodowych (</a:t>
            </a:r>
            <a:r>
              <a:rPr lang="pl-PL" sz="2000" err="1"/>
              <a:t>Bakker</a:t>
            </a:r>
            <a:r>
              <a:rPr lang="pl-PL" sz="2000"/>
              <a:t> i </a:t>
            </a:r>
            <a:r>
              <a:rPr lang="pl-PL" sz="2000" err="1"/>
              <a:t>Demerouti</a:t>
            </a:r>
            <a:r>
              <a:rPr lang="pl-PL" sz="2000"/>
              <a:t>, 2007). Jest on uznawany za model stresu zawodowego (</a:t>
            </a:r>
            <a:r>
              <a:rPr lang="pl-PL" sz="2000" err="1"/>
              <a:t>Schaufeli</a:t>
            </a:r>
            <a:r>
              <a:rPr lang="pl-PL" sz="2000"/>
              <a:t> i </a:t>
            </a:r>
            <a:r>
              <a:rPr lang="pl-PL" sz="2000" err="1"/>
              <a:t>Taris</a:t>
            </a:r>
            <a:r>
              <a:rPr lang="pl-PL" sz="2000"/>
              <a:t>, 2014)</a:t>
            </a:r>
          </a:p>
          <a:p>
            <a:pPr marL="0" indent="0">
              <a:buNone/>
            </a:pPr>
            <a:endParaRPr lang="pl-PL" sz="2000"/>
          </a:p>
          <a:p>
            <a:pPr marL="0" indent="0">
              <a:buNone/>
            </a:pPr>
            <a:r>
              <a:rPr lang="pl-PL" sz="2000"/>
              <a:t>Model JD-R zakłada, że każde środowisko pracy może mieć swój specyficzny układ zarówno zasobów, jak i wymagań pracy, które będą wpływać na wypalenie i zaangażowanie w pracę (</a:t>
            </a:r>
            <a:r>
              <a:rPr lang="pl-PL" sz="2000" err="1"/>
              <a:t>Bakker</a:t>
            </a:r>
            <a:r>
              <a:rPr lang="pl-PL" sz="2000"/>
              <a:t> i </a:t>
            </a:r>
            <a:r>
              <a:rPr lang="pl-PL" sz="2000" err="1"/>
              <a:t>Demerouti</a:t>
            </a:r>
            <a:r>
              <a:rPr lang="pl-PL" sz="2000"/>
              <a:t>, 2007, 2017). 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90141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Right Triangle 79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56E3331-4C43-E367-6294-961D44F4E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/>
              <a:t>Model Zasoby – Wymagania Pracy (Bakker &amp; Demerouti, 2017) </a:t>
            </a:r>
          </a:p>
        </p:txBody>
      </p:sp>
      <p:pic>
        <p:nvPicPr>
          <p:cNvPr id="5" name="Symbol zastępczy zawartości 4" descr="Obraz zawierający diagram, szkic, krąg, Plan&#10;&#10;Opis wygenerowany automatycznie">
            <a:extLst>
              <a:ext uri="{FF2B5EF4-FFF2-40B4-BE49-F238E27FC236}">
                <a16:creationId xmlns:a16="http://schemas.microsoft.com/office/drawing/2014/main" id="{87BAABF9-93BE-3B82-EB7E-390533CD2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6340" y="903791"/>
            <a:ext cx="6382411" cy="504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29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6826F9-D2E9-B0F3-F1AA-CE2889755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 fontScale="90000"/>
          </a:bodyPr>
          <a:lstStyle/>
          <a:p>
            <a:r>
              <a:rPr lang="pl-PL" sz="4100" dirty="0"/>
              <a:t>Wymagania pracy (</a:t>
            </a:r>
            <a:r>
              <a:rPr lang="pl-PL" sz="4100" dirty="0" err="1"/>
              <a:t>Bakker</a:t>
            </a:r>
            <a:r>
              <a:rPr lang="pl-PL" sz="4100" dirty="0"/>
              <a:t> &amp; </a:t>
            </a:r>
            <a:r>
              <a:rPr lang="pl-PL" sz="4100" dirty="0" err="1"/>
              <a:t>Demerouti</a:t>
            </a:r>
            <a:r>
              <a:rPr lang="pl-PL" sz="4100" dirty="0"/>
              <a:t>, 2017)  </a:t>
            </a:r>
            <a:endParaRPr lang="en-US" sz="4100" dirty="0"/>
          </a:p>
        </p:txBody>
      </p:sp>
      <p:pic>
        <p:nvPicPr>
          <p:cNvPr id="5" name="Picture 4" descr="Tło miejsca do pracy">
            <a:extLst>
              <a:ext uri="{FF2B5EF4-FFF2-40B4-BE49-F238E27FC236}">
                <a16:creationId xmlns:a16="http://schemas.microsoft.com/office/drawing/2014/main" id="{FA435FB3-402D-9AC5-7E7F-DD52B9DA62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67" r="-1" b="-1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5DC18D2-6476-23C1-27D8-FD7D11C9D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/>
              <a:t>Wymagania pracy zostały zdefiniowane jako te fizyczne, psychologiczne, społeczne lub organizacyjne aspekty pracy, które wymagają stałego wysiłku fizycznego i/lub psychologicznego (poznawczego i emocjonalnego) lub umiejętności, a zatem wiążą się z pewnymi fizjologicznymi i/lub psychologicznymi kosztami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33466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Obraz zawierający obraz, farba, Turkus, sztuka&#10;&#10;Opis wygenerowany automatycznie">
            <a:extLst>
              <a:ext uri="{FF2B5EF4-FFF2-40B4-BE49-F238E27FC236}">
                <a16:creationId xmlns:a16="http://schemas.microsoft.com/office/drawing/2014/main" id="{F643956C-FF18-8500-0E8D-9860E281F5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8450A515-3B4B-1E25-157B-63EFB92A3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l-PL" dirty="0"/>
              <a:t>Wymagania pracy – przykłady </a:t>
            </a:r>
            <a:br>
              <a:rPr lang="pl-PL" dirty="0"/>
            </a:br>
            <a:r>
              <a:rPr lang="pl-PL" dirty="0"/>
              <a:t>(</a:t>
            </a:r>
            <a:r>
              <a:rPr lang="pl-PL" dirty="0" err="1"/>
              <a:t>Schaufeli</a:t>
            </a:r>
            <a:r>
              <a:rPr lang="pl-PL" dirty="0"/>
              <a:t>, </a:t>
            </a:r>
            <a:r>
              <a:rPr lang="pl-PL" dirty="0" err="1"/>
              <a:t>Taris</a:t>
            </a:r>
            <a:r>
              <a:rPr lang="pl-PL" dirty="0"/>
              <a:t>, 2014)</a:t>
            </a:r>
            <a:endParaRPr lang="en-US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9D3F73F-6242-0E1E-5866-5DBCD059D5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72644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80698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DA20967-21C0-A42C-9DBF-31F1E192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 fontScale="90000"/>
          </a:bodyPr>
          <a:lstStyle/>
          <a:p>
            <a:r>
              <a:rPr lang="pl-PL" sz="4200" dirty="0"/>
              <a:t>Zasoby pracy (</a:t>
            </a:r>
            <a:r>
              <a:rPr lang="pl-PL" sz="4200" dirty="0" err="1"/>
              <a:t>Bakker</a:t>
            </a:r>
            <a:r>
              <a:rPr lang="pl-PL" sz="4200" dirty="0"/>
              <a:t> i </a:t>
            </a:r>
            <a:r>
              <a:rPr lang="pl-PL" sz="4200" dirty="0" err="1"/>
              <a:t>Demerouti</a:t>
            </a:r>
            <a:r>
              <a:rPr lang="pl-PL" sz="4200" dirty="0"/>
              <a:t>, 2007)</a:t>
            </a:r>
            <a:endParaRPr lang="en-US" sz="4200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D73685B-EF2B-E85C-FE2D-AA1B9EE5A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l-PL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Zasoby pracy to te fizyczne, psychologiczne, społeczne lub organizacyjne aspekty pracy, które mogą być związane z osiąganiem celów pracy, zmniejszeniem wymagań dotyczących pracy i związanych z nimi kosztami fizjologicznymi i psychologicznymi oraz stymulują rozwój osobisty, rozwój w organizacji i chęć do nauki (Bakker i Demerouti, 2007; Demerouti i in., 2001)</a:t>
            </a:r>
            <a:endParaRPr lang="en-US" sz="2000"/>
          </a:p>
        </p:txBody>
      </p:sp>
      <p:pic>
        <p:nvPicPr>
          <p:cNvPr id="5" name="Picture 4" descr="Biurko oświetlone słońcem">
            <a:extLst>
              <a:ext uri="{FF2B5EF4-FFF2-40B4-BE49-F238E27FC236}">
                <a16:creationId xmlns:a16="http://schemas.microsoft.com/office/drawing/2014/main" id="{903A8E22-A439-B640-A334-55CA01A141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02" r="20645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13118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Right Triangle 126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AFD3179-D085-B69E-3746-8988B80B1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pl-PL" dirty="0"/>
              <a:t>Zasoby pracy (</a:t>
            </a:r>
            <a:r>
              <a:rPr lang="pl-PL" dirty="0" err="1"/>
              <a:t>Schaufeli</a:t>
            </a:r>
            <a:r>
              <a:rPr lang="pl-PL" dirty="0"/>
              <a:t>, </a:t>
            </a:r>
            <a:r>
              <a:rPr lang="pl-PL" dirty="0" err="1"/>
              <a:t>Taris</a:t>
            </a:r>
            <a:r>
              <a:rPr lang="pl-PL" dirty="0"/>
              <a:t>, 2014)</a:t>
            </a:r>
            <a:endParaRPr lang="en-US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4C4B4ED-8CEA-D367-FF68-08A7C11820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15982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6512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F842210-C462-E2B2-9EF1-D146E5AA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pl-PL" sz="3600">
                <a:solidFill>
                  <a:schemeClr val="tx2"/>
                </a:solidFill>
              </a:rPr>
              <a:t>Zasoby osobiste</a:t>
            </a:r>
            <a:endParaRPr lang="en-US" sz="3600">
              <a:solidFill>
                <a:schemeClr val="tx2"/>
              </a:solidFill>
            </a:endParaRPr>
          </a:p>
        </p:txBody>
      </p:sp>
      <p:pic>
        <p:nvPicPr>
          <p:cNvPr id="7" name="Graphic 6" descr="Użytkownik">
            <a:extLst>
              <a:ext uri="{FF2B5EF4-FFF2-40B4-BE49-F238E27FC236}">
                <a16:creationId xmlns:a16="http://schemas.microsoft.com/office/drawing/2014/main" id="{A278802D-3EFD-8FAF-131D-5B836A9F9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5E5CD31-9ED1-4235-D009-AE9EDF71B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1800">
                <a:solidFill>
                  <a:schemeClr val="tx2"/>
                </a:solidFill>
              </a:rPr>
              <a:t>cechy psychologiczne lub aspekty osobowości, które są ogólnie związane z odpornością i odnoszą się do zdolności kontrolowania i skutecznego wpływania na otoczenie. Podobnie jak zasoby pracy są one związane z możliwością osiągania celów w pracy oraz stymulują rozwój osobisty (Schaufeli i Taris, 2014)</a:t>
            </a:r>
          </a:p>
          <a:p>
            <a:pPr marL="0" indent="0">
              <a:buNone/>
            </a:pPr>
            <a:r>
              <a:rPr lang="pl-PL" sz="1800">
                <a:solidFill>
                  <a:schemeClr val="tx2"/>
                </a:solidFill>
              </a:rPr>
              <a:t> </a:t>
            </a: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769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Obraz zawierający rozmycie, Wielobarwność, niebieskie, woda&#10;&#10;Opis wygenerowany automatycznie">
            <a:extLst>
              <a:ext uri="{FF2B5EF4-FFF2-40B4-BE49-F238E27FC236}">
                <a16:creationId xmlns:a16="http://schemas.microsoft.com/office/drawing/2014/main" id="{1C648ABC-F9BF-67AF-22B1-745BDC166F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444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CC93171-7DF2-8DFF-6905-912E1CAEF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/>
              <a:t>Proces motywacyjny</a:t>
            </a:r>
            <a:endParaRPr lang="en-US"/>
          </a:p>
        </p:txBody>
      </p:sp>
      <p:graphicFrame>
        <p:nvGraphicFramePr>
          <p:cNvPr id="27" name="Symbol zastępczy zawartości 2">
            <a:extLst>
              <a:ext uri="{FF2B5EF4-FFF2-40B4-BE49-F238E27FC236}">
                <a16:creationId xmlns:a16="http://schemas.microsoft.com/office/drawing/2014/main" id="{C2A507F3-2691-371C-00D6-9982933CB8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741964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287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FBDD64-71C8-723D-17EA-871FAFC44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Wypalenie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C47E00A-2045-4473-2FDA-BE52EAA7E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Wypalenie – to przewlekły stan stresu psychicznego związanego z pracą, który charakteryzuje się wyczerpaniem (tj. uczuciem wyczerpania emocjonalnego), zdystansowaniem wobec pracy (tj. cynizmem i brakiem entuzjazmu) oraz zmniejszoną skutecznością osobistą (tj. wątpieniem w swoje kompetencje i zmniejszeniem wkładu w pracę) (Baka, Basińska, 2016; </a:t>
            </a:r>
            <a:r>
              <a:rPr lang="pl-PL" dirty="0" err="1"/>
              <a:t>Schaufeli</a:t>
            </a:r>
            <a:r>
              <a:rPr lang="pl-PL" dirty="0"/>
              <a:t>, 2017)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015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518A04-0AFD-0814-39CF-D455C1F9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Wymagania pracy i wypalenie zawodowe (</a:t>
            </a:r>
            <a:r>
              <a:rPr lang="pl-PL" dirty="0" err="1"/>
              <a:t>Demerouti</a:t>
            </a:r>
            <a:r>
              <a:rPr lang="pl-PL" dirty="0"/>
              <a:t> i in., 2001)</a:t>
            </a:r>
            <a:endParaRPr lang="en-US" dirty="0"/>
          </a:p>
        </p:txBody>
      </p:sp>
      <p:grpSp>
        <p:nvGrpSpPr>
          <p:cNvPr id="28" name="Grupa 27">
            <a:extLst>
              <a:ext uri="{FF2B5EF4-FFF2-40B4-BE49-F238E27FC236}">
                <a16:creationId xmlns:a16="http://schemas.microsoft.com/office/drawing/2014/main" id="{BC3CB3E0-BD96-0ED9-DB45-805AF2A2C1C7}"/>
              </a:ext>
            </a:extLst>
          </p:cNvPr>
          <p:cNvGrpSpPr/>
          <p:nvPr/>
        </p:nvGrpSpPr>
        <p:grpSpPr>
          <a:xfrm>
            <a:off x="5585295" y="3834935"/>
            <a:ext cx="2362670" cy="2537830"/>
            <a:chOff x="6219037" y="3789667"/>
            <a:chExt cx="2362670" cy="2537830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3E96E044-704C-024F-216B-FD95CB0173E3}"/>
                </a:ext>
              </a:extLst>
            </p:cNvPr>
            <p:cNvSpPr/>
            <p:nvPr/>
          </p:nvSpPr>
          <p:spPr>
            <a:xfrm>
              <a:off x="6839478" y="3789667"/>
              <a:ext cx="1121788" cy="6410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l-PL" sz="1401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Wypalenie</a:t>
              </a:r>
              <a:endParaRPr kumimoji="0" lang="en-US" sz="140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pole tekstowe 9">
              <a:extLst>
                <a:ext uri="{FF2B5EF4-FFF2-40B4-BE49-F238E27FC236}">
                  <a16:creationId xmlns:a16="http://schemas.microsoft.com/office/drawing/2014/main" id="{20063161-25DC-3F2E-40E7-B02F402ED4E7}"/>
                </a:ext>
              </a:extLst>
            </p:cNvPr>
            <p:cNvSpPr txBox="1"/>
            <p:nvPr/>
          </p:nvSpPr>
          <p:spPr>
            <a:xfrm>
              <a:off x="6219037" y="4511615"/>
              <a:ext cx="236267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l-PL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Syndrom emocjonalnego wyczerpania, depersonalizacji oraz zmniejszonej skuteczności  osobistej w pracy, które mogą wystąpić wśród pracowników  wykonujących pracę z „innymi ludźmi”. 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upa 29">
            <a:extLst>
              <a:ext uri="{FF2B5EF4-FFF2-40B4-BE49-F238E27FC236}">
                <a16:creationId xmlns:a16="http://schemas.microsoft.com/office/drawing/2014/main" id="{7BBD690F-67BE-BB62-CBF7-3237C3170138}"/>
              </a:ext>
            </a:extLst>
          </p:cNvPr>
          <p:cNvGrpSpPr/>
          <p:nvPr/>
        </p:nvGrpSpPr>
        <p:grpSpPr>
          <a:xfrm>
            <a:off x="7824928" y="3679569"/>
            <a:ext cx="3733329" cy="954107"/>
            <a:chOff x="8458670" y="3634301"/>
            <a:chExt cx="3733329" cy="954107"/>
          </a:xfrm>
        </p:grpSpPr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E3F2888C-2E69-3ADD-96B7-98945BF8065B}"/>
                </a:ext>
              </a:extLst>
            </p:cNvPr>
            <p:cNvSpPr/>
            <p:nvPr/>
          </p:nvSpPr>
          <p:spPr>
            <a:xfrm>
              <a:off x="8458670" y="3784491"/>
              <a:ext cx="1121788" cy="6410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l-PL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Depersonalizacja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pole tekstowe 12">
              <a:extLst>
                <a:ext uri="{FF2B5EF4-FFF2-40B4-BE49-F238E27FC236}">
                  <a16:creationId xmlns:a16="http://schemas.microsoft.com/office/drawing/2014/main" id="{F3B0328D-4254-F71D-A235-B6E84B9C41F9}"/>
                </a:ext>
              </a:extLst>
            </p:cNvPr>
            <p:cNvSpPr txBox="1"/>
            <p:nvPr/>
          </p:nvSpPr>
          <p:spPr>
            <a:xfrm>
              <a:off x="9642278" y="3634301"/>
              <a:ext cx="254972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l-PL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Charakteryzuje się zdystansowaniem oraz cynizmem w stosunku do innych osób.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" name="Grupa 28">
            <a:extLst>
              <a:ext uri="{FF2B5EF4-FFF2-40B4-BE49-F238E27FC236}">
                <a16:creationId xmlns:a16="http://schemas.microsoft.com/office/drawing/2014/main" id="{0247860C-A45D-FF01-59D3-41598799D831}"/>
              </a:ext>
            </a:extLst>
          </p:cNvPr>
          <p:cNvGrpSpPr/>
          <p:nvPr/>
        </p:nvGrpSpPr>
        <p:grpSpPr>
          <a:xfrm>
            <a:off x="7824928" y="2073443"/>
            <a:ext cx="3678341" cy="954107"/>
            <a:chOff x="8458670" y="2028175"/>
            <a:chExt cx="3678341" cy="954107"/>
          </a:xfrm>
        </p:grpSpPr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2FCDEBF1-1E6F-DB1F-2719-1C39FC43AF6F}"/>
                </a:ext>
              </a:extLst>
            </p:cNvPr>
            <p:cNvSpPr/>
            <p:nvPr/>
          </p:nvSpPr>
          <p:spPr>
            <a:xfrm>
              <a:off x="8458670" y="2149425"/>
              <a:ext cx="1121788" cy="6410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l-PL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Wyczerpanie emocjonalne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pole tekstowe 13">
              <a:extLst>
                <a:ext uri="{FF2B5EF4-FFF2-40B4-BE49-F238E27FC236}">
                  <a16:creationId xmlns:a16="http://schemas.microsoft.com/office/drawing/2014/main" id="{F6068824-363F-2323-081C-47B182FA5851}"/>
                </a:ext>
              </a:extLst>
            </p:cNvPr>
            <p:cNvSpPr txBox="1"/>
            <p:nvPr/>
          </p:nvSpPr>
          <p:spPr>
            <a:xfrm>
              <a:off x="9525468" y="2028175"/>
              <a:ext cx="261154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l-PL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Długotrwała i nadmierna reakcja emocjonalna związanej z emocjonalnymi wymaganiami w pracy.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" name="Grupa 30">
            <a:extLst>
              <a:ext uri="{FF2B5EF4-FFF2-40B4-BE49-F238E27FC236}">
                <a16:creationId xmlns:a16="http://schemas.microsoft.com/office/drawing/2014/main" id="{0D0C5F8D-6B77-E55A-7D9C-D4959B40A5AE}"/>
              </a:ext>
            </a:extLst>
          </p:cNvPr>
          <p:cNvGrpSpPr/>
          <p:nvPr/>
        </p:nvGrpSpPr>
        <p:grpSpPr>
          <a:xfrm>
            <a:off x="7824928" y="5317289"/>
            <a:ext cx="3733330" cy="954107"/>
            <a:chOff x="8458670" y="5272021"/>
            <a:chExt cx="3733330" cy="954107"/>
          </a:xfrm>
        </p:grpSpPr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EDF484C2-55DA-AFB5-B3DD-C3046BB787D1}"/>
                </a:ext>
              </a:extLst>
            </p:cNvPr>
            <p:cNvSpPr/>
            <p:nvPr/>
          </p:nvSpPr>
          <p:spPr>
            <a:xfrm>
              <a:off x="8458670" y="5428564"/>
              <a:ext cx="1121788" cy="6410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l-PL" sz="1401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Zmniejszona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l-PL" sz="1401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skuteczność</a:t>
              </a:r>
              <a:endParaRPr kumimoji="0" lang="en-US" sz="140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pole tekstowe 14">
              <a:extLst>
                <a:ext uri="{FF2B5EF4-FFF2-40B4-BE49-F238E27FC236}">
                  <a16:creationId xmlns:a16="http://schemas.microsoft.com/office/drawing/2014/main" id="{9466F943-43AC-6C4E-8B93-A54CD458411D}"/>
                </a:ext>
              </a:extLst>
            </p:cNvPr>
            <p:cNvSpPr txBox="1"/>
            <p:nvPr/>
          </p:nvSpPr>
          <p:spPr>
            <a:xfrm>
              <a:off x="9642278" y="5272021"/>
              <a:ext cx="254972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l-PL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Pracownik nie jest już w stanie wystarczająco efektywnie wykonywać swoich obowiązków (samoocena)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" name="Grupa 34">
            <a:extLst>
              <a:ext uri="{FF2B5EF4-FFF2-40B4-BE49-F238E27FC236}">
                <a16:creationId xmlns:a16="http://schemas.microsoft.com/office/drawing/2014/main" id="{FF329802-73A6-B9DF-D80D-72A9F2F5E8CB}"/>
              </a:ext>
            </a:extLst>
          </p:cNvPr>
          <p:cNvGrpSpPr/>
          <p:nvPr/>
        </p:nvGrpSpPr>
        <p:grpSpPr>
          <a:xfrm>
            <a:off x="1100409" y="3829759"/>
            <a:ext cx="3276130" cy="2072305"/>
            <a:chOff x="1734151" y="3784491"/>
            <a:chExt cx="3276130" cy="2072305"/>
          </a:xfrm>
        </p:grpSpPr>
        <p:sp>
          <p:nvSpPr>
            <p:cNvPr id="4" name="Rectangle 11">
              <a:extLst>
                <a:ext uri="{FF2B5EF4-FFF2-40B4-BE49-F238E27FC236}">
                  <a16:creationId xmlns:a16="http://schemas.microsoft.com/office/drawing/2014/main" id="{7E42293F-F07D-62D1-4632-080D582DCDBA}"/>
                </a:ext>
              </a:extLst>
            </p:cNvPr>
            <p:cNvSpPr/>
            <p:nvPr/>
          </p:nvSpPr>
          <p:spPr>
            <a:xfrm>
              <a:off x="2811322" y="3784491"/>
              <a:ext cx="1121788" cy="6410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l-PL" sz="1401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Wymagania pracy</a:t>
              </a:r>
              <a:endParaRPr kumimoji="0" lang="en-US" sz="140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pole tekstowe 17">
              <a:extLst>
                <a:ext uri="{FF2B5EF4-FFF2-40B4-BE49-F238E27FC236}">
                  <a16:creationId xmlns:a16="http://schemas.microsoft.com/office/drawing/2014/main" id="{79E72B25-BA2A-D2F2-2F6A-59956A6F8C7C}"/>
                </a:ext>
              </a:extLst>
            </p:cNvPr>
            <p:cNvSpPr txBox="1"/>
            <p:nvPr/>
          </p:nvSpPr>
          <p:spPr>
            <a:xfrm>
              <a:off x="1734151" y="4687245"/>
              <a:ext cx="327613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l-PL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Fizyczne, społeczne lub organizacyjne aspekty pracy, które wymagają trwałego wysiłku fizycznego lub umysłowego,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l-PL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a zatem są związane z pewnymi kosztami fizjologicznymi i psychologicznymi 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7F9B7639-CA12-7948-111C-A7F773DE6E8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299368" y="4150270"/>
            <a:ext cx="2906368" cy="517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91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33F852-45D6-C28C-EB8D-D82EA6E1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Wydajność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3722519-4229-E035-E06D-01DE64D33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2800" dirty="0"/>
              <a:t>Wydajność - jest to efektywność realizacji wymagań związanych z pracą z jednoczesnym uwzględnieniem aktualnego stanu zdrowia pracownika. Podlega on ciągłym zmianom wynikającym z interakcji środowiska pracy (zdarzenia w pracy) z pracownikiem i jego zachowaniami. (</a:t>
            </a:r>
            <a:r>
              <a:rPr lang="pl-PL" sz="2800" dirty="0" err="1"/>
              <a:t>Beal</a:t>
            </a:r>
            <a:r>
              <a:rPr lang="pl-PL" sz="2800" dirty="0"/>
              <a:t> i in., 2005; </a:t>
            </a:r>
            <a:r>
              <a:rPr lang="pl-PL" sz="2800" dirty="0" err="1"/>
              <a:t>Xanthopoulou</a:t>
            </a:r>
            <a:r>
              <a:rPr lang="pl-PL" sz="2800" dirty="0"/>
              <a:t> i in., 2009)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130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EFA5D63-2562-E3C9-386B-600B76FA7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JD-R - współcześnie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Right Triangle 79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CE85D4D-7A59-9EDE-CC9B-36BAF335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Model JD-R (Bakker i in., 2023) założenia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A1F920F-9531-4B6E-3676-78B8EB4AF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40" y="1063351"/>
            <a:ext cx="6382411" cy="472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65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8BCE15-9053-394C-3A24-FCCA619B8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JD-R założenie #1 </a:t>
            </a:r>
            <a:r>
              <a:rPr lang="pl-PL" sz="4400" dirty="0"/>
              <a:t>(</a:t>
            </a:r>
            <a:r>
              <a:rPr lang="pl-PL" sz="4400" dirty="0" err="1"/>
              <a:t>Bakker</a:t>
            </a:r>
            <a:r>
              <a:rPr lang="pl-PL" sz="4400" dirty="0"/>
              <a:t> i in., 2023)</a:t>
            </a:r>
            <a:endParaRPr lang="en-US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190E3F3-446F-1AC5-BDCC-C19FF4615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1644" y="2345843"/>
            <a:ext cx="11555604" cy="108315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dirty="0"/>
              <a:t>Charakterystyka pracy może być modelowana przy użyciu dwóch odrębnych kategorii, a mianowicie wymagań pracy i zasobów pracy.</a:t>
            </a:r>
            <a:endParaRPr lang="en-US" dirty="0"/>
          </a:p>
        </p:txBody>
      </p:sp>
      <p:graphicFrame>
        <p:nvGraphicFramePr>
          <p:cNvPr id="7" name="Symbol zastępczy zawartości 4">
            <a:extLst>
              <a:ext uri="{FF2B5EF4-FFF2-40B4-BE49-F238E27FC236}">
                <a16:creationId xmlns:a16="http://schemas.microsoft.com/office/drawing/2014/main" id="{72ED83FF-EA78-AD9E-F58D-C85F4D71D5C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03749945"/>
              </p:ext>
            </p:extLst>
          </p:nvPr>
        </p:nvGraphicFramePr>
        <p:xfrm>
          <a:off x="341644" y="3411415"/>
          <a:ext cx="11475218" cy="3274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6438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0B3E5-AE92-840D-DF97-FE03C80D4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EF10EAF-D906-5245-65DE-9A95829B8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JD-R założenie #2 </a:t>
            </a:r>
            <a:r>
              <a:rPr lang="pl-PL" sz="4400" dirty="0"/>
              <a:t>(</a:t>
            </a:r>
            <a:r>
              <a:rPr lang="pl-PL" sz="4400" dirty="0" err="1"/>
              <a:t>Bakker</a:t>
            </a:r>
            <a:r>
              <a:rPr lang="pl-PL" sz="4400" dirty="0"/>
              <a:t> i in., 2023)</a:t>
            </a:r>
            <a:endParaRPr lang="en-US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35F7C01-48D9-769C-D438-F4993B2D2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1644" y="2345843"/>
            <a:ext cx="11555604" cy="108315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dirty="0"/>
              <a:t>Wymagania i zasoby pracy są podstawą (inicjują) dwa różne procesy</a:t>
            </a:r>
            <a:endParaRPr lang="en-US" dirty="0"/>
          </a:p>
        </p:txBody>
      </p:sp>
      <p:graphicFrame>
        <p:nvGraphicFramePr>
          <p:cNvPr id="9" name="Symbol zastępczy zawartości 4">
            <a:extLst>
              <a:ext uri="{FF2B5EF4-FFF2-40B4-BE49-F238E27FC236}">
                <a16:creationId xmlns:a16="http://schemas.microsoft.com/office/drawing/2014/main" id="{370165AB-A623-9420-C05B-480A0F04211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99300019"/>
              </p:ext>
            </p:extLst>
          </p:nvPr>
        </p:nvGraphicFramePr>
        <p:xfrm>
          <a:off x="294752" y="3429000"/>
          <a:ext cx="11555604" cy="3274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7615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D155B-BB8A-D87C-3257-15FB4FA1F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0A8A01-EC59-42DC-EB03-DBC9D5149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JD-R założenie #3 </a:t>
            </a:r>
            <a:r>
              <a:rPr lang="pl-PL" sz="4400" dirty="0"/>
              <a:t>(</a:t>
            </a:r>
            <a:r>
              <a:rPr lang="pl-PL" sz="4400" dirty="0" err="1"/>
              <a:t>Bakker</a:t>
            </a:r>
            <a:r>
              <a:rPr lang="pl-PL" sz="4400" dirty="0"/>
              <a:t> i in., 2023)</a:t>
            </a:r>
            <a:endParaRPr lang="en-US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4FFA419-27CE-0437-AB53-B3722B5D2E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1644" y="2345843"/>
            <a:ext cx="11555604" cy="64856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dirty="0"/>
              <a:t>Wymagania i zasoby pracy mają wzajemny wpływ na samopoczucie pracowników.</a:t>
            </a:r>
            <a:endParaRPr lang="en-US" dirty="0"/>
          </a:p>
        </p:txBody>
      </p:sp>
      <p:graphicFrame>
        <p:nvGraphicFramePr>
          <p:cNvPr id="7" name="Symbol zastępczy zawartości 4">
            <a:extLst>
              <a:ext uri="{FF2B5EF4-FFF2-40B4-BE49-F238E27FC236}">
                <a16:creationId xmlns:a16="http://schemas.microsoft.com/office/drawing/2014/main" id="{887865AE-B3F8-5A83-9F31-E278C481649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94752" y="3260243"/>
          <a:ext cx="11555604" cy="3274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1219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67A43-11D7-D5B6-00C0-F0F51B24A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A55C8F-74FC-04DD-30F2-1E9FD38AD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JD-R założenie #4 </a:t>
            </a:r>
            <a:r>
              <a:rPr lang="pl-PL" sz="4400" dirty="0"/>
              <a:t>(</a:t>
            </a:r>
            <a:r>
              <a:rPr lang="pl-PL" sz="4400" dirty="0" err="1"/>
              <a:t>Bakker</a:t>
            </a:r>
            <a:r>
              <a:rPr lang="pl-PL" sz="4400" dirty="0"/>
              <a:t> i in., 2023)</a:t>
            </a:r>
            <a:endParaRPr lang="en-US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2D5A0F7-2CDD-8385-985A-C012B15BAD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1644" y="2345843"/>
            <a:ext cx="11555604" cy="64856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l-PL" dirty="0"/>
              <a:t>Zasoby osobiste, takie jak optymizm, poczucie własnej skuteczności i odporność, mają wzajemny związek z zasobami pracy.</a:t>
            </a:r>
            <a:endParaRPr lang="en-US" dirty="0"/>
          </a:p>
        </p:txBody>
      </p:sp>
      <p:graphicFrame>
        <p:nvGraphicFramePr>
          <p:cNvPr id="7" name="Symbol zastępczy zawartości 4">
            <a:extLst>
              <a:ext uri="{FF2B5EF4-FFF2-40B4-BE49-F238E27FC236}">
                <a16:creationId xmlns:a16="http://schemas.microsoft.com/office/drawing/2014/main" id="{B02CD4DE-5A69-EE7A-8B5A-675C5DE55D8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94752" y="3260243"/>
          <a:ext cx="11555604" cy="3274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5595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E3213-4F2A-368C-DB6C-1CF350CA9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5982EFE-3E04-82C4-E317-B7B03D5C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JD-R założenie #5 </a:t>
            </a:r>
            <a:r>
              <a:rPr lang="pl-PL" sz="4400" dirty="0"/>
              <a:t>(</a:t>
            </a:r>
            <a:r>
              <a:rPr lang="pl-PL" sz="4400" dirty="0" err="1"/>
              <a:t>Bakker</a:t>
            </a:r>
            <a:r>
              <a:rPr lang="pl-PL" sz="4400" dirty="0"/>
              <a:t> i in., 2023)</a:t>
            </a:r>
            <a:endParaRPr lang="en-US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7B72CF0-408C-AF3C-89FD-9BE4597A7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1644" y="2345843"/>
            <a:ext cx="11555604" cy="64856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l-PL" dirty="0"/>
              <a:t>Podobnie jak w przypadku zasobów związanych z pracą, zasoby osobiste moderują wpływ wymagań związanych z pracą na dobrostan pracowników.</a:t>
            </a:r>
            <a:endParaRPr lang="en-US" dirty="0"/>
          </a:p>
        </p:txBody>
      </p:sp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D8C9315D-58E9-39AA-BF99-CB67EC78F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4752" y="3969099"/>
            <a:ext cx="11555604" cy="934497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l-PL" dirty="0"/>
              <a:t>Kiedy pracownicy postrzegają, że mogą kontrolować swoje środowisko pracy, są w stanie lepiej radzić sobie z wymaganiami związanymi z pracą.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187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AD58A-BA80-8B81-3784-A6796A3F5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8A791C-F9B6-1265-98D0-B41FE6CAE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JD-R założenie #6 </a:t>
            </a:r>
            <a:r>
              <a:rPr lang="pl-PL" sz="4400" dirty="0"/>
              <a:t>(</a:t>
            </a:r>
            <a:r>
              <a:rPr lang="pl-PL" sz="4400" dirty="0" err="1"/>
              <a:t>Bakker</a:t>
            </a:r>
            <a:r>
              <a:rPr lang="pl-PL" sz="4400" dirty="0"/>
              <a:t> i in., 2023)</a:t>
            </a:r>
            <a:endParaRPr lang="en-US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3E36A20-ECA7-D048-6AD1-0C17DCFE7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1644" y="2345843"/>
            <a:ext cx="11555604" cy="64856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l-PL" dirty="0"/>
              <a:t>Pracownicy proaktywnie optymalizują własne wymagania i zasoby poprzez modelowanie pracy </a:t>
            </a:r>
            <a:r>
              <a:rPr lang="pl-PL" i="1" dirty="0"/>
              <a:t>(</a:t>
            </a:r>
            <a:r>
              <a:rPr lang="pl-PL" i="1" dirty="0" err="1"/>
              <a:t>job</a:t>
            </a:r>
            <a:r>
              <a:rPr lang="pl-PL" i="1" dirty="0"/>
              <a:t> </a:t>
            </a:r>
            <a:r>
              <a:rPr lang="pl-PL" i="1" dirty="0" err="1"/>
              <a:t>crafting</a:t>
            </a:r>
            <a:r>
              <a:rPr lang="pl-PL" dirty="0"/>
              <a:t>)</a:t>
            </a:r>
            <a:r>
              <a:rPr lang="pl-PL" i="1" dirty="0"/>
              <a:t>.</a:t>
            </a:r>
            <a:endParaRPr lang="en-US" i="1" dirty="0"/>
          </a:p>
        </p:txBody>
      </p:sp>
      <p:graphicFrame>
        <p:nvGraphicFramePr>
          <p:cNvPr id="7" name="Symbol zastępczy zawartości 4">
            <a:extLst>
              <a:ext uri="{FF2B5EF4-FFF2-40B4-BE49-F238E27FC236}">
                <a16:creationId xmlns:a16="http://schemas.microsoft.com/office/drawing/2014/main" id="{E9CECDBD-9986-E5B9-9288-A9CF2929244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94752" y="3260243"/>
          <a:ext cx="11555604" cy="3274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7129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986A7-5081-432A-B0B5-958E8335A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DB4144-78F4-ED4B-BDC8-6F073A15E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JD-R założenie #7 </a:t>
            </a:r>
            <a:r>
              <a:rPr lang="pl-PL" sz="4400" dirty="0"/>
              <a:t>(</a:t>
            </a:r>
            <a:r>
              <a:rPr lang="pl-PL" sz="4400" dirty="0" err="1"/>
              <a:t>Bakker</a:t>
            </a:r>
            <a:r>
              <a:rPr lang="pl-PL" sz="4400" dirty="0"/>
              <a:t> i in., 2023)</a:t>
            </a:r>
            <a:endParaRPr lang="en-US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D3B9D0B-F064-ED0E-8F0C-91BE6A12AE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1644" y="2345843"/>
            <a:ext cx="11555604" cy="64856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l-PL" dirty="0"/>
              <a:t>Zaangażowanie w pracę może zainicjować cykl wzrostu proaktywnych zachowań w pracy, zasobów (zawodowych i osobistych) oraz optymalnych wymagań zawodowych.</a:t>
            </a:r>
            <a:endParaRPr lang="en-US" dirty="0"/>
          </a:p>
        </p:txBody>
      </p:sp>
      <p:graphicFrame>
        <p:nvGraphicFramePr>
          <p:cNvPr id="7" name="Symbol zastępczy zawartości 4">
            <a:extLst>
              <a:ext uri="{FF2B5EF4-FFF2-40B4-BE49-F238E27FC236}">
                <a16:creationId xmlns:a16="http://schemas.microsoft.com/office/drawing/2014/main" id="{27F43B6B-3A7A-595F-349E-C63D3D7A5E7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94752" y="3260243"/>
          <a:ext cx="11555604" cy="3274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3660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59CA-ABD6-ED4F-3F6A-F2F38C18F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5FD301-8E43-5BD0-59F3-D0CFC227D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JD-R założenie #8 </a:t>
            </a:r>
            <a:r>
              <a:rPr lang="pl-PL" sz="4400" dirty="0"/>
              <a:t>(</a:t>
            </a:r>
            <a:r>
              <a:rPr lang="pl-PL" sz="4400" dirty="0" err="1"/>
              <a:t>Bakker</a:t>
            </a:r>
            <a:r>
              <a:rPr lang="pl-PL" sz="4400" dirty="0"/>
              <a:t> i in., 2023)</a:t>
            </a:r>
            <a:endParaRPr lang="en-US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9CC4DBF-2401-25B3-6DB1-27DCAB283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1644" y="2345843"/>
            <a:ext cx="11555604" cy="64856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l-PL" dirty="0"/>
              <a:t>Wymagania i obciążenie związane z pracą mogą prowadzić do nieadaptacyjnych zachowań i zachowań związanych z samoregulacją (</a:t>
            </a:r>
            <a:r>
              <a:rPr lang="pl-PL" dirty="0" err="1"/>
              <a:t>samoutrudnianie</a:t>
            </a:r>
            <a:r>
              <a:rPr lang="pl-PL" dirty="0"/>
              <a:t> / podważanie własnej wartości / </a:t>
            </a:r>
            <a:r>
              <a:rPr lang="pl-PL" i="1" dirty="0" err="1"/>
              <a:t>self-undermining</a:t>
            </a:r>
            <a:r>
              <a:rPr lang="pl-PL" dirty="0"/>
              <a:t>).</a:t>
            </a:r>
            <a:endParaRPr lang="en-US" dirty="0"/>
          </a:p>
        </p:txBody>
      </p:sp>
      <p:graphicFrame>
        <p:nvGraphicFramePr>
          <p:cNvPr id="7" name="Symbol zastępczy zawartości 4">
            <a:extLst>
              <a:ext uri="{FF2B5EF4-FFF2-40B4-BE49-F238E27FC236}">
                <a16:creationId xmlns:a16="http://schemas.microsoft.com/office/drawing/2014/main" id="{C876E92A-FD8C-E45C-AA33-0872FDD744A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94752" y="3260243"/>
          <a:ext cx="11555604" cy="3274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2573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8D776-6B93-1AB1-B58E-0C5EDCA70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688ADF-011D-F439-CBD4-2AC034EA8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JD-R założenie #9 </a:t>
            </a:r>
            <a:r>
              <a:rPr lang="pl-PL" sz="4400" dirty="0"/>
              <a:t>(</a:t>
            </a:r>
            <a:r>
              <a:rPr lang="pl-PL" sz="4400" dirty="0" err="1"/>
              <a:t>Bakker</a:t>
            </a:r>
            <a:r>
              <a:rPr lang="pl-PL" sz="4400" dirty="0"/>
              <a:t> i in., 2023)</a:t>
            </a:r>
            <a:endParaRPr lang="en-US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A0636D7-4307-C9F6-B44A-F5DC6C1BD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1644" y="2345843"/>
            <a:ext cx="11555604" cy="64856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l-PL" dirty="0"/>
              <a:t>Przeciążenie pracą może zainicjować cykl utraty poczucia własnej wartości i wymagań związanych z pracą</a:t>
            </a:r>
            <a:endParaRPr lang="en-US" dirty="0"/>
          </a:p>
        </p:txBody>
      </p:sp>
      <p:graphicFrame>
        <p:nvGraphicFramePr>
          <p:cNvPr id="7" name="Symbol zastępczy zawartości 4">
            <a:extLst>
              <a:ext uri="{FF2B5EF4-FFF2-40B4-BE49-F238E27FC236}">
                <a16:creationId xmlns:a16="http://schemas.microsoft.com/office/drawing/2014/main" id="{324AD320-D1FB-AA3E-0703-F27B0ED69BD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94752" y="3260243"/>
          <a:ext cx="11555604" cy="3274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8263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Right Triangle 80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18F3DCA-15F9-C38D-9A7E-5A76FD422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Model JD-R</a:t>
            </a:r>
            <a:r>
              <a:rPr lang="pl-PL" sz="3400" dirty="0"/>
              <a:t> – podejście osoba x sytuacja</a:t>
            </a:r>
            <a:r>
              <a:rPr lang="en-US" sz="3400" dirty="0"/>
              <a:t> (</a:t>
            </a:r>
            <a:r>
              <a:rPr lang="en-US" sz="3400" dirty="0" err="1"/>
              <a:t>cykl</a:t>
            </a:r>
            <a:r>
              <a:rPr lang="en-US" sz="3400" dirty="0"/>
              <a:t> </a:t>
            </a:r>
            <a:r>
              <a:rPr lang="en-US" sz="3400" dirty="0" err="1"/>
              <a:t>strat</a:t>
            </a:r>
            <a:r>
              <a:rPr lang="en-US" sz="3400" dirty="0"/>
              <a:t> </a:t>
            </a:r>
            <a:r>
              <a:rPr lang="en-US" sz="3400" dirty="0" err="1"/>
              <a:t>i</a:t>
            </a:r>
            <a:r>
              <a:rPr lang="en-US" sz="3400" dirty="0"/>
              <a:t> </a:t>
            </a:r>
            <a:r>
              <a:rPr lang="en-US" sz="3400" dirty="0" err="1"/>
              <a:t>cykl</a:t>
            </a:r>
            <a:r>
              <a:rPr lang="en-US" sz="3400" dirty="0"/>
              <a:t> </a:t>
            </a:r>
            <a:r>
              <a:rPr lang="en-US" sz="3400" dirty="0" err="1"/>
              <a:t>zysków</a:t>
            </a:r>
            <a:r>
              <a:rPr lang="en-US" sz="3400" dirty="0"/>
              <a:t>) (Bakker </a:t>
            </a:r>
            <a:r>
              <a:rPr lang="en-US" sz="3400" dirty="0" err="1"/>
              <a:t>i</a:t>
            </a:r>
            <a:r>
              <a:rPr lang="en-US" sz="3400" dirty="0"/>
              <a:t> in., 2023)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D5D2A956-F716-CB84-30B2-00A557A71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346" y="997998"/>
            <a:ext cx="7479995" cy="486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095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Right Triangle 80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9E7A191-4E40-0C76-7FE4-8F15148A8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Wielopoziomowść modelu JD-R (Bakker i in., 2023)</a:t>
            </a:r>
          </a:p>
        </p:txBody>
      </p:sp>
      <p:pic>
        <p:nvPicPr>
          <p:cNvPr id="6" name="Obraz 5" descr="Obraz zawierający tekst, kubek, zastawa stołowa, design&#10;&#10;Opis wygenerowany automatycznie">
            <a:extLst>
              <a:ext uri="{FF2B5EF4-FFF2-40B4-BE49-F238E27FC236}">
                <a16:creationId xmlns:a16="http://schemas.microsoft.com/office/drawing/2014/main" id="{28CAC9D3-3E26-3439-3E08-85D8769F7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40" y="728275"/>
            <a:ext cx="6382411" cy="539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761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Right Triangle 80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56F0521-35A1-4113-C410-DDE4B774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/>
              <a:t>Lider / Zespół / Rodzina – co ma wpływ na zaangażowanie. Społeczno-psychologiczny model zaangażowania w pracę (Bakker, 2022)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E0164F7-E3D0-4983-DB40-0FB9DA759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026" y="50550"/>
            <a:ext cx="6368707" cy="672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38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45C941-BF53-7AB6-4AD9-B808ED1E1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Wykorzystanie modelu JD-R w czasie kryzysu (</a:t>
            </a:r>
            <a:r>
              <a:rPr lang="pl-PL" dirty="0" err="1"/>
              <a:t>Demerouti</a:t>
            </a:r>
            <a:r>
              <a:rPr lang="pl-PL" dirty="0"/>
              <a:t> &amp; </a:t>
            </a:r>
            <a:r>
              <a:rPr lang="pl-PL" dirty="0" err="1"/>
              <a:t>Bakker</a:t>
            </a:r>
            <a:r>
              <a:rPr lang="pl-PL" dirty="0"/>
              <a:t>, 2023)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2151B97-31F8-22DE-2F08-97B15A9FF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11125784" cy="4205682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pl-PL" dirty="0"/>
              <a:t>Kryzysy wpływają na charakterystykę pracy, zwiększając poziom wymagań zawodowych (takich jak niepewność i niejednoznaczność/niepewność roli) oraz znaczenie zasobów pracy (takich jak wsparcie społeczne i odpowiednia komunikacja).</a:t>
            </a:r>
          </a:p>
          <a:p>
            <a:pPr marL="457200" indent="-457200">
              <a:buFont typeface="+mj-lt"/>
              <a:buAutoNum type="arabicPeriod"/>
            </a:pPr>
            <a:r>
              <a:rPr lang="pl-PL" dirty="0"/>
              <a:t>W czasie kryzysu, pracownicy z możliwymi do opanowania (vs. wysokimi) wymaganiami zawodowymi i wysokimi (vs. niskimi) zasobami zawodowymi mogą lepiej dostosować się do sytuacji i utrzymać zadowalający poziom dobrego samopoczucia i wydajności.</a:t>
            </a:r>
          </a:p>
          <a:p>
            <a:pPr marL="457200" indent="-457200">
              <a:buFont typeface="+mj-lt"/>
              <a:buAutoNum type="arabicPeriod"/>
            </a:pPr>
            <a:r>
              <a:rPr lang="pl-PL" dirty="0"/>
              <a:t>Wymagania organizacyjne, zawodowe, domowe i osobiste oddziałują na siebie w taki sposób, że wpływ któregokolwiek z nich (np. wymagań zawodowych) na wyniki związane ze zdrowiem jest nasilony, gdy inne wymagania (np. wymagania domowe) są wysokie.</a:t>
            </a:r>
          </a:p>
          <a:p>
            <a:pPr marL="457200" indent="-457200">
              <a:buFont typeface="+mj-lt"/>
              <a:buAutoNum type="arabicPeriod"/>
            </a:pPr>
            <a:r>
              <a:rPr lang="pl-PL" dirty="0"/>
              <a:t>Zasoby organizacyjne, zawodowe, domowe i osobiste oddziałują na siebie wzajemnie w taki sposób, że wpływ jednego z zasobów (np. zasobów zawodowych) na wyniki motywacyjne jest nasilony, gdy inne zasoby (np. zasoby domowe) są wysokie (tj. wzmocnienie zasobów) lub zmniejsza się w obecności innych zasobów (tj. substytucja zasobów).</a:t>
            </a:r>
          </a:p>
          <a:p>
            <a:pPr marL="457200" indent="-457200">
              <a:buFont typeface="+mj-lt"/>
              <a:buAutoNum type="arabicPeriod"/>
            </a:pPr>
            <a:r>
              <a:rPr lang="pl-PL" dirty="0"/>
              <a:t>Zasoby z każdej domeny (tj. organizacji, pracy, domu, osobiste) mogą buforować wpływ wymagań z tych samych lub innych domen na wyniki związane ze zdrowiem (np. problemy zdrowotne, wyczerpanie).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53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DBE7C-B14C-2754-39AD-57F72984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178A2D-951B-7007-42FE-1C5678EA3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Wykorzystanie modelu JD-R w czasie kryzysu (</a:t>
            </a:r>
            <a:r>
              <a:rPr lang="pl-PL" dirty="0" err="1"/>
              <a:t>Demerouti</a:t>
            </a:r>
            <a:r>
              <a:rPr lang="pl-PL" dirty="0"/>
              <a:t> &amp; </a:t>
            </a:r>
            <a:r>
              <a:rPr lang="pl-PL" dirty="0" err="1"/>
              <a:t>Bakker</a:t>
            </a:r>
            <a:r>
              <a:rPr lang="pl-PL" dirty="0"/>
              <a:t>, 2023)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A695BAA-46DA-978A-A768-75A627A5E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11125784" cy="4205682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pl-PL" dirty="0"/>
              <a:t>Zasoby z dowolnej domeny (tj. organizacji, pracy, domu, osobiste) mogą nasilać wpływ wymagań z innej domeny na wyniki związane ze zdrowiem.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pl-PL" dirty="0"/>
              <a:t>Wymagania z każdej domeny (tj. organizacji, pracy, domu, osobistej) mogą nasilać pozytywny wpływ zasobów pracy na wyniki motywacyjne (takie jak zaangażowanie w pracę, zdolność adaptacji).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pl-PL" dirty="0"/>
              <a:t>Proaktywne strategie regulacyjne jednostki (takie jak tworzenie pracy, zabawne projektowanie pracy, proaktywne zarządzanie witalnością, samokontrola) buforują niekorzystny wpływ wymagań z każdej domeny (tj. organizacji, pracy, domu, życia osobistego) na wyniki związane ze zdrowiem.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pl-PL" dirty="0"/>
              <a:t>Proaktywne strategie regulacyjne jednostki zwiększają pozytywny wpływ zasobów z każdej domeny (tj. organizacji, pracy, domu, osobistych) na wyniki motywacyjne.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pl-PL" dirty="0"/>
              <a:t>Destrukcyjne strategie regulacyjne jednostki wzmacniają wpływ wymagań z każdej domeny (tj. organizacji, pracy, domu, osobistych) na wyniki związane ze zdrowiem.</a:t>
            </a:r>
          </a:p>
          <a:p>
            <a:pPr marL="457200" indent="-457200">
              <a:buFont typeface="+mj-lt"/>
              <a:buAutoNum type="arabicPeriod" startAt="6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00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F22E5-D886-B1EC-6F03-EBF5B3672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AC40776-00DE-DD48-D74B-D80848658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Wykorzystanie modelu JD-R w czasie kryzysu (</a:t>
            </a:r>
            <a:r>
              <a:rPr lang="pl-PL" dirty="0" err="1"/>
              <a:t>Demerouti</a:t>
            </a:r>
            <a:r>
              <a:rPr lang="pl-PL" dirty="0"/>
              <a:t> &amp; </a:t>
            </a:r>
            <a:r>
              <a:rPr lang="pl-PL" dirty="0" err="1"/>
              <a:t>Bakker</a:t>
            </a:r>
            <a:r>
              <a:rPr lang="pl-PL" dirty="0"/>
              <a:t>, 2023)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F1F3A97-F2D1-BCDA-A87F-7920A59EC7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11125784" cy="4205682"/>
          </a:xfrm>
        </p:spPr>
        <p:txBody>
          <a:bodyPr>
            <a:normAutofit fontScale="62500" lnSpcReduction="20000"/>
          </a:bodyPr>
          <a:lstStyle/>
          <a:p>
            <a:pPr marL="457200" indent="-457200">
              <a:buFont typeface="+mj-lt"/>
              <a:buAutoNum type="arabicPeriod" startAt="11"/>
            </a:pPr>
            <a:r>
              <a:rPr lang="pl-PL" dirty="0"/>
              <a:t>Strategie regulacyjne rodziny (np. zarządzanie granicami, podział pracy) buforują wpływ żądań z każdej domeny (tj. organizacji, pracy, domu osobistego) na wyniki związane ze zdrowiem, gdy są ukierunkowane na zapewnienie wsparcia lub egalitarnego podziału pracy.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pl-PL" dirty="0"/>
              <a:t>Strategie regulacyjne rodziny (np. zarządzanie granicami, podział pracy) zwiększają pozytywny wpływ zasobów z każdej domeny (tj. organizacji, pracy, domu osobistego) na wyniki motywacyjne, gdy są ukierunkowane na zapewnienie wsparcia lub egalitarnego podziału pracy.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pl-PL" dirty="0"/>
              <a:t>Destrukcyjne strategie regulacyjne rodziny, takie jak podważanie zachowań lub podział pracy ze względu na płeć, wzmacniają wpływ wymagań z każdej domeny (tj. organizacji, pracy, domu osobistego) na wyniki związane ze zdrowiem.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pl-PL" dirty="0"/>
              <a:t>Strategie regulacyjne lidera, takie jak wyczuwanie, wspólnotowość i zarządzanie zasobami pracy pracownika, buforują wpływ wymagań każdej z domen (tj. organizacji, pracy, domu, osobistych) na wyniki związane ze zdrowiem.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pl-PL" dirty="0"/>
              <a:t>Strategie regulacyjne lidera, takie jak nadawanie sensu działaniom, wspólnotowość i zarządzanie zasobami pracy pracownika, zwiększają pozytywny wpływ zasobów każdej z domen (tj. organizacji, pracy, domu, osobistych) na wyniki motywacyjne.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pl-PL" dirty="0"/>
              <a:t>Strategie regulacyjne organizacji/zespołu roboczego, takie jak wspieranie współodpowiedzialności i synergicznego wkładu oraz budowanie/rozszerzanie istniejących procesów zespołowych, buforują wpływ wymagań każdej z domen (tj. organizacji, pracy, domu, życia osobistego) na wyniki związane ze zdrowiem.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pl-PL" dirty="0"/>
              <a:t>Strategie regulacyjne organizacji/zespołu roboczego, takie jak wspieranie współodpowiedzialności i synergicznego wkładu oraz budowanie/rozszerzanie istniejących procesów zespołowych, zwiększają pozytywny wpływ zasobów każdej domeny (tj. organizacji, pracy, domu, osobistych) na wyniki motywacyjne.</a:t>
            </a:r>
          </a:p>
          <a:p>
            <a:pPr marL="457200" indent="-457200">
              <a:buFont typeface="+mj-lt"/>
              <a:buAutoNum type="arabicPeriod" startAt="11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480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Right Triangle 80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DA8DC84-58FB-6B31-F847-CFA76EB0C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Rozszerzony Model JD-R (Demerouti &amp; Bakker, 2023) 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AA6AFEF-0DB9-76C3-0ED8-CDE0D64B9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40" y="967616"/>
            <a:ext cx="6382411" cy="491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973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F15BCF-AD5A-D260-BA17-D786C9CF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Bibliografia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B409C67-BA1F-3CCE-F328-FE7647F18C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11125784" cy="3274372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Baka, Ł., &amp; </a:t>
            </a:r>
            <a:r>
              <a:rPr lang="en-US" dirty="0" err="1"/>
              <a:t>Basińska</a:t>
            </a:r>
            <a:r>
              <a:rPr lang="en-US" dirty="0"/>
              <a:t>, B. A. (2016). </a:t>
            </a:r>
            <a:r>
              <a:rPr lang="en-US" dirty="0" err="1"/>
              <a:t>Psychometryczne</a:t>
            </a:r>
            <a:r>
              <a:rPr lang="en-US" dirty="0"/>
              <a:t> </a:t>
            </a:r>
            <a:r>
              <a:rPr lang="en-US" dirty="0" err="1"/>
              <a:t>właściwości</a:t>
            </a:r>
            <a:r>
              <a:rPr lang="en-US" dirty="0"/>
              <a:t> </a:t>
            </a:r>
            <a:r>
              <a:rPr lang="en-US" dirty="0" err="1"/>
              <a:t>polskiej</a:t>
            </a:r>
            <a:r>
              <a:rPr lang="en-US" dirty="0"/>
              <a:t> </a:t>
            </a:r>
            <a:r>
              <a:rPr lang="en-US" dirty="0" err="1"/>
              <a:t>wersji</a:t>
            </a:r>
            <a:r>
              <a:rPr lang="en-US" dirty="0"/>
              <a:t> </a:t>
            </a:r>
            <a:r>
              <a:rPr lang="en-US" dirty="0" err="1"/>
              <a:t>Oldenburskiego</a:t>
            </a:r>
            <a:r>
              <a:rPr lang="en-US" dirty="0"/>
              <a:t> </a:t>
            </a:r>
            <a:r>
              <a:rPr lang="en-US" dirty="0" err="1"/>
              <a:t>kwestionariusza</a:t>
            </a:r>
            <a:r>
              <a:rPr lang="en-US" dirty="0"/>
              <a:t> </a:t>
            </a:r>
            <a:r>
              <a:rPr lang="en-US" dirty="0" err="1"/>
              <a:t>wypalenia</a:t>
            </a:r>
            <a:r>
              <a:rPr lang="en-US" dirty="0"/>
              <a:t> </a:t>
            </a:r>
            <a:r>
              <a:rPr lang="en-US" dirty="0" err="1"/>
              <a:t>zawodowego</a:t>
            </a:r>
            <a:r>
              <a:rPr lang="en-US" dirty="0"/>
              <a:t> (OLBI). </a:t>
            </a:r>
            <a:r>
              <a:rPr lang="en-US" dirty="0" err="1"/>
              <a:t>Medycyna</a:t>
            </a:r>
            <a:r>
              <a:rPr lang="en-US" dirty="0"/>
              <a:t> </a:t>
            </a:r>
            <a:r>
              <a:rPr lang="en-US" dirty="0" err="1"/>
              <a:t>Pracy</a:t>
            </a:r>
            <a:r>
              <a:rPr lang="en-US" dirty="0"/>
              <a:t>, 67(1), 29–41. https://doi.org/10.13075/mp.5893.00353</a:t>
            </a:r>
          </a:p>
          <a:p>
            <a:r>
              <a:rPr lang="en-US" dirty="0"/>
              <a:t>Bakker, A. B. (2022). The social psychology of work engagement: state of the field. Career Development International, 27(1), 36–53.</a:t>
            </a:r>
          </a:p>
          <a:p>
            <a:r>
              <a:rPr lang="en-US" dirty="0"/>
              <a:t>Bakker, A. B., &amp; Demerouti, E. (2017). Job demands–resources theory: Taking stock and looking forward. Journal of Occupational Health Psychology, 22(3), 273–285. https://doi.org/10.1037/ocp0000056</a:t>
            </a:r>
          </a:p>
          <a:p>
            <a:r>
              <a:rPr lang="en-US" dirty="0"/>
              <a:t>Bakker, A. B., &amp; Demerouti, E. (2024). Job demands-resources theory: Frequently asked questions. Journal of occupational health psychology, 29(3), 188–200. https://doi.org/10.1037/ocp0000376</a:t>
            </a:r>
          </a:p>
          <a:p>
            <a:r>
              <a:rPr lang="en-US" dirty="0"/>
              <a:t>Bakker, A. B., Demerouti, E., &amp; Sanz-Vergel, A. (2023). Job Demands-Resources Theory: Ten Years Later. W Annual Review of Organizational Psychology and Organizational Behavior (T. 10, ss. 25–53). Annual Reviews. https://doi.org/10.1146/annurev-orgpsych-120920-053933</a:t>
            </a:r>
          </a:p>
          <a:p>
            <a:r>
              <a:rPr lang="en-US" dirty="0"/>
              <a:t>Bakker, A. B., &amp; Wang, Y. (2020). Self-undermining behavior at work: Evidence of construct and predictive validity. International Journal of Stress Management, 27(3), 241–251. https://doi.org/10.1037/str0000150</a:t>
            </a:r>
          </a:p>
          <a:p>
            <a:r>
              <a:rPr lang="en-US" dirty="0"/>
              <a:t>Beal, D. J., Weiss, H. M., Barros, E., &amp; MacDermid, S. M. (2005). An episodic process model of affective influences on performance. W Journal of Applied Psychology (T. 90, </a:t>
            </a:r>
            <a:r>
              <a:rPr lang="en-US" dirty="0" err="1"/>
              <a:t>Numer</a:t>
            </a:r>
            <a:r>
              <a:rPr lang="en-US" dirty="0"/>
              <a:t> 6, ss. 1054–1068). https://doi.org/10.1037/0021-9010.90.6.1054</a:t>
            </a:r>
          </a:p>
          <a:p>
            <a:r>
              <a:rPr lang="en-US" dirty="0"/>
              <a:t>Demerouti, E., &amp; Bakker, A. B. (2023). Job demands-resources theory in times of crises: New propositions. Organizational Psychology Review, 13(3), 209–236.</a:t>
            </a:r>
          </a:p>
          <a:p>
            <a:r>
              <a:rPr lang="en-US" dirty="0"/>
              <a:t>Demerouti, E., Bakker, A. B., </a:t>
            </a:r>
            <a:r>
              <a:rPr lang="en-US" dirty="0" err="1"/>
              <a:t>Nachreiner</a:t>
            </a:r>
            <a:r>
              <a:rPr lang="en-US" dirty="0"/>
              <a:t>, F., &amp; Schaufeli, W. B. (2001). The job demands-resources model of burnout. Journal of Applied Psychology, 86(3), 499–512. https://doi.org/10.1037/0021-9010.86.3.499</a:t>
            </a:r>
          </a:p>
          <a:p>
            <a:r>
              <a:rPr lang="en-US" dirty="0"/>
              <a:t>Kwon, K., &amp; Kim, T. (2020). An integrative literature review of employee engagement and innovative behavior: Revisiting the JD-R model. Human Resource Management Review, 30(2), 100704. https://doi.org/10.1016/j.hrmr.2019.100704</a:t>
            </a:r>
          </a:p>
          <a:p>
            <a:r>
              <a:rPr lang="en-US" dirty="0"/>
              <a:t>Schaufeli, W. B. (2017). Applying the Job Demands-Resources model: A ‘how to’ guide to measuring and tackling work engagement and burnout. Organizational Dynamics, 46, 120–132. https://doi.org/10.1016/j.orgdyn.2017.04.008</a:t>
            </a:r>
          </a:p>
          <a:p>
            <a:r>
              <a:rPr lang="en-US" dirty="0"/>
              <a:t>Schaufeli, W. B., &amp; Taris, T. W. (2014). A critical review of the Job Demands-Resources Model: Implications for improving work and health. W G. F. Bauer &amp; O. </a:t>
            </a:r>
            <a:r>
              <a:rPr lang="en-US" dirty="0" err="1"/>
              <a:t>Hämmig</a:t>
            </a:r>
            <a:r>
              <a:rPr lang="en-US" dirty="0"/>
              <a:t> (Red.), Bridging Occupational, Organizational and Public Health: A Transdisciplinary Approach (ss. 43–68). Springer Netherlands. https://doi.org/10.1007/978-94-007-5640-3_4</a:t>
            </a:r>
          </a:p>
          <a:p>
            <a:r>
              <a:rPr lang="en-US" dirty="0" err="1"/>
              <a:t>Xanthopoulou</a:t>
            </a:r>
            <a:r>
              <a:rPr lang="en-US" dirty="0"/>
              <a:t>, D., Bakker, A. B., Demerouti, E., &amp; Schaufeli, W. B. (2009). Work engagement and financial returns: A diary study on the role of job and personal resources. Journal of Occupational and Organizational Psychology, 82(1), 183–200. https://doi.org</a:t>
            </a:r>
            <a:r>
              <a:rPr lang="en-US"/>
              <a:t>/10.1348/096317908X285633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431701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DarkSeedLeftStep">
      <a:dk1>
        <a:srgbClr val="000000"/>
      </a:dk1>
      <a:lt1>
        <a:srgbClr val="FFFFFF"/>
      </a:lt1>
      <a:dk2>
        <a:srgbClr val="30241B"/>
      </a:dk2>
      <a:lt2>
        <a:srgbClr val="F0F2F3"/>
      </a:lt2>
      <a:accent1>
        <a:srgbClr val="C37D4D"/>
      </a:accent1>
      <a:accent2>
        <a:srgbClr val="B13B3C"/>
      </a:accent2>
      <a:accent3>
        <a:srgbClr val="C34D7F"/>
      </a:accent3>
      <a:accent4>
        <a:srgbClr val="B13B9E"/>
      </a:accent4>
      <a:accent5>
        <a:srgbClr val="A54DC3"/>
      </a:accent5>
      <a:accent6>
        <a:srgbClr val="643EB3"/>
      </a:accent6>
      <a:hlink>
        <a:srgbClr val="B33FBF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EB11955F91DFE44BEC86CDA30304B31" ma:contentTypeVersion="4" ma:contentTypeDescription="Utwórz nowy dokument." ma:contentTypeScope="" ma:versionID="f762e421d56ba27da72bdf3b38c6fea3">
  <xsd:schema xmlns:xsd="http://www.w3.org/2001/XMLSchema" xmlns:xs="http://www.w3.org/2001/XMLSchema" xmlns:p="http://schemas.microsoft.com/office/2006/metadata/properties" xmlns:ns2="ba5819a6-7136-4c3f-9dbe-52a5cf23e21d" targetNamespace="http://schemas.microsoft.com/office/2006/metadata/properties" ma:root="true" ma:fieldsID="c735be2237df17b11d43c468b2d312c4" ns2:_="">
    <xsd:import namespace="ba5819a6-7136-4c3f-9dbe-52a5cf23e2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5819a6-7136-4c3f-9dbe-52a5cf23e2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5DAA4DD-1B86-4341-AE27-13608024A144}"/>
</file>

<file path=customXml/itemProps2.xml><?xml version="1.0" encoding="utf-8"?>
<ds:datastoreItem xmlns:ds="http://schemas.openxmlformats.org/officeDocument/2006/customXml" ds:itemID="{D973A5D4-99F7-4A47-9949-0617F23CE10A}"/>
</file>

<file path=customXml/itemProps3.xml><?xml version="1.0" encoding="utf-8"?>
<ds:datastoreItem xmlns:ds="http://schemas.openxmlformats.org/officeDocument/2006/customXml" ds:itemID="{797E425E-473A-47CD-9EC2-21A29199DB36}"/>
</file>

<file path=docProps/app.xml><?xml version="1.0" encoding="utf-8"?>
<Properties xmlns="http://schemas.openxmlformats.org/officeDocument/2006/extended-properties" xmlns:vt="http://schemas.openxmlformats.org/officeDocument/2006/docPropsVTypes">
  <TotalTime>3308</TotalTime>
  <Words>2902</Words>
  <Application>Microsoft Office PowerPoint</Application>
  <PresentationFormat>Panoramiczny</PresentationFormat>
  <Paragraphs>175</Paragraphs>
  <Slides>32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2</vt:i4>
      </vt:variant>
      <vt:variant>
        <vt:lpstr>Tytuły slajdów</vt:lpstr>
      </vt:variant>
      <vt:variant>
        <vt:i4>32</vt:i4>
      </vt:variant>
    </vt:vector>
  </HeadingPairs>
  <TitlesOfParts>
    <vt:vector size="40" baseType="lpstr">
      <vt:lpstr>Arial</vt:lpstr>
      <vt:lpstr>Calibri</vt:lpstr>
      <vt:lpstr>Calibri Light</vt:lpstr>
      <vt:lpstr>Grandview</vt:lpstr>
      <vt:lpstr>Times New Roman</vt:lpstr>
      <vt:lpstr>Wingdings</vt:lpstr>
      <vt:lpstr>CosineVTI</vt:lpstr>
      <vt:lpstr>Motyw pakietu Office</vt:lpstr>
      <vt:lpstr>Model Wymagania – Zasoby Pracy (Model JD-R)</vt:lpstr>
      <vt:lpstr>Agenda</vt:lpstr>
      <vt:lpstr>Model JD-R</vt:lpstr>
      <vt:lpstr>Model Zasoby – Wymagania Pracy (Bakker &amp; Demerouti, 2017) </vt:lpstr>
      <vt:lpstr>Wymagania pracy (Bakker &amp; Demerouti, 2017)  </vt:lpstr>
      <vt:lpstr>Wymagania pracy – przykłady  (Schaufeli, Taris, 2014)</vt:lpstr>
      <vt:lpstr>Zasoby pracy (Bakker i Demerouti, 2007)</vt:lpstr>
      <vt:lpstr>Zasoby pracy (Schaufeli, Taris, 2014)</vt:lpstr>
      <vt:lpstr>Zasoby osobiste</vt:lpstr>
      <vt:lpstr>Proces motywacyjny</vt:lpstr>
      <vt:lpstr>Wypalenie</vt:lpstr>
      <vt:lpstr>Wymagania pracy i wypalenie zawodowe (Demerouti i in., 2001)</vt:lpstr>
      <vt:lpstr>Wydajność</vt:lpstr>
      <vt:lpstr>Model JD-R - współcześnie</vt:lpstr>
      <vt:lpstr>Model JD-R (Bakker i in., 2023) założenia</vt:lpstr>
      <vt:lpstr>JD-R założenie #1 (Bakker i in., 2023)</vt:lpstr>
      <vt:lpstr>JD-R założenie #2 (Bakker i in., 2023)</vt:lpstr>
      <vt:lpstr>JD-R założenie #3 (Bakker i in., 2023)</vt:lpstr>
      <vt:lpstr>JD-R założenie #4 (Bakker i in., 2023)</vt:lpstr>
      <vt:lpstr>JD-R założenie #5 (Bakker i in., 2023)</vt:lpstr>
      <vt:lpstr>JD-R założenie #6 (Bakker i in., 2023)</vt:lpstr>
      <vt:lpstr>JD-R założenie #7 (Bakker i in., 2023)</vt:lpstr>
      <vt:lpstr>JD-R założenie #8 (Bakker i in., 2023)</vt:lpstr>
      <vt:lpstr>JD-R założenie #9 (Bakker i in., 2023)</vt:lpstr>
      <vt:lpstr>Model JD-R – podejście osoba x sytuacja (cykl strat i cykl zysków) (Bakker i in., 2023)</vt:lpstr>
      <vt:lpstr>Wielopoziomowść modelu JD-R (Bakker i in., 2023)</vt:lpstr>
      <vt:lpstr>Lider / Zespół / Rodzina – co ma wpływ na zaangażowanie. Społeczno-psychologiczny model zaangażowania w pracę (Bakker, 2022)</vt:lpstr>
      <vt:lpstr>Wykorzystanie modelu JD-R w czasie kryzysu (Demerouti &amp; Bakker, 2023)</vt:lpstr>
      <vt:lpstr>Wykorzystanie modelu JD-R w czasie kryzysu (Demerouti &amp; Bakker, 2023)</vt:lpstr>
      <vt:lpstr>Wykorzystanie modelu JD-R w czasie kryzysu (Demerouti &amp; Bakker, 2023)</vt:lpstr>
      <vt:lpstr>Rozszerzony Model JD-R (Demerouti &amp; Bakker, 2023) </vt:lpstr>
      <vt:lpstr>Bibliografia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Mikołaj Stolarski</dc:creator>
  <cp:lastModifiedBy>Mikołaj Stolarski</cp:lastModifiedBy>
  <cp:revision>5</cp:revision>
  <dcterms:created xsi:type="dcterms:W3CDTF">2024-10-18T11:36:10Z</dcterms:created>
  <dcterms:modified xsi:type="dcterms:W3CDTF">2024-11-16T22:00:21Z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0x0101007EB11955F91DFE44BEC86CDA30304B31</vt:lpwstr>
  </property>
</Properties>
</file>